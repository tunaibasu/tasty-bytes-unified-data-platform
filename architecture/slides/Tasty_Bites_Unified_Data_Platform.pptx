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webextensions/webextension3.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heme/theme3.xml" ContentType="application/vnd.openxmlformats-officedocument.theme+xml"/>
  <Override PartName="/ppt/notesSlides/notesSlide1.xml" ContentType="application/vnd.openxmlformats-officedocument.presentationml.notesSlide+xml"/>
  <Override PartName="/ppt/tags/tag1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2.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4" r:id="rId4"/>
    <p:sldMasterId id="2147483675" r:id="rId5"/>
  </p:sldMasterIdLst>
  <p:notesMasterIdLst>
    <p:notesMasterId r:id="rId15"/>
  </p:notesMasterIdLst>
  <p:sldIdLst>
    <p:sldId id="256" r:id="rId6"/>
    <p:sldId id="265" r:id="rId7"/>
    <p:sldId id="263" r:id="rId8"/>
    <p:sldId id="278" r:id="rId9"/>
    <p:sldId id="271" r:id="rId10"/>
    <p:sldId id="277" r:id="rId11"/>
    <p:sldId id="276" r:id="rId12"/>
    <p:sldId id="275" r:id="rId13"/>
    <p:sldId id="3728" r:id="rId14"/>
  </p:sldIdLst>
  <p:sldSz cx="12192000" cy="6858000"/>
  <p:notesSz cx="6858000" cy="9144000"/>
  <p:custDataLst>
    <p:tags r:id="rId16"/>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6D6D6"/>
    <a:srgbClr val="FFD579"/>
    <a:srgbClr val="DB872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6CF7D3C-E6FE-4223-8767-36D52C9363A3}">
  <a:tblStyle styleId="{D6CF7D3C-E6FE-4223-8767-36D52C9363A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81"/>
    <p:restoredTop sz="94758"/>
  </p:normalViewPr>
  <p:slideViewPr>
    <p:cSldViewPr snapToGrid="0">
      <p:cViewPr varScale="1">
        <p:scale>
          <a:sx n="136" d="100"/>
          <a:sy n="136" d="100"/>
        </p:scale>
        <p:origin x="2688" y="178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tags" Target="tags/tag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g90e632e168_0_1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5" name="Google Shape;525;g90e632e168_0_1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g9127c04b55_0_3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6" name="Google Shape;566;g9127c04b55_0_32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567" name="Google Shape;567;g9127c04b55_0_32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25992990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6.xml"/><Relationship Id="rId7" Type="http://schemas.openxmlformats.org/officeDocument/2006/relationships/tags" Target="../tags/tag10.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tags" Target="../tags/tag9.xml"/><Relationship Id="rId5" Type="http://schemas.openxmlformats.org/officeDocument/2006/relationships/tags" Target="../tags/tag8.xml"/><Relationship Id="rId10" Type="http://schemas.openxmlformats.org/officeDocument/2006/relationships/image" Target="../media/image5.emf"/><Relationship Id="rId4" Type="http://schemas.openxmlformats.org/officeDocument/2006/relationships/tags" Target="../tags/tag7.xml"/><Relationship Id="rId9" Type="http://schemas.openxmlformats.org/officeDocument/2006/relationships/oleObject" Target="../embeddings/oleObject3.bin"/></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 Light">
  <p:cSld name="Title - Light">
    <p:spTree>
      <p:nvGrpSpPr>
        <p:cNvPr id="1" name="Shape 12"/>
        <p:cNvGrpSpPr/>
        <p:nvPr/>
      </p:nvGrpSpPr>
      <p:grpSpPr>
        <a:xfrm>
          <a:off x="0" y="0"/>
          <a:ext cx="0" cy="0"/>
          <a:chOff x="0" y="0"/>
          <a:chExt cx="0" cy="0"/>
        </a:xfrm>
      </p:grpSpPr>
      <p:pic>
        <p:nvPicPr>
          <p:cNvPr id="13" name="Google Shape;13;p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4" name="Google Shape;14;p2"/>
          <p:cNvSpPr/>
          <p:nvPr/>
        </p:nvSpPr>
        <p:spPr>
          <a:xfrm>
            <a:off x="1" y="2911047"/>
            <a:ext cx="2817257" cy="3946955"/>
          </a:xfrm>
          <a:custGeom>
            <a:avLst/>
            <a:gdLst/>
            <a:ahLst/>
            <a:cxnLst/>
            <a:rect l="l" t="t" r="r" b="b"/>
            <a:pathLst>
              <a:path w="2817257" h="3946954" extrusionOk="0">
                <a:moveTo>
                  <a:pt x="0" y="0"/>
                </a:moveTo>
                <a:lnTo>
                  <a:pt x="124981" y="72324"/>
                </a:lnTo>
                <a:cubicBezTo>
                  <a:pt x="643737" y="372513"/>
                  <a:pt x="1335412" y="772766"/>
                  <a:pt x="2257644" y="1306437"/>
                </a:cubicBezTo>
                <a:cubicBezTo>
                  <a:pt x="2524543" y="1459142"/>
                  <a:pt x="2702476" y="1704105"/>
                  <a:pt x="2778733" y="1977701"/>
                </a:cubicBezTo>
                <a:cubicBezTo>
                  <a:pt x="2800975" y="2063597"/>
                  <a:pt x="2813685" y="2152675"/>
                  <a:pt x="2816862" y="2241753"/>
                </a:cubicBezTo>
                <a:cubicBezTo>
                  <a:pt x="2820039" y="2362644"/>
                  <a:pt x="2804152" y="2486716"/>
                  <a:pt x="2766024" y="2604426"/>
                </a:cubicBezTo>
                <a:cubicBezTo>
                  <a:pt x="2686589" y="2865297"/>
                  <a:pt x="2511834" y="3097535"/>
                  <a:pt x="2257644" y="3243877"/>
                </a:cubicBezTo>
                <a:cubicBezTo>
                  <a:pt x="2257644" y="3243877"/>
                  <a:pt x="2257644" y="3243877"/>
                  <a:pt x="1047065" y="3946954"/>
                </a:cubicBezTo>
                <a:cubicBezTo>
                  <a:pt x="1047065" y="3946954"/>
                  <a:pt x="1047065" y="3946954"/>
                  <a:pt x="1511" y="3946954"/>
                </a:cubicBezTo>
                <a:lnTo>
                  <a:pt x="0" y="3946954"/>
                </a:lnTo>
                <a:close/>
              </a:path>
            </a:pathLst>
          </a:custGeom>
          <a:solidFill>
            <a:srgbClr val="00A7CD">
              <a:alpha val="14509"/>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67"/>
              <a:buFont typeface="Arial"/>
              <a:buNone/>
            </a:pPr>
            <a:endParaRPr sz="1867" b="0" i="0" u="none" strike="noStrike" cap="none">
              <a:solidFill>
                <a:schemeClr val="dk1"/>
              </a:solidFill>
              <a:latin typeface="Arial"/>
              <a:ea typeface="Arial"/>
              <a:cs typeface="Arial"/>
              <a:sym typeface="Arial"/>
            </a:endParaRPr>
          </a:p>
        </p:txBody>
      </p:sp>
      <p:sp>
        <p:nvSpPr>
          <p:cNvPr id="15" name="Google Shape;15;p2"/>
          <p:cNvSpPr txBox="1">
            <a:spLocks noGrp="1"/>
          </p:cNvSpPr>
          <p:nvPr>
            <p:ph type="body" idx="1"/>
          </p:nvPr>
        </p:nvSpPr>
        <p:spPr>
          <a:xfrm>
            <a:off x="571183" y="1569720"/>
            <a:ext cx="7177600" cy="2773600"/>
          </a:xfrm>
          <a:prstGeom prst="rect">
            <a:avLst/>
          </a:prstGeom>
          <a:noFill/>
          <a:ln>
            <a:noFill/>
          </a:ln>
        </p:spPr>
        <p:txBody>
          <a:bodyPr spcFirstLastPara="1" wrap="square" lIns="68575" tIns="34275" rIns="68575" bIns="34275" anchor="b" anchorCtr="0">
            <a:noAutofit/>
          </a:bodyPr>
          <a:lstStyle>
            <a:lvl1pPr marL="457200" marR="0" lvl="0" indent="-228600" algn="l">
              <a:lnSpc>
                <a:spcPct val="70000"/>
              </a:lnSpc>
              <a:spcBef>
                <a:spcPts val="1067"/>
              </a:spcBef>
              <a:spcAft>
                <a:spcPts val="0"/>
              </a:spcAft>
              <a:buClr>
                <a:schemeClr val="dk1"/>
              </a:buClr>
              <a:buSzPts val="4500"/>
              <a:buFont typeface="Arial"/>
              <a:buNone/>
              <a:defRPr sz="6000" b="1" i="0" u="none" strike="noStrike" cap="none">
                <a:solidFill>
                  <a:schemeClr val="dk1"/>
                </a:solidFill>
                <a:latin typeface="Arial"/>
                <a:ea typeface="Arial"/>
                <a:cs typeface="Arial"/>
                <a:sym typeface="Arial"/>
              </a:defRPr>
            </a:lvl1pPr>
            <a:lvl2pPr marL="914400" marR="0" lvl="1"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371600" marR="0" lvl="2"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1828800" marR="0" lvl="3"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2286000" marR="0" lvl="4"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2743200" marR="0" lvl="5"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6pPr>
            <a:lvl7pPr marL="3200400" marR="0" lvl="6"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7pPr>
            <a:lvl8pPr marL="3657600" marR="0" lvl="7"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8pPr>
            <a:lvl9pPr marL="4114800" marR="0" lvl="8"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9pPr>
          </a:lstStyle>
          <a:p>
            <a:endParaRPr/>
          </a:p>
        </p:txBody>
      </p:sp>
      <p:sp>
        <p:nvSpPr>
          <p:cNvPr id="16" name="Google Shape;16;p2"/>
          <p:cNvSpPr txBox="1">
            <a:spLocks noGrp="1"/>
          </p:cNvSpPr>
          <p:nvPr>
            <p:ph type="body" idx="2"/>
          </p:nvPr>
        </p:nvSpPr>
        <p:spPr>
          <a:xfrm>
            <a:off x="571183" y="4419917"/>
            <a:ext cx="7186000" cy="967600"/>
          </a:xfrm>
          <a:prstGeom prst="rect">
            <a:avLst/>
          </a:prstGeom>
          <a:noFill/>
          <a:ln>
            <a:noFill/>
          </a:ln>
        </p:spPr>
        <p:txBody>
          <a:bodyPr spcFirstLastPara="1" wrap="square" lIns="68575" tIns="34275" rIns="68575" bIns="34275" anchor="t" anchorCtr="0">
            <a:noAutofit/>
          </a:bodyPr>
          <a:lstStyle>
            <a:lvl1pPr marL="457200" marR="0" lvl="0" indent="-228600" algn="l">
              <a:lnSpc>
                <a:spcPct val="90000"/>
              </a:lnSpc>
              <a:spcBef>
                <a:spcPts val="1067"/>
              </a:spcBef>
              <a:spcAft>
                <a:spcPts val="0"/>
              </a:spcAft>
              <a:buClr>
                <a:srgbClr val="5B5B5B"/>
              </a:buClr>
              <a:buSzPts val="1600"/>
              <a:buFont typeface="Arial"/>
              <a:buNone/>
              <a:defRPr sz="2133" b="0" i="0" u="none" strike="noStrike" cap="none">
                <a:solidFill>
                  <a:srgbClr val="5B5B5B"/>
                </a:solidFill>
                <a:latin typeface="Arial"/>
                <a:ea typeface="Arial"/>
                <a:cs typeface="Arial"/>
                <a:sym typeface="Arial"/>
              </a:defRPr>
            </a:lvl1pPr>
            <a:lvl2pPr marL="914400" marR="0" lvl="1"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371600" marR="0" lvl="2"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1828800" marR="0" lvl="3"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2286000" marR="0" lvl="4"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2743200" marR="0" lvl="5"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6pPr>
            <a:lvl7pPr marL="3200400" marR="0" lvl="6"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7pPr>
            <a:lvl8pPr marL="3657600" marR="0" lvl="7"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8pPr>
            <a:lvl9pPr marL="4114800" marR="0" lvl="8"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9pPr>
          </a:lstStyle>
          <a:p>
            <a:endParaRPr/>
          </a:p>
        </p:txBody>
      </p:sp>
      <p:sp>
        <p:nvSpPr>
          <p:cNvPr id="17" name="Google Shape;17;p2"/>
          <p:cNvSpPr txBox="1">
            <a:spLocks noGrp="1"/>
          </p:cNvSpPr>
          <p:nvPr>
            <p:ph type="body" idx="3"/>
          </p:nvPr>
        </p:nvSpPr>
        <p:spPr>
          <a:xfrm>
            <a:off x="571183" y="6050599"/>
            <a:ext cx="8595600" cy="304800"/>
          </a:xfrm>
          <a:prstGeom prst="rect">
            <a:avLst/>
          </a:prstGeom>
          <a:noFill/>
          <a:ln>
            <a:noFill/>
          </a:ln>
        </p:spPr>
        <p:txBody>
          <a:bodyPr spcFirstLastPara="1" wrap="square" lIns="68575" tIns="34275" rIns="68575" bIns="34275" anchor="t" anchorCtr="0">
            <a:noAutofit/>
          </a:bodyPr>
          <a:lstStyle>
            <a:lvl1pPr marL="457200" marR="0" lvl="0" indent="-228600" algn="l">
              <a:lnSpc>
                <a:spcPct val="90000"/>
              </a:lnSpc>
              <a:spcBef>
                <a:spcPts val="1067"/>
              </a:spcBef>
              <a:spcAft>
                <a:spcPts val="0"/>
              </a:spcAft>
              <a:buClr>
                <a:srgbClr val="5B5B5B"/>
              </a:buClr>
              <a:buSzPts val="1100"/>
              <a:buFont typeface="Arial"/>
              <a:buNone/>
              <a:defRPr sz="1467" b="1" i="0" u="none" strike="noStrike" cap="none">
                <a:solidFill>
                  <a:srgbClr val="5B5B5B"/>
                </a:solidFill>
                <a:latin typeface="Arial"/>
                <a:ea typeface="Arial"/>
                <a:cs typeface="Arial"/>
                <a:sym typeface="Arial"/>
              </a:defRPr>
            </a:lvl1pPr>
            <a:lvl2pPr marL="914400" marR="0" lvl="1"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371600" marR="0" lvl="2"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1828800" marR="0" lvl="3"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2286000" marR="0" lvl="4"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2743200" marR="0" lvl="5"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6pPr>
            <a:lvl7pPr marL="3200400" marR="0" lvl="6"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7pPr>
            <a:lvl8pPr marL="3657600" marR="0" lvl="7"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8pPr>
            <a:lvl9pPr marL="4114800" marR="0" lvl="8"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9pPr>
          </a:lstStyle>
          <a:p>
            <a:endParaRPr/>
          </a:p>
        </p:txBody>
      </p:sp>
      <p:sp>
        <p:nvSpPr>
          <p:cNvPr id="18" name="Google Shape;18;p2"/>
          <p:cNvSpPr/>
          <p:nvPr/>
        </p:nvSpPr>
        <p:spPr>
          <a:xfrm rot="-5400000">
            <a:off x="7850327" y="2516326"/>
            <a:ext cx="2902655" cy="5780692"/>
          </a:xfrm>
          <a:custGeom>
            <a:avLst/>
            <a:gdLst/>
            <a:ahLst/>
            <a:cxnLst/>
            <a:rect l="l" t="t" r="r" b="b"/>
            <a:pathLst>
              <a:path w="2902655" h="5780692" extrusionOk="0">
                <a:moveTo>
                  <a:pt x="2902655" y="5004581"/>
                </a:moveTo>
                <a:lnTo>
                  <a:pt x="2452511" y="5780692"/>
                </a:lnTo>
                <a:lnTo>
                  <a:pt x="0" y="5780692"/>
                </a:lnTo>
                <a:lnTo>
                  <a:pt x="0" y="0"/>
                </a:lnTo>
                <a:close/>
              </a:path>
            </a:pathLst>
          </a:custGeom>
          <a:solidFill>
            <a:srgbClr val="66757A">
              <a:alpha val="4705"/>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67"/>
              <a:buFont typeface="Arial"/>
              <a:buNone/>
            </a:pPr>
            <a:endParaRPr sz="1867" b="0" i="0" u="none" strike="noStrike" cap="none">
              <a:solidFill>
                <a:schemeClr val="dk1"/>
              </a:solidFill>
              <a:latin typeface="Arial"/>
              <a:ea typeface="Arial"/>
              <a:cs typeface="Arial"/>
              <a:sym typeface="Arial"/>
            </a:endParaRPr>
          </a:p>
        </p:txBody>
      </p:sp>
      <p:sp>
        <p:nvSpPr>
          <p:cNvPr id="19" name="Google Shape;19;p2"/>
          <p:cNvSpPr/>
          <p:nvPr/>
        </p:nvSpPr>
        <p:spPr>
          <a:xfrm>
            <a:off x="7829551" y="282575"/>
            <a:ext cx="4362451" cy="6445253"/>
          </a:xfrm>
          <a:custGeom>
            <a:avLst/>
            <a:gdLst/>
            <a:ahLst/>
            <a:cxnLst/>
            <a:rect l="l" t="t" r="r" b="b"/>
            <a:pathLst>
              <a:path w="1373" h="2026" extrusionOk="0">
                <a:moveTo>
                  <a:pt x="15" y="911"/>
                </a:moveTo>
                <a:cubicBezTo>
                  <a:pt x="6" y="941"/>
                  <a:pt x="2" y="971"/>
                  <a:pt x="1" y="1001"/>
                </a:cubicBezTo>
                <a:cubicBezTo>
                  <a:pt x="0" y="1043"/>
                  <a:pt x="5" y="1085"/>
                  <a:pt x="18" y="1125"/>
                </a:cubicBezTo>
                <a:cubicBezTo>
                  <a:pt x="33" y="1175"/>
                  <a:pt x="58" y="1221"/>
                  <a:pt x="92" y="1260"/>
                </a:cubicBezTo>
                <a:cubicBezTo>
                  <a:pt x="120" y="1293"/>
                  <a:pt x="153" y="1321"/>
                  <a:pt x="193" y="1344"/>
                </a:cubicBezTo>
                <a:cubicBezTo>
                  <a:pt x="1090" y="1862"/>
                  <a:pt x="1090" y="1862"/>
                  <a:pt x="1090" y="1862"/>
                </a:cubicBezTo>
                <a:cubicBezTo>
                  <a:pt x="1373" y="2026"/>
                  <a:pt x="1373" y="2026"/>
                  <a:pt x="1373" y="2026"/>
                </a:cubicBezTo>
                <a:cubicBezTo>
                  <a:pt x="1373" y="1143"/>
                  <a:pt x="1373" y="1143"/>
                  <a:pt x="1373" y="1143"/>
                </a:cubicBezTo>
                <a:cubicBezTo>
                  <a:pt x="1148" y="1013"/>
                  <a:pt x="1148" y="1013"/>
                  <a:pt x="1148" y="1013"/>
                </a:cubicBezTo>
                <a:cubicBezTo>
                  <a:pt x="1373" y="883"/>
                  <a:pt x="1373" y="883"/>
                  <a:pt x="1373" y="883"/>
                </a:cubicBezTo>
                <a:cubicBezTo>
                  <a:pt x="1373" y="0"/>
                  <a:pt x="1373" y="0"/>
                  <a:pt x="1373" y="0"/>
                </a:cubicBezTo>
                <a:cubicBezTo>
                  <a:pt x="193" y="681"/>
                  <a:pt x="193" y="681"/>
                  <a:pt x="193" y="681"/>
                </a:cubicBezTo>
                <a:cubicBezTo>
                  <a:pt x="101" y="734"/>
                  <a:pt x="40" y="817"/>
                  <a:pt x="15" y="911"/>
                </a:cubicBezTo>
                <a:close/>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67"/>
              <a:buFont typeface="Arial"/>
              <a:buNone/>
            </a:pPr>
            <a:endParaRPr sz="1867" b="0" i="0" u="none" strike="noStrike" cap="none">
              <a:solidFill>
                <a:schemeClr val="dk1"/>
              </a:solidFill>
              <a:latin typeface="Arial"/>
              <a:ea typeface="Arial"/>
              <a:cs typeface="Arial"/>
              <a:sym typeface="Arial"/>
            </a:endParaRPr>
          </a:p>
        </p:txBody>
      </p:sp>
      <p:sp>
        <p:nvSpPr>
          <p:cNvPr id="20" name="Google Shape;20;p2"/>
          <p:cNvSpPr/>
          <p:nvPr/>
        </p:nvSpPr>
        <p:spPr>
          <a:xfrm>
            <a:off x="636015" y="6491347"/>
            <a:ext cx="2709200" cy="215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929292"/>
              </a:buClr>
              <a:buSzPts val="800"/>
              <a:buFont typeface="Arial"/>
              <a:buNone/>
            </a:pPr>
            <a:r>
              <a:rPr lang="en-US" sz="800" b="0" i="0" u="none" strike="noStrike" cap="none">
                <a:solidFill>
                  <a:srgbClr val="929292"/>
                </a:solidFill>
                <a:latin typeface="Arial"/>
                <a:ea typeface="Arial"/>
                <a:cs typeface="Arial"/>
                <a:sym typeface="Arial"/>
              </a:rPr>
              <a:t>© 2019 Snowflake Computing Inc. All Rights Reserved</a:t>
            </a:r>
            <a:endParaRPr sz="800" b="0" i="0" u="none" strike="noStrike" cap="none">
              <a:solidFill>
                <a:srgbClr val="929292"/>
              </a:solidFill>
              <a:latin typeface="Arial"/>
              <a:ea typeface="Arial"/>
              <a:cs typeface="Arial"/>
              <a:sym typeface="Arial"/>
            </a:endParaRPr>
          </a:p>
        </p:txBody>
      </p:sp>
      <p:sp>
        <p:nvSpPr>
          <p:cNvPr id="21" name="Google Shape;21;p2"/>
          <p:cNvSpPr/>
          <p:nvPr/>
        </p:nvSpPr>
        <p:spPr>
          <a:xfrm>
            <a:off x="657668" y="668551"/>
            <a:ext cx="2665859" cy="609596"/>
          </a:xfrm>
          <a:custGeom>
            <a:avLst/>
            <a:gdLst/>
            <a:ahLst/>
            <a:cxnLst/>
            <a:rect l="l" t="t" r="r" b="b"/>
            <a:pathLst>
              <a:path w="10771" h="2451" extrusionOk="0">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rgbClr val="29B5E8"/>
          </a:solidFill>
          <a:ln>
            <a:noFill/>
          </a:ln>
        </p:spPr>
        <p:txBody>
          <a:bodyPr spcFirstLastPara="1" wrap="square" lIns="121900" tIns="60925" rIns="121900" bIns="60925" anchor="ctr" anchorCtr="0">
            <a:noAutofit/>
          </a:bodyPr>
          <a:lstStyle/>
          <a:p>
            <a:pPr marL="0" marR="0" lvl="0" indent="0" algn="l" rtl="0">
              <a:spcBef>
                <a:spcPts val="0"/>
              </a:spcBef>
              <a:spcAft>
                <a:spcPts val="0"/>
              </a:spcAft>
              <a:buClr>
                <a:schemeClr val="dk1"/>
              </a:buClr>
              <a:buSzPts val="2400"/>
              <a:buFont typeface="Arial"/>
              <a:buNone/>
            </a:pPr>
            <a:endParaRPr sz="2400" b="0" i="0" u="none" strike="noStrike" cap="none">
              <a:solidFill>
                <a:srgbClr val="FFFFFF"/>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Multi-use layout">
  <p:cSld name="Multi-use layout">
    <p:spTree>
      <p:nvGrpSpPr>
        <p:cNvPr id="1" name="Shape 22"/>
        <p:cNvGrpSpPr/>
        <p:nvPr/>
      </p:nvGrpSpPr>
      <p:grpSpPr>
        <a:xfrm>
          <a:off x="0" y="0"/>
          <a:ext cx="0" cy="0"/>
          <a:chOff x="0" y="0"/>
          <a:chExt cx="0" cy="0"/>
        </a:xfrm>
      </p:grpSpPr>
      <p:sp>
        <p:nvSpPr>
          <p:cNvPr id="23" name="Google Shape;23;p3"/>
          <p:cNvSpPr txBox="1">
            <a:spLocks noGrp="1"/>
          </p:cNvSpPr>
          <p:nvPr>
            <p:ph type="body" idx="1"/>
          </p:nvPr>
        </p:nvSpPr>
        <p:spPr>
          <a:xfrm>
            <a:off x="403860" y="512763"/>
            <a:ext cx="11452800" cy="724000"/>
          </a:xfrm>
          <a:prstGeom prst="rect">
            <a:avLst/>
          </a:prstGeom>
          <a:noFill/>
          <a:ln>
            <a:noFill/>
          </a:ln>
        </p:spPr>
        <p:txBody>
          <a:bodyPr spcFirstLastPara="1" wrap="square" lIns="68575" tIns="34275" rIns="68575" bIns="34275" anchor="b" anchorCtr="0">
            <a:noAutofit/>
          </a:bodyPr>
          <a:lstStyle>
            <a:lvl1pPr marL="457200" marR="0" lvl="0" indent="-228600" algn="ctr">
              <a:lnSpc>
                <a:spcPct val="90000"/>
              </a:lnSpc>
              <a:spcBef>
                <a:spcPts val="1067"/>
              </a:spcBef>
              <a:spcAft>
                <a:spcPts val="0"/>
              </a:spcAft>
              <a:buClr>
                <a:schemeClr val="dk1"/>
              </a:buClr>
              <a:buSzPts val="2700"/>
              <a:buFont typeface="Arial"/>
              <a:buNone/>
              <a:defRPr sz="3600" b="1" i="0" u="none" strike="noStrike" cap="none">
                <a:solidFill>
                  <a:schemeClr val="dk1"/>
                </a:solidFill>
                <a:latin typeface="Arial"/>
                <a:ea typeface="Arial"/>
                <a:cs typeface="Arial"/>
                <a:sym typeface="Arial"/>
              </a:defRPr>
            </a:lvl1pPr>
            <a:lvl2pPr marL="914400" marR="0" lvl="1"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371600" marR="0" lvl="2"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1828800" marR="0" lvl="3"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2286000" marR="0" lvl="4"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2743200" marR="0" lvl="5"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6pPr>
            <a:lvl7pPr marL="3200400" marR="0" lvl="6"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7pPr>
            <a:lvl8pPr marL="3657600" marR="0" lvl="7"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8pPr>
            <a:lvl9pPr marL="4114800" marR="0" lvl="8"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9pPr>
          </a:lstStyle>
          <a:p>
            <a:endParaRPr/>
          </a:p>
        </p:txBody>
      </p:sp>
      <p:sp>
        <p:nvSpPr>
          <p:cNvPr id="24" name="Google Shape;24;p3"/>
          <p:cNvSpPr txBox="1">
            <a:spLocks noGrp="1"/>
          </p:cNvSpPr>
          <p:nvPr>
            <p:ph type="body" idx="2"/>
          </p:nvPr>
        </p:nvSpPr>
        <p:spPr>
          <a:xfrm>
            <a:off x="406083" y="1257617"/>
            <a:ext cx="11468400" cy="393200"/>
          </a:xfrm>
          <a:prstGeom prst="rect">
            <a:avLst/>
          </a:prstGeom>
          <a:noFill/>
          <a:ln>
            <a:noFill/>
          </a:ln>
        </p:spPr>
        <p:txBody>
          <a:bodyPr spcFirstLastPara="1" wrap="square" lIns="68575" tIns="34275" rIns="68575" bIns="34275" anchor="t" anchorCtr="0">
            <a:noAutofit/>
          </a:bodyPr>
          <a:lstStyle>
            <a:lvl1pPr marL="457200" marR="0" lvl="0" indent="-228600" algn="ctr">
              <a:lnSpc>
                <a:spcPct val="90000"/>
              </a:lnSpc>
              <a:spcBef>
                <a:spcPts val="1067"/>
              </a:spcBef>
              <a:spcAft>
                <a:spcPts val="0"/>
              </a:spcAft>
              <a:buClr>
                <a:srgbClr val="5B5B5B"/>
              </a:buClr>
              <a:buSzPts val="1600"/>
              <a:buFont typeface="Arial"/>
              <a:buNone/>
              <a:defRPr sz="2133" b="0" i="0" u="none" strike="noStrike" cap="none">
                <a:solidFill>
                  <a:srgbClr val="5B5B5B"/>
                </a:solidFill>
                <a:latin typeface="Arial"/>
                <a:ea typeface="Arial"/>
                <a:cs typeface="Arial"/>
                <a:sym typeface="Arial"/>
              </a:defRPr>
            </a:lvl1pPr>
            <a:lvl2pPr marL="914400" marR="0" lvl="1"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371600" marR="0" lvl="2"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1828800" marR="0" lvl="3"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2286000" marR="0" lvl="4"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2743200" marR="0" lvl="5"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6pPr>
            <a:lvl7pPr marL="3200400" marR="0" lvl="6"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7pPr>
            <a:lvl8pPr marL="3657600" marR="0" lvl="7"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8pPr>
            <a:lvl9pPr marL="4114800" marR="0" lvl="8"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9pPr>
          </a:lstStyle>
          <a:p>
            <a:endParaRPr/>
          </a:p>
        </p:txBody>
      </p:sp>
      <p:sp>
        <p:nvSpPr>
          <p:cNvPr id="25" name="Google Shape;25;p3"/>
          <p:cNvSpPr txBox="1">
            <a:spLocks noGrp="1"/>
          </p:cNvSpPr>
          <p:nvPr>
            <p:ph type="sldNum" idx="12"/>
          </p:nvPr>
        </p:nvSpPr>
        <p:spPr>
          <a:xfrm>
            <a:off x="11543868" y="6494180"/>
            <a:ext cx="342800" cy="215600"/>
          </a:xfrm>
          <a:prstGeom prst="rect">
            <a:avLst/>
          </a:prstGeom>
          <a:noFill/>
          <a:ln>
            <a:noFill/>
          </a:ln>
        </p:spPr>
        <p:txBody>
          <a:bodyPr spcFirstLastPara="1" wrap="square" lIns="68575" tIns="34275" rIns="68575" bIns="34275" anchor="b" anchorCtr="0">
            <a:noAutofit/>
          </a:bodyPr>
          <a:lstStyle>
            <a:lvl1pPr marL="0" marR="0" lvl="0" indent="0" algn="r" rtl="0">
              <a:spcBef>
                <a:spcPts val="0"/>
              </a:spcBef>
              <a:buClr>
                <a:srgbClr val="929292"/>
              </a:buClr>
              <a:buSzPts val="800"/>
              <a:buFont typeface="Arial"/>
              <a:buNone/>
              <a:defRPr sz="800" b="0" i="0" u="none" strike="noStrike" cap="none">
                <a:solidFill>
                  <a:srgbClr val="929292"/>
                </a:solidFill>
                <a:latin typeface="Arial"/>
                <a:ea typeface="Arial"/>
                <a:cs typeface="Arial"/>
                <a:sym typeface="Arial"/>
              </a:defRPr>
            </a:lvl1pPr>
            <a:lvl2pPr marL="0" marR="0" lvl="1" indent="0" algn="r" rtl="0">
              <a:spcBef>
                <a:spcPts val="0"/>
              </a:spcBef>
              <a:buClr>
                <a:srgbClr val="929292"/>
              </a:buClr>
              <a:buSzPts val="800"/>
              <a:buFont typeface="Arial"/>
              <a:buNone/>
              <a:defRPr sz="800" b="0" i="0" u="none" strike="noStrike" cap="none">
                <a:solidFill>
                  <a:srgbClr val="929292"/>
                </a:solidFill>
                <a:latin typeface="Arial"/>
                <a:ea typeface="Arial"/>
                <a:cs typeface="Arial"/>
                <a:sym typeface="Arial"/>
              </a:defRPr>
            </a:lvl2pPr>
            <a:lvl3pPr marL="0" marR="0" lvl="2" indent="0" algn="r" rtl="0">
              <a:spcBef>
                <a:spcPts val="0"/>
              </a:spcBef>
              <a:buClr>
                <a:srgbClr val="929292"/>
              </a:buClr>
              <a:buSzPts val="800"/>
              <a:buFont typeface="Arial"/>
              <a:buNone/>
              <a:defRPr sz="800" b="0" i="0" u="none" strike="noStrike" cap="none">
                <a:solidFill>
                  <a:srgbClr val="929292"/>
                </a:solidFill>
                <a:latin typeface="Arial"/>
                <a:ea typeface="Arial"/>
                <a:cs typeface="Arial"/>
                <a:sym typeface="Arial"/>
              </a:defRPr>
            </a:lvl3pPr>
            <a:lvl4pPr marL="0" marR="0" lvl="3" indent="0" algn="r" rtl="0">
              <a:spcBef>
                <a:spcPts val="0"/>
              </a:spcBef>
              <a:buClr>
                <a:srgbClr val="929292"/>
              </a:buClr>
              <a:buSzPts val="800"/>
              <a:buFont typeface="Arial"/>
              <a:buNone/>
              <a:defRPr sz="800" b="0" i="0" u="none" strike="noStrike" cap="none">
                <a:solidFill>
                  <a:srgbClr val="929292"/>
                </a:solidFill>
                <a:latin typeface="Arial"/>
                <a:ea typeface="Arial"/>
                <a:cs typeface="Arial"/>
                <a:sym typeface="Arial"/>
              </a:defRPr>
            </a:lvl4pPr>
            <a:lvl5pPr marL="0" marR="0" lvl="4" indent="0" algn="r" rtl="0">
              <a:spcBef>
                <a:spcPts val="0"/>
              </a:spcBef>
              <a:buClr>
                <a:srgbClr val="929292"/>
              </a:buClr>
              <a:buSzPts val="800"/>
              <a:buFont typeface="Arial"/>
              <a:buNone/>
              <a:defRPr sz="800" b="0" i="0" u="none" strike="noStrike" cap="none">
                <a:solidFill>
                  <a:srgbClr val="929292"/>
                </a:solidFill>
                <a:latin typeface="Arial"/>
                <a:ea typeface="Arial"/>
                <a:cs typeface="Arial"/>
                <a:sym typeface="Arial"/>
              </a:defRPr>
            </a:lvl5pPr>
            <a:lvl6pPr marL="0" marR="0" lvl="5" indent="0" algn="r" rtl="0">
              <a:spcBef>
                <a:spcPts val="0"/>
              </a:spcBef>
              <a:buClr>
                <a:srgbClr val="929292"/>
              </a:buClr>
              <a:buSzPts val="800"/>
              <a:buFont typeface="Arial"/>
              <a:buNone/>
              <a:defRPr sz="800" b="0" i="0" u="none" strike="noStrike" cap="none">
                <a:solidFill>
                  <a:srgbClr val="929292"/>
                </a:solidFill>
                <a:latin typeface="Arial"/>
                <a:ea typeface="Arial"/>
                <a:cs typeface="Arial"/>
                <a:sym typeface="Arial"/>
              </a:defRPr>
            </a:lvl6pPr>
            <a:lvl7pPr marL="0" marR="0" lvl="6" indent="0" algn="r" rtl="0">
              <a:spcBef>
                <a:spcPts val="0"/>
              </a:spcBef>
              <a:buClr>
                <a:srgbClr val="929292"/>
              </a:buClr>
              <a:buSzPts val="800"/>
              <a:buFont typeface="Arial"/>
              <a:buNone/>
              <a:defRPr sz="800" b="0" i="0" u="none" strike="noStrike" cap="none">
                <a:solidFill>
                  <a:srgbClr val="929292"/>
                </a:solidFill>
                <a:latin typeface="Arial"/>
                <a:ea typeface="Arial"/>
                <a:cs typeface="Arial"/>
                <a:sym typeface="Arial"/>
              </a:defRPr>
            </a:lvl7pPr>
            <a:lvl8pPr marL="0" marR="0" lvl="7" indent="0" algn="r" rtl="0">
              <a:spcBef>
                <a:spcPts val="0"/>
              </a:spcBef>
              <a:buClr>
                <a:srgbClr val="929292"/>
              </a:buClr>
              <a:buSzPts val="800"/>
              <a:buFont typeface="Arial"/>
              <a:buNone/>
              <a:defRPr sz="800" b="0" i="0" u="none" strike="noStrike" cap="none">
                <a:solidFill>
                  <a:srgbClr val="929292"/>
                </a:solidFill>
                <a:latin typeface="Arial"/>
                <a:ea typeface="Arial"/>
                <a:cs typeface="Arial"/>
                <a:sym typeface="Arial"/>
              </a:defRPr>
            </a:lvl8pPr>
            <a:lvl9pPr marL="0" marR="0" lvl="8" indent="0" algn="r" rtl="0">
              <a:spcBef>
                <a:spcPts val="0"/>
              </a:spcBef>
              <a:buClr>
                <a:srgbClr val="929292"/>
              </a:buClr>
              <a:buSzPts val="800"/>
              <a:buFont typeface="Arial"/>
              <a:buNone/>
              <a:defRPr sz="800" b="0" i="0" u="none" strike="noStrike" cap="none">
                <a:solidFill>
                  <a:srgbClr val="92929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6" name="Google Shape;26;p3"/>
          <p:cNvSpPr/>
          <p:nvPr/>
        </p:nvSpPr>
        <p:spPr>
          <a:xfrm>
            <a:off x="636015" y="6491347"/>
            <a:ext cx="2709200" cy="215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929292"/>
              </a:buClr>
              <a:buSzPts val="800"/>
              <a:buFont typeface="Arial"/>
              <a:buNone/>
            </a:pPr>
            <a:r>
              <a:rPr lang="en-US" sz="800" b="0" i="0" u="none" strike="noStrike" cap="none">
                <a:solidFill>
                  <a:srgbClr val="929292"/>
                </a:solidFill>
                <a:latin typeface="Arial"/>
                <a:ea typeface="Arial"/>
                <a:cs typeface="Arial"/>
                <a:sym typeface="Arial"/>
              </a:rPr>
              <a:t>© 2019 Snowflake Computing Inc. All Rights Reserved</a:t>
            </a:r>
            <a:endParaRPr sz="800" b="0" i="0" u="none" strike="noStrike" cap="none">
              <a:solidFill>
                <a:srgbClr val="929292"/>
              </a:solidFill>
              <a:latin typeface="Arial"/>
              <a:ea typeface="Arial"/>
              <a:cs typeface="Arial"/>
              <a:sym typeface="Arial"/>
            </a:endParaRPr>
          </a:p>
        </p:txBody>
      </p:sp>
      <p:sp>
        <p:nvSpPr>
          <p:cNvPr id="27" name="Google Shape;27;p3"/>
          <p:cNvSpPr/>
          <p:nvPr/>
        </p:nvSpPr>
        <p:spPr>
          <a:xfrm>
            <a:off x="460213" y="6498839"/>
            <a:ext cx="202128" cy="182880"/>
          </a:xfrm>
          <a:custGeom>
            <a:avLst/>
            <a:gdLst/>
            <a:ahLst/>
            <a:cxnLst/>
            <a:rect l="l" t="t" r="r" b="b"/>
            <a:pathLst>
              <a:path w="2696" h="2454" extrusionOk="0">
                <a:moveTo>
                  <a:pt x="2661" y="409"/>
                </a:moveTo>
                <a:lnTo>
                  <a:pt x="2661" y="271"/>
                </a:lnTo>
                <a:lnTo>
                  <a:pt x="2605" y="345"/>
                </a:lnTo>
                <a:lnTo>
                  <a:pt x="2593" y="345"/>
                </a:lnTo>
                <a:lnTo>
                  <a:pt x="2536" y="273"/>
                </a:lnTo>
                <a:lnTo>
                  <a:pt x="2536" y="409"/>
                </a:lnTo>
                <a:lnTo>
                  <a:pt x="2504" y="409"/>
                </a:lnTo>
                <a:lnTo>
                  <a:pt x="2504" y="213"/>
                </a:lnTo>
                <a:lnTo>
                  <a:pt x="2529" y="213"/>
                </a:lnTo>
                <a:lnTo>
                  <a:pt x="2600" y="305"/>
                </a:lnTo>
                <a:lnTo>
                  <a:pt x="2670" y="213"/>
                </a:lnTo>
                <a:lnTo>
                  <a:pt x="2695" y="213"/>
                </a:lnTo>
                <a:lnTo>
                  <a:pt x="2695" y="409"/>
                </a:lnTo>
                <a:lnTo>
                  <a:pt x="2661" y="409"/>
                </a:lnTo>
                <a:close/>
                <a:moveTo>
                  <a:pt x="2318" y="241"/>
                </a:moveTo>
                <a:lnTo>
                  <a:pt x="2318" y="213"/>
                </a:lnTo>
                <a:lnTo>
                  <a:pt x="2473" y="213"/>
                </a:lnTo>
                <a:lnTo>
                  <a:pt x="2473" y="241"/>
                </a:lnTo>
                <a:lnTo>
                  <a:pt x="2411" y="241"/>
                </a:lnTo>
                <a:lnTo>
                  <a:pt x="2411" y="409"/>
                </a:lnTo>
                <a:lnTo>
                  <a:pt x="2379" y="409"/>
                </a:lnTo>
                <a:lnTo>
                  <a:pt x="2379" y="241"/>
                </a:lnTo>
                <a:lnTo>
                  <a:pt x="2318" y="241"/>
                </a:lnTo>
                <a:close/>
                <a:moveTo>
                  <a:pt x="2395" y="1059"/>
                </a:moveTo>
                <a:lnTo>
                  <a:pt x="2104" y="1226"/>
                </a:lnTo>
                <a:lnTo>
                  <a:pt x="2395" y="1394"/>
                </a:lnTo>
                <a:cubicBezTo>
                  <a:pt x="2469" y="1436"/>
                  <a:pt x="2494" y="1530"/>
                  <a:pt x="2452" y="1602"/>
                </a:cubicBezTo>
                <a:cubicBezTo>
                  <a:pt x="2409" y="1674"/>
                  <a:pt x="2316" y="1699"/>
                  <a:pt x="2242" y="1658"/>
                </a:cubicBezTo>
                <a:lnTo>
                  <a:pt x="1722" y="1359"/>
                </a:lnTo>
                <a:cubicBezTo>
                  <a:pt x="1687" y="1339"/>
                  <a:pt x="1664" y="1307"/>
                  <a:pt x="1653" y="1272"/>
                </a:cubicBezTo>
                <a:cubicBezTo>
                  <a:pt x="1648" y="1256"/>
                  <a:pt x="1646" y="1239"/>
                  <a:pt x="1646" y="1223"/>
                </a:cubicBezTo>
                <a:cubicBezTo>
                  <a:pt x="1646" y="1211"/>
                  <a:pt x="1648" y="1198"/>
                  <a:pt x="1651" y="1188"/>
                </a:cubicBezTo>
                <a:cubicBezTo>
                  <a:pt x="1662" y="1151"/>
                  <a:pt x="1687" y="1117"/>
                  <a:pt x="1722" y="1096"/>
                </a:cubicBezTo>
                <a:lnTo>
                  <a:pt x="2242" y="798"/>
                </a:lnTo>
                <a:cubicBezTo>
                  <a:pt x="2314" y="756"/>
                  <a:pt x="2409" y="781"/>
                  <a:pt x="2452" y="855"/>
                </a:cubicBezTo>
                <a:cubicBezTo>
                  <a:pt x="2494" y="923"/>
                  <a:pt x="2469" y="1017"/>
                  <a:pt x="2395" y="1059"/>
                </a:cubicBezTo>
                <a:close/>
                <a:moveTo>
                  <a:pt x="2120" y="1870"/>
                </a:moveTo>
                <a:lnTo>
                  <a:pt x="1600" y="1572"/>
                </a:lnTo>
                <a:cubicBezTo>
                  <a:pt x="1572" y="1556"/>
                  <a:pt x="1542" y="1549"/>
                  <a:pt x="1512" y="1552"/>
                </a:cubicBezTo>
                <a:cubicBezTo>
                  <a:pt x="1433" y="1558"/>
                  <a:pt x="1371" y="1625"/>
                  <a:pt x="1371" y="1704"/>
                </a:cubicBezTo>
                <a:lnTo>
                  <a:pt x="1371" y="2301"/>
                </a:lnTo>
                <a:cubicBezTo>
                  <a:pt x="1371" y="2386"/>
                  <a:pt x="1440" y="2453"/>
                  <a:pt x="1525" y="2453"/>
                </a:cubicBezTo>
                <a:cubicBezTo>
                  <a:pt x="1609" y="2453"/>
                  <a:pt x="1678" y="2384"/>
                  <a:pt x="1678" y="2301"/>
                </a:cubicBezTo>
                <a:lnTo>
                  <a:pt x="1678" y="1967"/>
                </a:lnTo>
                <a:lnTo>
                  <a:pt x="1969" y="2134"/>
                </a:lnTo>
                <a:cubicBezTo>
                  <a:pt x="2041" y="2176"/>
                  <a:pt x="2136" y="2152"/>
                  <a:pt x="2178" y="2079"/>
                </a:cubicBezTo>
                <a:cubicBezTo>
                  <a:pt x="2219" y="2005"/>
                  <a:pt x="2194" y="1912"/>
                  <a:pt x="2120" y="1870"/>
                </a:cubicBezTo>
                <a:close/>
                <a:moveTo>
                  <a:pt x="1521" y="1285"/>
                </a:moveTo>
                <a:lnTo>
                  <a:pt x="1305" y="1500"/>
                </a:lnTo>
                <a:cubicBezTo>
                  <a:pt x="1298" y="1507"/>
                  <a:pt x="1288" y="1512"/>
                  <a:pt x="1279" y="1512"/>
                </a:cubicBezTo>
                <a:lnTo>
                  <a:pt x="1263" y="1512"/>
                </a:lnTo>
                <a:lnTo>
                  <a:pt x="1231" y="1512"/>
                </a:lnTo>
                <a:lnTo>
                  <a:pt x="1215" y="1512"/>
                </a:lnTo>
                <a:cubicBezTo>
                  <a:pt x="1207" y="1512"/>
                  <a:pt x="1194" y="1507"/>
                  <a:pt x="1189" y="1500"/>
                </a:cubicBezTo>
                <a:lnTo>
                  <a:pt x="972" y="1285"/>
                </a:lnTo>
                <a:cubicBezTo>
                  <a:pt x="965" y="1279"/>
                  <a:pt x="962" y="1267"/>
                  <a:pt x="962" y="1258"/>
                </a:cubicBezTo>
                <a:lnTo>
                  <a:pt x="962" y="1242"/>
                </a:lnTo>
                <a:lnTo>
                  <a:pt x="962" y="1211"/>
                </a:lnTo>
                <a:lnTo>
                  <a:pt x="962" y="1195"/>
                </a:lnTo>
                <a:cubicBezTo>
                  <a:pt x="962" y="1186"/>
                  <a:pt x="967" y="1174"/>
                  <a:pt x="972" y="1168"/>
                </a:cubicBezTo>
                <a:lnTo>
                  <a:pt x="1189" y="953"/>
                </a:lnTo>
                <a:cubicBezTo>
                  <a:pt x="1196" y="946"/>
                  <a:pt x="1207" y="943"/>
                  <a:pt x="1215" y="943"/>
                </a:cubicBezTo>
                <a:lnTo>
                  <a:pt x="1231" y="943"/>
                </a:lnTo>
                <a:lnTo>
                  <a:pt x="1263" y="943"/>
                </a:lnTo>
                <a:lnTo>
                  <a:pt x="1279" y="943"/>
                </a:lnTo>
                <a:cubicBezTo>
                  <a:pt x="1288" y="943"/>
                  <a:pt x="1300" y="948"/>
                  <a:pt x="1305" y="953"/>
                </a:cubicBezTo>
                <a:lnTo>
                  <a:pt x="1521" y="1168"/>
                </a:lnTo>
                <a:cubicBezTo>
                  <a:pt x="1526" y="1174"/>
                  <a:pt x="1532" y="1186"/>
                  <a:pt x="1532" y="1195"/>
                </a:cubicBezTo>
                <a:lnTo>
                  <a:pt x="1532" y="1211"/>
                </a:lnTo>
                <a:lnTo>
                  <a:pt x="1532" y="1242"/>
                </a:lnTo>
                <a:lnTo>
                  <a:pt x="1532" y="1258"/>
                </a:lnTo>
                <a:cubicBezTo>
                  <a:pt x="1532" y="1267"/>
                  <a:pt x="1528" y="1279"/>
                  <a:pt x="1521" y="1285"/>
                </a:cubicBezTo>
                <a:close/>
                <a:moveTo>
                  <a:pt x="1348" y="1225"/>
                </a:moveTo>
                <a:cubicBezTo>
                  <a:pt x="1348" y="1216"/>
                  <a:pt x="1343" y="1204"/>
                  <a:pt x="1336" y="1198"/>
                </a:cubicBezTo>
                <a:lnTo>
                  <a:pt x="1274" y="1137"/>
                </a:lnTo>
                <a:cubicBezTo>
                  <a:pt x="1268" y="1131"/>
                  <a:pt x="1256" y="1126"/>
                  <a:pt x="1247" y="1126"/>
                </a:cubicBezTo>
                <a:lnTo>
                  <a:pt x="1245" y="1126"/>
                </a:lnTo>
                <a:cubicBezTo>
                  <a:pt x="1237" y="1126"/>
                  <a:pt x="1224" y="1131"/>
                  <a:pt x="1219" y="1137"/>
                </a:cubicBezTo>
                <a:lnTo>
                  <a:pt x="1156" y="1198"/>
                </a:lnTo>
                <a:cubicBezTo>
                  <a:pt x="1148" y="1205"/>
                  <a:pt x="1145" y="1216"/>
                  <a:pt x="1145" y="1225"/>
                </a:cubicBezTo>
                <a:lnTo>
                  <a:pt x="1145" y="1226"/>
                </a:lnTo>
                <a:cubicBezTo>
                  <a:pt x="1145" y="1235"/>
                  <a:pt x="1150" y="1248"/>
                  <a:pt x="1156" y="1253"/>
                </a:cubicBezTo>
                <a:lnTo>
                  <a:pt x="1219" y="1315"/>
                </a:lnTo>
                <a:cubicBezTo>
                  <a:pt x="1224" y="1320"/>
                  <a:pt x="1237" y="1325"/>
                  <a:pt x="1245" y="1325"/>
                </a:cubicBezTo>
                <a:lnTo>
                  <a:pt x="1247" y="1325"/>
                </a:lnTo>
                <a:cubicBezTo>
                  <a:pt x="1256" y="1325"/>
                  <a:pt x="1268" y="1320"/>
                  <a:pt x="1274" y="1315"/>
                </a:cubicBezTo>
                <a:lnTo>
                  <a:pt x="1336" y="1253"/>
                </a:lnTo>
                <a:cubicBezTo>
                  <a:pt x="1341" y="1246"/>
                  <a:pt x="1348" y="1235"/>
                  <a:pt x="1348" y="1226"/>
                </a:cubicBezTo>
                <a:lnTo>
                  <a:pt x="1348" y="1225"/>
                </a:lnTo>
                <a:close/>
                <a:moveTo>
                  <a:pt x="373" y="583"/>
                </a:moveTo>
                <a:lnTo>
                  <a:pt x="893" y="881"/>
                </a:lnTo>
                <a:cubicBezTo>
                  <a:pt x="921" y="897"/>
                  <a:pt x="951" y="904"/>
                  <a:pt x="981" y="900"/>
                </a:cubicBezTo>
                <a:cubicBezTo>
                  <a:pt x="1060" y="895"/>
                  <a:pt x="1122" y="828"/>
                  <a:pt x="1122" y="749"/>
                </a:cubicBezTo>
                <a:lnTo>
                  <a:pt x="1122" y="151"/>
                </a:lnTo>
                <a:cubicBezTo>
                  <a:pt x="1122" y="67"/>
                  <a:pt x="1053" y="0"/>
                  <a:pt x="969" y="0"/>
                </a:cubicBezTo>
                <a:cubicBezTo>
                  <a:pt x="884" y="0"/>
                  <a:pt x="815" y="69"/>
                  <a:pt x="815" y="151"/>
                </a:cubicBezTo>
                <a:lnTo>
                  <a:pt x="815" y="486"/>
                </a:lnTo>
                <a:lnTo>
                  <a:pt x="525" y="319"/>
                </a:lnTo>
                <a:cubicBezTo>
                  <a:pt x="452" y="277"/>
                  <a:pt x="359" y="301"/>
                  <a:pt x="315" y="375"/>
                </a:cubicBezTo>
                <a:cubicBezTo>
                  <a:pt x="274" y="448"/>
                  <a:pt x="299" y="541"/>
                  <a:pt x="373" y="583"/>
                </a:cubicBezTo>
                <a:close/>
                <a:moveTo>
                  <a:pt x="1512" y="902"/>
                </a:moveTo>
                <a:cubicBezTo>
                  <a:pt x="1542" y="904"/>
                  <a:pt x="1572" y="899"/>
                  <a:pt x="1600" y="883"/>
                </a:cubicBezTo>
                <a:lnTo>
                  <a:pt x="2120" y="585"/>
                </a:lnTo>
                <a:cubicBezTo>
                  <a:pt x="2194" y="543"/>
                  <a:pt x="2219" y="449"/>
                  <a:pt x="2177" y="377"/>
                </a:cubicBezTo>
                <a:cubicBezTo>
                  <a:pt x="2134" y="305"/>
                  <a:pt x="2041" y="280"/>
                  <a:pt x="1967" y="321"/>
                </a:cubicBezTo>
                <a:lnTo>
                  <a:pt x="1676" y="488"/>
                </a:lnTo>
                <a:lnTo>
                  <a:pt x="1676" y="153"/>
                </a:lnTo>
                <a:cubicBezTo>
                  <a:pt x="1676" y="69"/>
                  <a:pt x="1607" y="2"/>
                  <a:pt x="1523" y="2"/>
                </a:cubicBezTo>
                <a:cubicBezTo>
                  <a:pt x="1438" y="2"/>
                  <a:pt x="1370" y="70"/>
                  <a:pt x="1370" y="153"/>
                </a:cubicBezTo>
                <a:lnTo>
                  <a:pt x="1370" y="751"/>
                </a:lnTo>
                <a:cubicBezTo>
                  <a:pt x="1371" y="830"/>
                  <a:pt x="1433" y="895"/>
                  <a:pt x="1512" y="902"/>
                </a:cubicBezTo>
                <a:close/>
                <a:moveTo>
                  <a:pt x="981" y="1551"/>
                </a:moveTo>
                <a:cubicBezTo>
                  <a:pt x="951" y="1549"/>
                  <a:pt x="919" y="1554"/>
                  <a:pt x="893" y="1570"/>
                </a:cubicBezTo>
                <a:lnTo>
                  <a:pt x="373" y="1868"/>
                </a:lnTo>
                <a:cubicBezTo>
                  <a:pt x="299" y="1910"/>
                  <a:pt x="274" y="2004"/>
                  <a:pt x="317" y="2076"/>
                </a:cubicBezTo>
                <a:cubicBezTo>
                  <a:pt x="359" y="2148"/>
                  <a:pt x="452" y="2173"/>
                  <a:pt x="526" y="2130"/>
                </a:cubicBezTo>
                <a:lnTo>
                  <a:pt x="817" y="1963"/>
                </a:lnTo>
                <a:lnTo>
                  <a:pt x="817" y="2298"/>
                </a:lnTo>
                <a:cubicBezTo>
                  <a:pt x="817" y="2382"/>
                  <a:pt x="886" y="2449"/>
                  <a:pt x="971" y="2449"/>
                </a:cubicBezTo>
                <a:cubicBezTo>
                  <a:pt x="1055" y="2449"/>
                  <a:pt x="1124" y="2381"/>
                  <a:pt x="1124" y="2298"/>
                </a:cubicBezTo>
                <a:lnTo>
                  <a:pt x="1124" y="1700"/>
                </a:lnTo>
                <a:cubicBezTo>
                  <a:pt x="1122" y="1623"/>
                  <a:pt x="1060" y="1556"/>
                  <a:pt x="981" y="1551"/>
                </a:cubicBezTo>
                <a:close/>
                <a:moveTo>
                  <a:pt x="840" y="1270"/>
                </a:moveTo>
                <a:cubicBezTo>
                  <a:pt x="845" y="1255"/>
                  <a:pt x="847" y="1237"/>
                  <a:pt x="847" y="1221"/>
                </a:cubicBezTo>
                <a:cubicBezTo>
                  <a:pt x="847" y="1209"/>
                  <a:pt x="845" y="1196"/>
                  <a:pt x="842" y="1186"/>
                </a:cubicBezTo>
                <a:cubicBezTo>
                  <a:pt x="831" y="1149"/>
                  <a:pt x="807" y="1115"/>
                  <a:pt x="771" y="1094"/>
                </a:cubicBezTo>
                <a:lnTo>
                  <a:pt x="252" y="796"/>
                </a:lnTo>
                <a:cubicBezTo>
                  <a:pt x="178" y="754"/>
                  <a:pt x="84" y="779"/>
                  <a:pt x="42" y="853"/>
                </a:cubicBezTo>
                <a:cubicBezTo>
                  <a:pt x="0" y="925"/>
                  <a:pt x="24" y="1018"/>
                  <a:pt x="98" y="1061"/>
                </a:cubicBezTo>
                <a:lnTo>
                  <a:pt x="389" y="1228"/>
                </a:lnTo>
                <a:lnTo>
                  <a:pt x="98" y="1396"/>
                </a:lnTo>
                <a:cubicBezTo>
                  <a:pt x="24" y="1438"/>
                  <a:pt x="0" y="1531"/>
                  <a:pt x="42" y="1604"/>
                </a:cubicBezTo>
                <a:cubicBezTo>
                  <a:pt x="84" y="1676"/>
                  <a:pt x="178" y="1700"/>
                  <a:pt x="252" y="1660"/>
                </a:cubicBezTo>
                <a:lnTo>
                  <a:pt x="771" y="1360"/>
                </a:lnTo>
                <a:cubicBezTo>
                  <a:pt x="805" y="1337"/>
                  <a:pt x="830" y="1306"/>
                  <a:pt x="840" y="1270"/>
                </a:cubicBezTo>
                <a:close/>
              </a:path>
            </a:pathLst>
          </a:custGeom>
          <a:solidFill>
            <a:srgbClr val="29B5E8"/>
          </a:solidFill>
          <a:ln>
            <a:noFill/>
          </a:ln>
        </p:spPr>
        <p:txBody>
          <a:bodyPr spcFirstLastPara="1" wrap="square" lIns="121900" tIns="60925" rIns="121900" bIns="60925" anchor="ctr" anchorCtr="0">
            <a:noAutofit/>
          </a:bodyPr>
          <a:lstStyle/>
          <a:p>
            <a:pPr marL="0" marR="0" lvl="0" indent="0" algn="l" rtl="0">
              <a:spcBef>
                <a:spcPts val="0"/>
              </a:spcBef>
              <a:spcAft>
                <a:spcPts val="0"/>
              </a:spcAft>
              <a:buClr>
                <a:schemeClr val="dk1"/>
              </a:buClr>
              <a:buSzPts val="2400"/>
              <a:buFont typeface="Arial"/>
              <a:buNone/>
            </a:pPr>
            <a:endParaRPr sz="2400" b="0" i="0" u="none" strike="noStrike" cap="none">
              <a:solidFill>
                <a:srgbClr val="FFFFFF"/>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Quote - SF Blue">
  <p:cSld name="Quote - SF Blue">
    <p:spTree>
      <p:nvGrpSpPr>
        <p:cNvPr id="1" name="Shape 28"/>
        <p:cNvGrpSpPr/>
        <p:nvPr/>
      </p:nvGrpSpPr>
      <p:grpSpPr>
        <a:xfrm>
          <a:off x="0" y="0"/>
          <a:ext cx="0" cy="0"/>
          <a:chOff x="0" y="0"/>
          <a:chExt cx="0" cy="0"/>
        </a:xfrm>
      </p:grpSpPr>
      <p:sp>
        <p:nvSpPr>
          <p:cNvPr id="29" name="Google Shape;29;p4"/>
          <p:cNvSpPr txBox="1">
            <a:spLocks noGrp="1"/>
          </p:cNvSpPr>
          <p:nvPr>
            <p:ph type="body" idx="1"/>
          </p:nvPr>
        </p:nvSpPr>
        <p:spPr>
          <a:xfrm>
            <a:off x="1752600" y="1619251"/>
            <a:ext cx="8686800" cy="3619600"/>
          </a:xfrm>
          <a:prstGeom prst="rect">
            <a:avLst/>
          </a:prstGeom>
          <a:noFill/>
          <a:ln>
            <a:noFill/>
          </a:ln>
        </p:spPr>
        <p:txBody>
          <a:bodyPr spcFirstLastPara="1" wrap="square" lIns="68575" tIns="34275" rIns="68575" bIns="34275" anchor="ctr" anchorCtr="0">
            <a:noAutofit/>
          </a:bodyPr>
          <a:lstStyle>
            <a:lvl1pPr marL="457200" marR="0" lvl="0" indent="-228600" algn="ctr">
              <a:lnSpc>
                <a:spcPct val="80000"/>
              </a:lnSpc>
              <a:spcBef>
                <a:spcPts val="1067"/>
              </a:spcBef>
              <a:spcAft>
                <a:spcPts val="0"/>
              </a:spcAft>
              <a:buClr>
                <a:schemeClr val="lt1"/>
              </a:buClr>
              <a:buSzPts val="4100"/>
              <a:buFont typeface="Arial"/>
              <a:buNone/>
              <a:defRPr sz="5467" b="1" i="0" u="none" strike="noStrike" cap="none">
                <a:solidFill>
                  <a:schemeClr val="lt1"/>
                </a:solidFill>
                <a:latin typeface="Arial"/>
                <a:ea typeface="Arial"/>
                <a:cs typeface="Arial"/>
                <a:sym typeface="Arial"/>
              </a:defRPr>
            </a:lvl1pPr>
            <a:lvl2pPr marL="914400" marR="0" lvl="1"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371600" marR="0" lvl="2"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1828800" marR="0" lvl="3"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2286000" marR="0" lvl="4"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2743200" marR="0" lvl="5"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6pPr>
            <a:lvl7pPr marL="3200400" marR="0" lvl="6"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7pPr>
            <a:lvl8pPr marL="3657600" marR="0" lvl="7"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8pPr>
            <a:lvl9pPr marL="4114800" marR="0" lvl="8"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9pPr>
          </a:lstStyle>
          <a:p>
            <a:endParaRPr/>
          </a:p>
        </p:txBody>
      </p:sp>
      <p:sp>
        <p:nvSpPr>
          <p:cNvPr id="30" name="Google Shape;30;p4"/>
          <p:cNvSpPr/>
          <p:nvPr/>
        </p:nvSpPr>
        <p:spPr>
          <a:xfrm>
            <a:off x="636015" y="6491347"/>
            <a:ext cx="2709200" cy="215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2"/>
              </a:buClr>
              <a:buSzPts val="800"/>
              <a:buFont typeface="Arial"/>
              <a:buNone/>
            </a:pPr>
            <a:r>
              <a:rPr lang="en-US" sz="800" b="0" i="0" u="none" strike="noStrike" cap="none">
                <a:solidFill>
                  <a:schemeClr val="lt2"/>
                </a:solidFill>
                <a:latin typeface="Arial"/>
                <a:ea typeface="Arial"/>
                <a:cs typeface="Arial"/>
                <a:sym typeface="Arial"/>
              </a:rPr>
              <a:t>© 2019 Snowflake Computing Inc. All Rights Reserved</a:t>
            </a:r>
            <a:endParaRPr sz="800" b="0" i="0" u="none" strike="noStrike" cap="none">
              <a:solidFill>
                <a:schemeClr val="lt2"/>
              </a:solidFill>
              <a:latin typeface="Arial"/>
              <a:ea typeface="Arial"/>
              <a:cs typeface="Arial"/>
              <a:sym typeface="Arial"/>
            </a:endParaRPr>
          </a:p>
        </p:txBody>
      </p:sp>
      <p:sp>
        <p:nvSpPr>
          <p:cNvPr id="31" name="Google Shape;31;p4"/>
          <p:cNvSpPr/>
          <p:nvPr/>
        </p:nvSpPr>
        <p:spPr>
          <a:xfrm>
            <a:off x="460213" y="6498839"/>
            <a:ext cx="202128" cy="182880"/>
          </a:xfrm>
          <a:custGeom>
            <a:avLst/>
            <a:gdLst/>
            <a:ahLst/>
            <a:cxnLst/>
            <a:rect l="l" t="t" r="r" b="b"/>
            <a:pathLst>
              <a:path w="2696" h="2454" extrusionOk="0">
                <a:moveTo>
                  <a:pt x="2661" y="409"/>
                </a:moveTo>
                <a:lnTo>
                  <a:pt x="2661" y="271"/>
                </a:lnTo>
                <a:lnTo>
                  <a:pt x="2605" y="345"/>
                </a:lnTo>
                <a:lnTo>
                  <a:pt x="2593" y="345"/>
                </a:lnTo>
                <a:lnTo>
                  <a:pt x="2536" y="273"/>
                </a:lnTo>
                <a:lnTo>
                  <a:pt x="2536" y="409"/>
                </a:lnTo>
                <a:lnTo>
                  <a:pt x="2504" y="409"/>
                </a:lnTo>
                <a:lnTo>
                  <a:pt x="2504" y="213"/>
                </a:lnTo>
                <a:lnTo>
                  <a:pt x="2529" y="213"/>
                </a:lnTo>
                <a:lnTo>
                  <a:pt x="2600" y="305"/>
                </a:lnTo>
                <a:lnTo>
                  <a:pt x="2670" y="213"/>
                </a:lnTo>
                <a:lnTo>
                  <a:pt x="2695" y="213"/>
                </a:lnTo>
                <a:lnTo>
                  <a:pt x="2695" y="409"/>
                </a:lnTo>
                <a:lnTo>
                  <a:pt x="2661" y="409"/>
                </a:lnTo>
                <a:close/>
                <a:moveTo>
                  <a:pt x="2318" y="241"/>
                </a:moveTo>
                <a:lnTo>
                  <a:pt x="2318" y="213"/>
                </a:lnTo>
                <a:lnTo>
                  <a:pt x="2473" y="213"/>
                </a:lnTo>
                <a:lnTo>
                  <a:pt x="2473" y="241"/>
                </a:lnTo>
                <a:lnTo>
                  <a:pt x="2411" y="241"/>
                </a:lnTo>
                <a:lnTo>
                  <a:pt x="2411" y="409"/>
                </a:lnTo>
                <a:lnTo>
                  <a:pt x="2379" y="409"/>
                </a:lnTo>
                <a:lnTo>
                  <a:pt x="2379" y="241"/>
                </a:lnTo>
                <a:lnTo>
                  <a:pt x="2318" y="241"/>
                </a:lnTo>
                <a:close/>
                <a:moveTo>
                  <a:pt x="2395" y="1059"/>
                </a:moveTo>
                <a:lnTo>
                  <a:pt x="2104" y="1226"/>
                </a:lnTo>
                <a:lnTo>
                  <a:pt x="2395" y="1394"/>
                </a:lnTo>
                <a:cubicBezTo>
                  <a:pt x="2469" y="1436"/>
                  <a:pt x="2494" y="1530"/>
                  <a:pt x="2452" y="1602"/>
                </a:cubicBezTo>
                <a:cubicBezTo>
                  <a:pt x="2409" y="1674"/>
                  <a:pt x="2316" y="1699"/>
                  <a:pt x="2242" y="1658"/>
                </a:cubicBezTo>
                <a:lnTo>
                  <a:pt x="1722" y="1359"/>
                </a:lnTo>
                <a:cubicBezTo>
                  <a:pt x="1687" y="1339"/>
                  <a:pt x="1664" y="1307"/>
                  <a:pt x="1653" y="1272"/>
                </a:cubicBezTo>
                <a:cubicBezTo>
                  <a:pt x="1648" y="1256"/>
                  <a:pt x="1646" y="1239"/>
                  <a:pt x="1646" y="1223"/>
                </a:cubicBezTo>
                <a:cubicBezTo>
                  <a:pt x="1646" y="1211"/>
                  <a:pt x="1648" y="1198"/>
                  <a:pt x="1651" y="1188"/>
                </a:cubicBezTo>
                <a:cubicBezTo>
                  <a:pt x="1662" y="1151"/>
                  <a:pt x="1687" y="1117"/>
                  <a:pt x="1722" y="1096"/>
                </a:cubicBezTo>
                <a:lnTo>
                  <a:pt x="2242" y="798"/>
                </a:lnTo>
                <a:cubicBezTo>
                  <a:pt x="2314" y="756"/>
                  <a:pt x="2409" y="781"/>
                  <a:pt x="2452" y="855"/>
                </a:cubicBezTo>
                <a:cubicBezTo>
                  <a:pt x="2494" y="923"/>
                  <a:pt x="2469" y="1017"/>
                  <a:pt x="2395" y="1059"/>
                </a:cubicBezTo>
                <a:close/>
                <a:moveTo>
                  <a:pt x="2120" y="1870"/>
                </a:moveTo>
                <a:lnTo>
                  <a:pt x="1600" y="1572"/>
                </a:lnTo>
                <a:cubicBezTo>
                  <a:pt x="1572" y="1556"/>
                  <a:pt x="1542" y="1549"/>
                  <a:pt x="1512" y="1552"/>
                </a:cubicBezTo>
                <a:cubicBezTo>
                  <a:pt x="1433" y="1558"/>
                  <a:pt x="1371" y="1625"/>
                  <a:pt x="1371" y="1704"/>
                </a:cubicBezTo>
                <a:lnTo>
                  <a:pt x="1371" y="2301"/>
                </a:lnTo>
                <a:cubicBezTo>
                  <a:pt x="1371" y="2386"/>
                  <a:pt x="1440" y="2453"/>
                  <a:pt x="1525" y="2453"/>
                </a:cubicBezTo>
                <a:cubicBezTo>
                  <a:pt x="1609" y="2453"/>
                  <a:pt x="1678" y="2384"/>
                  <a:pt x="1678" y="2301"/>
                </a:cubicBezTo>
                <a:lnTo>
                  <a:pt x="1678" y="1967"/>
                </a:lnTo>
                <a:lnTo>
                  <a:pt x="1969" y="2134"/>
                </a:lnTo>
                <a:cubicBezTo>
                  <a:pt x="2041" y="2176"/>
                  <a:pt x="2136" y="2152"/>
                  <a:pt x="2178" y="2079"/>
                </a:cubicBezTo>
                <a:cubicBezTo>
                  <a:pt x="2219" y="2005"/>
                  <a:pt x="2194" y="1912"/>
                  <a:pt x="2120" y="1870"/>
                </a:cubicBezTo>
                <a:close/>
                <a:moveTo>
                  <a:pt x="1521" y="1285"/>
                </a:moveTo>
                <a:lnTo>
                  <a:pt x="1305" y="1500"/>
                </a:lnTo>
                <a:cubicBezTo>
                  <a:pt x="1298" y="1507"/>
                  <a:pt x="1288" y="1512"/>
                  <a:pt x="1279" y="1512"/>
                </a:cubicBezTo>
                <a:lnTo>
                  <a:pt x="1263" y="1512"/>
                </a:lnTo>
                <a:lnTo>
                  <a:pt x="1231" y="1512"/>
                </a:lnTo>
                <a:lnTo>
                  <a:pt x="1215" y="1512"/>
                </a:lnTo>
                <a:cubicBezTo>
                  <a:pt x="1207" y="1512"/>
                  <a:pt x="1194" y="1507"/>
                  <a:pt x="1189" y="1500"/>
                </a:cubicBezTo>
                <a:lnTo>
                  <a:pt x="972" y="1285"/>
                </a:lnTo>
                <a:cubicBezTo>
                  <a:pt x="965" y="1279"/>
                  <a:pt x="962" y="1267"/>
                  <a:pt x="962" y="1258"/>
                </a:cubicBezTo>
                <a:lnTo>
                  <a:pt x="962" y="1242"/>
                </a:lnTo>
                <a:lnTo>
                  <a:pt x="962" y="1211"/>
                </a:lnTo>
                <a:lnTo>
                  <a:pt x="962" y="1195"/>
                </a:lnTo>
                <a:cubicBezTo>
                  <a:pt x="962" y="1186"/>
                  <a:pt x="967" y="1174"/>
                  <a:pt x="972" y="1168"/>
                </a:cubicBezTo>
                <a:lnTo>
                  <a:pt x="1189" y="953"/>
                </a:lnTo>
                <a:cubicBezTo>
                  <a:pt x="1196" y="946"/>
                  <a:pt x="1207" y="943"/>
                  <a:pt x="1215" y="943"/>
                </a:cubicBezTo>
                <a:lnTo>
                  <a:pt x="1231" y="943"/>
                </a:lnTo>
                <a:lnTo>
                  <a:pt x="1263" y="943"/>
                </a:lnTo>
                <a:lnTo>
                  <a:pt x="1279" y="943"/>
                </a:lnTo>
                <a:cubicBezTo>
                  <a:pt x="1288" y="943"/>
                  <a:pt x="1300" y="948"/>
                  <a:pt x="1305" y="953"/>
                </a:cubicBezTo>
                <a:lnTo>
                  <a:pt x="1521" y="1168"/>
                </a:lnTo>
                <a:cubicBezTo>
                  <a:pt x="1526" y="1174"/>
                  <a:pt x="1532" y="1186"/>
                  <a:pt x="1532" y="1195"/>
                </a:cubicBezTo>
                <a:lnTo>
                  <a:pt x="1532" y="1211"/>
                </a:lnTo>
                <a:lnTo>
                  <a:pt x="1532" y="1242"/>
                </a:lnTo>
                <a:lnTo>
                  <a:pt x="1532" y="1258"/>
                </a:lnTo>
                <a:cubicBezTo>
                  <a:pt x="1532" y="1267"/>
                  <a:pt x="1528" y="1279"/>
                  <a:pt x="1521" y="1285"/>
                </a:cubicBezTo>
                <a:close/>
                <a:moveTo>
                  <a:pt x="1348" y="1225"/>
                </a:moveTo>
                <a:cubicBezTo>
                  <a:pt x="1348" y="1216"/>
                  <a:pt x="1343" y="1204"/>
                  <a:pt x="1336" y="1198"/>
                </a:cubicBezTo>
                <a:lnTo>
                  <a:pt x="1274" y="1137"/>
                </a:lnTo>
                <a:cubicBezTo>
                  <a:pt x="1268" y="1131"/>
                  <a:pt x="1256" y="1126"/>
                  <a:pt x="1247" y="1126"/>
                </a:cubicBezTo>
                <a:lnTo>
                  <a:pt x="1245" y="1126"/>
                </a:lnTo>
                <a:cubicBezTo>
                  <a:pt x="1237" y="1126"/>
                  <a:pt x="1224" y="1131"/>
                  <a:pt x="1219" y="1137"/>
                </a:cubicBezTo>
                <a:lnTo>
                  <a:pt x="1156" y="1198"/>
                </a:lnTo>
                <a:cubicBezTo>
                  <a:pt x="1148" y="1205"/>
                  <a:pt x="1145" y="1216"/>
                  <a:pt x="1145" y="1225"/>
                </a:cubicBezTo>
                <a:lnTo>
                  <a:pt x="1145" y="1226"/>
                </a:lnTo>
                <a:cubicBezTo>
                  <a:pt x="1145" y="1235"/>
                  <a:pt x="1150" y="1248"/>
                  <a:pt x="1156" y="1253"/>
                </a:cubicBezTo>
                <a:lnTo>
                  <a:pt x="1219" y="1315"/>
                </a:lnTo>
                <a:cubicBezTo>
                  <a:pt x="1224" y="1320"/>
                  <a:pt x="1237" y="1325"/>
                  <a:pt x="1245" y="1325"/>
                </a:cubicBezTo>
                <a:lnTo>
                  <a:pt x="1247" y="1325"/>
                </a:lnTo>
                <a:cubicBezTo>
                  <a:pt x="1256" y="1325"/>
                  <a:pt x="1268" y="1320"/>
                  <a:pt x="1274" y="1315"/>
                </a:cubicBezTo>
                <a:lnTo>
                  <a:pt x="1336" y="1253"/>
                </a:lnTo>
                <a:cubicBezTo>
                  <a:pt x="1341" y="1246"/>
                  <a:pt x="1348" y="1235"/>
                  <a:pt x="1348" y="1226"/>
                </a:cubicBezTo>
                <a:lnTo>
                  <a:pt x="1348" y="1225"/>
                </a:lnTo>
                <a:close/>
                <a:moveTo>
                  <a:pt x="373" y="583"/>
                </a:moveTo>
                <a:lnTo>
                  <a:pt x="893" y="881"/>
                </a:lnTo>
                <a:cubicBezTo>
                  <a:pt x="921" y="897"/>
                  <a:pt x="951" y="904"/>
                  <a:pt x="981" y="900"/>
                </a:cubicBezTo>
                <a:cubicBezTo>
                  <a:pt x="1060" y="895"/>
                  <a:pt x="1122" y="828"/>
                  <a:pt x="1122" y="749"/>
                </a:cubicBezTo>
                <a:lnTo>
                  <a:pt x="1122" y="151"/>
                </a:lnTo>
                <a:cubicBezTo>
                  <a:pt x="1122" y="67"/>
                  <a:pt x="1053" y="0"/>
                  <a:pt x="969" y="0"/>
                </a:cubicBezTo>
                <a:cubicBezTo>
                  <a:pt x="884" y="0"/>
                  <a:pt x="815" y="69"/>
                  <a:pt x="815" y="151"/>
                </a:cubicBezTo>
                <a:lnTo>
                  <a:pt x="815" y="486"/>
                </a:lnTo>
                <a:lnTo>
                  <a:pt x="525" y="319"/>
                </a:lnTo>
                <a:cubicBezTo>
                  <a:pt x="452" y="277"/>
                  <a:pt x="359" y="301"/>
                  <a:pt x="315" y="375"/>
                </a:cubicBezTo>
                <a:cubicBezTo>
                  <a:pt x="274" y="448"/>
                  <a:pt x="299" y="541"/>
                  <a:pt x="373" y="583"/>
                </a:cubicBezTo>
                <a:close/>
                <a:moveTo>
                  <a:pt x="1512" y="902"/>
                </a:moveTo>
                <a:cubicBezTo>
                  <a:pt x="1542" y="904"/>
                  <a:pt x="1572" y="899"/>
                  <a:pt x="1600" y="883"/>
                </a:cubicBezTo>
                <a:lnTo>
                  <a:pt x="2120" y="585"/>
                </a:lnTo>
                <a:cubicBezTo>
                  <a:pt x="2194" y="543"/>
                  <a:pt x="2219" y="449"/>
                  <a:pt x="2177" y="377"/>
                </a:cubicBezTo>
                <a:cubicBezTo>
                  <a:pt x="2134" y="305"/>
                  <a:pt x="2041" y="280"/>
                  <a:pt x="1967" y="321"/>
                </a:cubicBezTo>
                <a:lnTo>
                  <a:pt x="1676" y="488"/>
                </a:lnTo>
                <a:lnTo>
                  <a:pt x="1676" y="153"/>
                </a:lnTo>
                <a:cubicBezTo>
                  <a:pt x="1676" y="69"/>
                  <a:pt x="1607" y="2"/>
                  <a:pt x="1523" y="2"/>
                </a:cubicBezTo>
                <a:cubicBezTo>
                  <a:pt x="1438" y="2"/>
                  <a:pt x="1370" y="70"/>
                  <a:pt x="1370" y="153"/>
                </a:cubicBezTo>
                <a:lnTo>
                  <a:pt x="1370" y="751"/>
                </a:lnTo>
                <a:cubicBezTo>
                  <a:pt x="1371" y="830"/>
                  <a:pt x="1433" y="895"/>
                  <a:pt x="1512" y="902"/>
                </a:cubicBezTo>
                <a:close/>
                <a:moveTo>
                  <a:pt x="981" y="1551"/>
                </a:moveTo>
                <a:cubicBezTo>
                  <a:pt x="951" y="1549"/>
                  <a:pt x="919" y="1554"/>
                  <a:pt x="893" y="1570"/>
                </a:cubicBezTo>
                <a:lnTo>
                  <a:pt x="373" y="1868"/>
                </a:lnTo>
                <a:cubicBezTo>
                  <a:pt x="299" y="1910"/>
                  <a:pt x="274" y="2004"/>
                  <a:pt x="317" y="2076"/>
                </a:cubicBezTo>
                <a:cubicBezTo>
                  <a:pt x="359" y="2148"/>
                  <a:pt x="452" y="2173"/>
                  <a:pt x="526" y="2130"/>
                </a:cubicBezTo>
                <a:lnTo>
                  <a:pt x="817" y="1963"/>
                </a:lnTo>
                <a:lnTo>
                  <a:pt x="817" y="2298"/>
                </a:lnTo>
                <a:cubicBezTo>
                  <a:pt x="817" y="2382"/>
                  <a:pt x="886" y="2449"/>
                  <a:pt x="971" y="2449"/>
                </a:cubicBezTo>
                <a:cubicBezTo>
                  <a:pt x="1055" y="2449"/>
                  <a:pt x="1124" y="2381"/>
                  <a:pt x="1124" y="2298"/>
                </a:cubicBezTo>
                <a:lnTo>
                  <a:pt x="1124" y="1700"/>
                </a:lnTo>
                <a:cubicBezTo>
                  <a:pt x="1122" y="1623"/>
                  <a:pt x="1060" y="1556"/>
                  <a:pt x="981" y="1551"/>
                </a:cubicBezTo>
                <a:close/>
                <a:moveTo>
                  <a:pt x="840" y="1270"/>
                </a:moveTo>
                <a:cubicBezTo>
                  <a:pt x="845" y="1255"/>
                  <a:pt x="847" y="1237"/>
                  <a:pt x="847" y="1221"/>
                </a:cubicBezTo>
                <a:cubicBezTo>
                  <a:pt x="847" y="1209"/>
                  <a:pt x="845" y="1196"/>
                  <a:pt x="842" y="1186"/>
                </a:cubicBezTo>
                <a:cubicBezTo>
                  <a:pt x="831" y="1149"/>
                  <a:pt x="807" y="1115"/>
                  <a:pt x="771" y="1094"/>
                </a:cubicBezTo>
                <a:lnTo>
                  <a:pt x="252" y="796"/>
                </a:lnTo>
                <a:cubicBezTo>
                  <a:pt x="178" y="754"/>
                  <a:pt x="84" y="779"/>
                  <a:pt x="42" y="853"/>
                </a:cubicBezTo>
                <a:cubicBezTo>
                  <a:pt x="0" y="925"/>
                  <a:pt x="24" y="1018"/>
                  <a:pt x="98" y="1061"/>
                </a:cubicBezTo>
                <a:lnTo>
                  <a:pt x="389" y="1228"/>
                </a:lnTo>
                <a:lnTo>
                  <a:pt x="98" y="1396"/>
                </a:lnTo>
                <a:cubicBezTo>
                  <a:pt x="24" y="1438"/>
                  <a:pt x="0" y="1531"/>
                  <a:pt x="42" y="1604"/>
                </a:cubicBezTo>
                <a:cubicBezTo>
                  <a:pt x="84" y="1676"/>
                  <a:pt x="178" y="1700"/>
                  <a:pt x="252" y="1660"/>
                </a:cubicBezTo>
                <a:lnTo>
                  <a:pt x="771" y="1360"/>
                </a:lnTo>
                <a:cubicBezTo>
                  <a:pt x="805" y="1337"/>
                  <a:pt x="830" y="1306"/>
                  <a:pt x="840" y="1270"/>
                </a:cubicBezTo>
                <a:close/>
              </a:path>
            </a:pathLst>
          </a:custGeom>
          <a:solidFill>
            <a:srgbClr val="FFFFFF"/>
          </a:solidFill>
          <a:ln>
            <a:noFill/>
          </a:ln>
        </p:spPr>
        <p:txBody>
          <a:bodyPr spcFirstLastPara="1" wrap="square" lIns="121900" tIns="60925" rIns="121900" bIns="60925" anchor="ctr" anchorCtr="0">
            <a:noAutofit/>
          </a:bodyPr>
          <a:lstStyle/>
          <a:p>
            <a:pPr marL="0" marR="0" lvl="0" indent="0" algn="l" rtl="0">
              <a:spcBef>
                <a:spcPts val="0"/>
              </a:spcBef>
              <a:spcAft>
                <a:spcPts val="0"/>
              </a:spcAft>
              <a:buClr>
                <a:schemeClr val="dk1"/>
              </a:buClr>
              <a:buSzPts val="2400"/>
              <a:buFont typeface="Arial"/>
              <a:buNone/>
            </a:pPr>
            <a:endParaRPr sz="2400" b="0" i="0" u="none" strike="noStrike" cap="none">
              <a:solidFill>
                <a:srgbClr val="FFFFFF"/>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plit Layout">
  <p:cSld name="Split Layout">
    <p:spTree>
      <p:nvGrpSpPr>
        <p:cNvPr id="1" name="Shape 32"/>
        <p:cNvGrpSpPr/>
        <p:nvPr/>
      </p:nvGrpSpPr>
      <p:grpSpPr>
        <a:xfrm>
          <a:off x="0" y="0"/>
          <a:ext cx="0" cy="0"/>
          <a:chOff x="0" y="0"/>
          <a:chExt cx="0" cy="0"/>
        </a:xfrm>
      </p:grpSpPr>
      <p:sp>
        <p:nvSpPr>
          <p:cNvPr id="33" name="Google Shape;33;p5"/>
          <p:cNvSpPr/>
          <p:nvPr/>
        </p:nvSpPr>
        <p:spPr>
          <a:xfrm>
            <a:off x="6096000" y="0"/>
            <a:ext cx="6096000"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67"/>
              <a:buFont typeface="Arial"/>
              <a:buNone/>
            </a:pPr>
            <a:endParaRPr sz="1867" b="0" i="0" u="none" strike="noStrike" cap="none">
              <a:solidFill>
                <a:schemeClr val="lt1"/>
              </a:solidFill>
              <a:latin typeface="Arial"/>
              <a:ea typeface="Arial"/>
              <a:cs typeface="Arial"/>
              <a:sym typeface="Arial"/>
            </a:endParaRPr>
          </a:p>
        </p:txBody>
      </p:sp>
      <p:sp>
        <p:nvSpPr>
          <p:cNvPr id="34" name="Google Shape;34;p5"/>
          <p:cNvSpPr/>
          <p:nvPr/>
        </p:nvSpPr>
        <p:spPr>
          <a:xfrm>
            <a:off x="8032751" y="342900"/>
            <a:ext cx="1984139" cy="2122488"/>
          </a:xfrm>
          <a:custGeom>
            <a:avLst/>
            <a:gdLst/>
            <a:ahLst/>
            <a:cxnLst/>
            <a:rect l="l" t="t" r="r" b="b"/>
            <a:pathLst>
              <a:path w="1950" h="2085" extrusionOk="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67"/>
              <a:buFont typeface="Arial"/>
              <a:buNone/>
            </a:pPr>
            <a:endParaRPr sz="1867" b="0" i="0" u="none" strike="noStrike" cap="none">
              <a:solidFill>
                <a:schemeClr val="dk1"/>
              </a:solidFill>
              <a:latin typeface="Arial"/>
              <a:ea typeface="Arial"/>
              <a:cs typeface="Arial"/>
              <a:sym typeface="Arial"/>
            </a:endParaRPr>
          </a:p>
        </p:txBody>
      </p:sp>
      <p:sp>
        <p:nvSpPr>
          <p:cNvPr id="35" name="Google Shape;35;p5"/>
          <p:cNvSpPr/>
          <p:nvPr/>
        </p:nvSpPr>
        <p:spPr>
          <a:xfrm>
            <a:off x="6099175" y="3222626"/>
            <a:ext cx="4248543" cy="3635375"/>
          </a:xfrm>
          <a:custGeom>
            <a:avLst/>
            <a:gdLst/>
            <a:ahLst/>
            <a:cxnLst/>
            <a:rect l="l" t="t" r="r" b="b"/>
            <a:pathLst>
              <a:path w="4248542" h="3635375" extrusionOk="0">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67"/>
              <a:buFont typeface="Arial"/>
              <a:buNone/>
            </a:pPr>
            <a:endParaRPr sz="1867" b="0" i="0" u="none" strike="noStrike" cap="none">
              <a:solidFill>
                <a:schemeClr val="lt1"/>
              </a:solidFill>
              <a:latin typeface="Arial"/>
              <a:ea typeface="Arial"/>
              <a:cs typeface="Arial"/>
              <a:sym typeface="Arial"/>
            </a:endParaRPr>
          </a:p>
        </p:txBody>
      </p:sp>
      <p:sp>
        <p:nvSpPr>
          <p:cNvPr id="36" name="Google Shape;36;p5"/>
          <p:cNvSpPr/>
          <p:nvPr/>
        </p:nvSpPr>
        <p:spPr>
          <a:xfrm>
            <a:off x="9578869" y="845800"/>
            <a:ext cx="2613132" cy="3741797"/>
          </a:xfrm>
          <a:custGeom>
            <a:avLst/>
            <a:gdLst/>
            <a:ahLst/>
            <a:cxnLst/>
            <a:rect l="l" t="t" r="r" b="b"/>
            <a:pathLst>
              <a:path w="2613132" h="3741797" extrusionOk="0">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67"/>
              <a:buFont typeface="Arial"/>
              <a:buNone/>
            </a:pPr>
            <a:endParaRPr sz="1867" b="0" i="0" u="none" strike="noStrike" cap="none">
              <a:solidFill>
                <a:schemeClr val="lt1"/>
              </a:solidFill>
              <a:latin typeface="Arial"/>
              <a:ea typeface="Arial"/>
              <a:cs typeface="Arial"/>
              <a:sym typeface="Arial"/>
            </a:endParaRPr>
          </a:p>
        </p:txBody>
      </p:sp>
      <p:sp>
        <p:nvSpPr>
          <p:cNvPr id="37" name="Google Shape;37;p5"/>
          <p:cNvSpPr/>
          <p:nvPr/>
        </p:nvSpPr>
        <p:spPr>
          <a:xfrm>
            <a:off x="8655051" y="3671383"/>
            <a:ext cx="2101853" cy="2248408"/>
          </a:xfrm>
          <a:custGeom>
            <a:avLst/>
            <a:gdLst/>
            <a:ahLst/>
            <a:cxnLst/>
            <a:rect l="l" t="t" r="r" b="b"/>
            <a:pathLst>
              <a:path w="1950" h="2085" extrusionOk="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4549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67"/>
              <a:buFont typeface="Arial"/>
              <a:buNone/>
            </a:pPr>
            <a:endParaRPr sz="1867" b="0" i="0" u="none" strike="noStrike" cap="none">
              <a:solidFill>
                <a:schemeClr val="dk1"/>
              </a:solidFill>
              <a:latin typeface="Arial"/>
              <a:ea typeface="Arial"/>
              <a:cs typeface="Arial"/>
              <a:sym typeface="Arial"/>
            </a:endParaRPr>
          </a:p>
        </p:txBody>
      </p:sp>
      <p:sp>
        <p:nvSpPr>
          <p:cNvPr id="38" name="Google Shape;38;p5"/>
          <p:cNvSpPr/>
          <p:nvPr/>
        </p:nvSpPr>
        <p:spPr>
          <a:xfrm>
            <a:off x="6096000" y="0"/>
            <a:ext cx="6096000"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67"/>
              <a:buFont typeface="Arial"/>
              <a:buNone/>
            </a:pPr>
            <a:endParaRPr sz="1867" b="0" i="0" u="none" strike="noStrike" cap="none">
              <a:solidFill>
                <a:schemeClr val="lt1"/>
              </a:solidFill>
              <a:latin typeface="Arial"/>
              <a:ea typeface="Arial"/>
              <a:cs typeface="Arial"/>
              <a:sym typeface="Arial"/>
            </a:endParaRPr>
          </a:p>
        </p:txBody>
      </p:sp>
      <p:sp>
        <p:nvSpPr>
          <p:cNvPr id="39" name="Google Shape;39;p5"/>
          <p:cNvSpPr/>
          <p:nvPr/>
        </p:nvSpPr>
        <p:spPr>
          <a:xfrm>
            <a:off x="8032751" y="342900"/>
            <a:ext cx="1984139" cy="2122488"/>
          </a:xfrm>
          <a:custGeom>
            <a:avLst/>
            <a:gdLst/>
            <a:ahLst/>
            <a:cxnLst/>
            <a:rect l="l" t="t" r="r" b="b"/>
            <a:pathLst>
              <a:path w="1950" h="2085" extrusionOk="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67"/>
              <a:buFont typeface="Arial"/>
              <a:buNone/>
            </a:pPr>
            <a:endParaRPr sz="1867" b="0" i="0" u="none" strike="noStrike" cap="none">
              <a:solidFill>
                <a:schemeClr val="dk1"/>
              </a:solidFill>
              <a:latin typeface="Arial"/>
              <a:ea typeface="Arial"/>
              <a:cs typeface="Arial"/>
              <a:sym typeface="Arial"/>
            </a:endParaRPr>
          </a:p>
        </p:txBody>
      </p:sp>
      <p:sp>
        <p:nvSpPr>
          <p:cNvPr id="40" name="Google Shape;40;p5"/>
          <p:cNvSpPr/>
          <p:nvPr/>
        </p:nvSpPr>
        <p:spPr>
          <a:xfrm>
            <a:off x="6099175" y="3222626"/>
            <a:ext cx="4248543" cy="3635375"/>
          </a:xfrm>
          <a:custGeom>
            <a:avLst/>
            <a:gdLst/>
            <a:ahLst/>
            <a:cxnLst/>
            <a:rect l="l" t="t" r="r" b="b"/>
            <a:pathLst>
              <a:path w="4248542" h="3635375" extrusionOk="0">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67"/>
              <a:buFont typeface="Arial"/>
              <a:buNone/>
            </a:pPr>
            <a:endParaRPr sz="1867" b="0" i="0" u="none" strike="noStrike" cap="none">
              <a:solidFill>
                <a:schemeClr val="lt1"/>
              </a:solidFill>
              <a:latin typeface="Arial"/>
              <a:ea typeface="Arial"/>
              <a:cs typeface="Arial"/>
              <a:sym typeface="Arial"/>
            </a:endParaRPr>
          </a:p>
        </p:txBody>
      </p:sp>
      <p:sp>
        <p:nvSpPr>
          <p:cNvPr id="41" name="Google Shape;41;p5"/>
          <p:cNvSpPr/>
          <p:nvPr/>
        </p:nvSpPr>
        <p:spPr>
          <a:xfrm>
            <a:off x="9578869" y="845800"/>
            <a:ext cx="2613132" cy="3741797"/>
          </a:xfrm>
          <a:custGeom>
            <a:avLst/>
            <a:gdLst/>
            <a:ahLst/>
            <a:cxnLst/>
            <a:rect l="l" t="t" r="r" b="b"/>
            <a:pathLst>
              <a:path w="2613132" h="3741797" extrusionOk="0">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67"/>
              <a:buFont typeface="Arial"/>
              <a:buNone/>
            </a:pPr>
            <a:endParaRPr sz="1867" b="0" i="0" u="none" strike="noStrike" cap="none">
              <a:solidFill>
                <a:schemeClr val="lt1"/>
              </a:solidFill>
              <a:latin typeface="Arial"/>
              <a:ea typeface="Arial"/>
              <a:cs typeface="Arial"/>
              <a:sym typeface="Arial"/>
            </a:endParaRPr>
          </a:p>
        </p:txBody>
      </p:sp>
      <p:sp>
        <p:nvSpPr>
          <p:cNvPr id="42" name="Google Shape;42;p5"/>
          <p:cNvSpPr txBox="1">
            <a:spLocks noGrp="1"/>
          </p:cNvSpPr>
          <p:nvPr>
            <p:ph type="body" idx="1"/>
          </p:nvPr>
        </p:nvSpPr>
        <p:spPr>
          <a:xfrm>
            <a:off x="6426200" y="1206500"/>
            <a:ext cx="5397600" cy="5219600"/>
          </a:xfrm>
          <a:prstGeom prst="rect">
            <a:avLst/>
          </a:prstGeom>
          <a:noFill/>
          <a:ln>
            <a:noFill/>
          </a:ln>
        </p:spPr>
        <p:txBody>
          <a:bodyPr spcFirstLastPara="1" wrap="square" lIns="68575" tIns="34275" rIns="68575" bIns="34275" anchor="t" anchorCtr="0">
            <a:noAutofit/>
          </a:bodyPr>
          <a:lstStyle>
            <a:lvl1pPr marL="457200" marR="0" lvl="0" indent="-228600" algn="l">
              <a:lnSpc>
                <a:spcPct val="90000"/>
              </a:lnSpc>
              <a:spcBef>
                <a:spcPts val="1067"/>
              </a:spcBef>
              <a:spcAft>
                <a:spcPts val="0"/>
              </a:spcAft>
              <a:buClr>
                <a:schemeClr val="lt1"/>
              </a:buClr>
              <a:buSzPts val="1400"/>
              <a:buFont typeface="Arial"/>
              <a:buNone/>
              <a:defRPr sz="1867" b="0" i="0" u="none" strike="noStrike" cap="none">
                <a:solidFill>
                  <a:schemeClr val="lt1"/>
                </a:solidFill>
                <a:latin typeface="Arial"/>
                <a:ea typeface="Arial"/>
                <a:cs typeface="Arial"/>
                <a:sym typeface="Arial"/>
              </a:defRPr>
            </a:lvl1pPr>
            <a:lvl2pPr marL="914400" marR="0" lvl="1" indent="-228600" algn="l">
              <a:lnSpc>
                <a:spcPct val="90000"/>
              </a:lnSpc>
              <a:spcBef>
                <a:spcPts val="533"/>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2pPr>
            <a:lvl3pPr marL="1371600" marR="0" lvl="2" indent="-228600" algn="l">
              <a:lnSpc>
                <a:spcPct val="90000"/>
              </a:lnSpc>
              <a:spcBef>
                <a:spcPts val="533"/>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3pPr>
            <a:lvl4pPr marL="1828800" marR="0" lvl="3" indent="-228600" algn="l">
              <a:lnSpc>
                <a:spcPct val="90000"/>
              </a:lnSpc>
              <a:spcBef>
                <a:spcPts val="533"/>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4pPr>
            <a:lvl5pPr marL="2286000" marR="0" lvl="4" indent="-228600" algn="l">
              <a:lnSpc>
                <a:spcPct val="90000"/>
              </a:lnSpc>
              <a:spcBef>
                <a:spcPts val="533"/>
              </a:spcBef>
              <a:spcAft>
                <a:spcPts val="0"/>
              </a:spcAft>
              <a:buClr>
                <a:schemeClr val="lt1"/>
              </a:buClr>
              <a:buSzPts val="1200"/>
              <a:buFont typeface="Arial"/>
              <a:buNone/>
              <a:defRPr sz="1600" b="0" i="0" u="none" strike="noStrike" cap="none">
                <a:solidFill>
                  <a:schemeClr val="lt1"/>
                </a:solidFill>
                <a:latin typeface="Arial"/>
                <a:ea typeface="Arial"/>
                <a:cs typeface="Arial"/>
                <a:sym typeface="Arial"/>
              </a:defRPr>
            </a:lvl5pPr>
            <a:lvl6pPr marL="2743200" marR="0" lvl="5"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6pPr>
            <a:lvl7pPr marL="3200400" marR="0" lvl="6"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7pPr>
            <a:lvl8pPr marL="3657600" marR="0" lvl="7"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8pPr>
            <a:lvl9pPr marL="4114800" marR="0" lvl="8"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9pPr>
          </a:lstStyle>
          <a:p>
            <a:endParaRPr/>
          </a:p>
        </p:txBody>
      </p:sp>
      <p:sp>
        <p:nvSpPr>
          <p:cNvPr id="43" name="Google Shape;43;p5"/>
          <p:cNvSpPr/>
          <p:nvPr/>
        </p:nvSpPr>
        <p:spPr>
          <a:xfrm>
            <a:off x="8655051" y="3671383"/>
            <a:ext cx="2101853" cy="2248408"/>
          </a:xfrm>
          <a:custGeom>
            <a:avLst/>
            <a:gdLst/>
            <a:ahLst/>
            <a:cxnLst/>
            <a:rect l="l" t="t" r="r" b="b"/>
            <a:pathLst>
              <a:path w="1950" h="2085" extrusionOk="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4549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67"/>
              <a:buFont typeface="Arial"/>
              <a:buNone/>
            </a:pPr>
            <a:endParaRPr sz="1867" b="0" i="0" u="none" strike="noStrike" cap="none">
              <a:solidFill>
                <a:schemeClr val="dk1"/>
              </a:solidFill>
              <a:latin typeface="Arial"/>
              <a:ea typeface="Arial"/>
              <a:cs typeface="Arial"/>
              <a:sym typeface="Arial"/>
            </a:endParaRPr>
          </a:p>
        </p:txBody>
      </p:sp>
      <p:sp>
        <p:nvSpPr>
          <p:cNvPr id="44" name="Google Shape;44;p5"/>
          <p:cNvSpPr txBox="1">
            <a:spLocks noGrp="1"/>
          </p:cNvSpPr>
          <p:nvPr>
            <p:ph type="sldNum" idx="12"/>
          </p:nvPr>
        </p:nvSpPr>
        <p:spPr>
          <a:xfrm>
            <a:off x="11543868" y="6494180"/>
            <a:ext cx="342800" cy="215600"/>
          </a:xfrm>
          <a:prstGeom prst="rect">
            <a:avLst/>
          </a:prstGeom>
          <a:noFill/>
          <a:ln>
            <a:noFill/>
          </a:ln>
        </p:spPr>
        <p:txBody>
          <a:bodyPr spcFirstLastPara="1" wrap="square" lIns="68575" tIns="34275" rIns="68575" bIns="34275" anchor="b" anchorCtr="0">
            <a:noAutofit/>
          </a:bodyPr>
          <a:lstStyle>
            <a:lvl1pPr marL="0" marR="0" lvl="0" indent="0" algn="r" rtl="0">
              <a:spcBef>
                <a:spcPts val="0"/>
              </a:spcBef>
              <a:buClr>
                <a:schemeClr val="lt1"/>
              </a:buClr>
              <a:buSzPts val="800"/>
              <a:buFont typeface="Arial"/>
              <a:buNone/>
              <a:defRPr sz="800" b="0" i="0" u="none" strike="noStrike" cap="none">
                <a:solidFill>
                  <a:schemeClr val="lt1"/>
                </a:solidFill>
                <a:latin typeface="Arial"/>
                <a:ea typeface="Arial"/>
                <a:cs typeface="Arial"/>
                <a:sym typeface="Arial"/>
              </a:defRPr>
            </a:lvl1pPr>
            <a:lvl2pPr marL="0" marR="0" lvl="1" indent="0" algn="r" rtl="0">
              <a:spcBef>
                <a:spcPts val="0"/>
              </a:spcBef>
              <a:buClr>
                <a:schemeClr val="lt1"/>
              </a:buClr>
              <a:buSzPts val="800"/>
              <a:buFont typeface="Arial"/>
              <a:buNone/>
              <a:defRPr sz="800" b="0" i="0" u="none" strike="noStrike" cap="none">
                <a:solidFill>
                  <a:schemeClr val="lt1"/>
                </a:solidFill>
                <a:latin typeface="Arial"/>
                <a:ea typeface="Arial"/>
                <a:cs typeface="Arial"/>
                <a:sym typeface="Arial"/>
              </a:defRPr>
            </a:lvl2pPr>
            <a:lvl3pPr marL="0" marR="0" lvl="2" indent="0" algn="r" rtl="0">
              <a:spcBef>
                <a:spcPts val="0"/>
              </a:spcBef>
              <a:buClr>
                <a:schemeClr val="lt1"/>
              </a:buClr>
              <a:buSzPts val="800"/>
              <a:buFont typeface="Arial"/>
              <a:buNone/>
              <a:defRPr sz="800" b="0" i="0" u="none" strike="noStrike" cap="none">
                <a:solidFill>
                  <a:schemeClr val="lt1"/>
                </a:solidFill>
                <a:latin typeface="Arial"/>
                <a:ea typeface="Arial"/>
                <a:cs typeface="Arial"/>
                <a:sym typeface="Arial"/>
              </a:defRPr>
            </a:lvl3pPr>
            <a:lvl4pPr marL="0" marR="0" lvl="3" indent="0" algn="r" rtl="0">
              <a:spcBef>
                <a:spcPts val="0"/>
              </a:spcBef>
              <a:buClr>
                <a:schemeClr val="lt1"/>
              </a:buClr>
              <a:buSzPts val="800"/>
              <a:buFont typeface="Arial"/>
              <a:buNone/>
              <a:defRPr sz="800" b="0" i="0" u="none" strike="noStrike" cap="none">
                <a:solidFill>
                  <a:schemeClr val="lt1"/>
                </a:solidFill>
                <a:latin typeface="Arial"/>
                <a:ea typeface="Arial"/>
                <a:cs typeface="Arial"/>
                <a:sym typeface="Arial"/>
              </a:defRPr>
            </a:lvl4pPr>
            <a:lvl5pPr marL="0" marR="0" lvl="4" indent="0" algn="r" rtl="0">
              <a:spcBef>
                <a:spcPts val="0"/>
              </a:spcBef>
              <a:buClr>
                <a:schemeClr val="lt1"/>
              </a:buClr>
              <a:buSzPts val="800"/>
              <a:buFont typeface="Arial"/>
              <a:buNone/>
              <a:defRPr sz="800" b="0" i="0" u="none" strike="noStrike" cap="none">
                <a:solidFill>
                  <a:schemeClr val="lt1"/>
                </a:solidFill>
                <a:latin typeface="Arial"/>
                <a:ea typeface="Arial"/>
                <a:cs typeface="Arial"/>
                <a:sym typeface="Arial"/>
              </a:defRPr>
            </a:lvl5pPr>
            <a:lvl6pPr marL="0" marR="0" lvl="5" indent="0" algn="r" rtl="0">
              <a:spcBef>
                <a:spcPts val="0"/>
              </a:spcBef>
              <a:buClr>
                <a:schemeClr val="lt1"/>
              </a:buClr>
              <a:buSzPts val="800"/>
              <a:buFont typeface="Arial"/>
              <a:buNone/>
              <a:defRPr sz="800" b="0" i="0" u="none" strike="noStrike" cap="none">
                <a:solidFill>
                  <a:schemeClr val="lt1"/>
                </a:solidFill>
                <a:latin typeface="Arial"/>
                <a:ea typeface="Arial"/>
                <a:cs typeface="Arial"/>
                <a:sym typeface="Arial"/>
              </a:defRPr>
            </a:lvl6pPr>
            <a:lvl7pPr marL="0" marR="0" lvl="6" indent="0" algn="r" rtl="0">
              <a:spcBef>
                <a:spcPts val="0"/>
              </a:spcBef>
              <a:buClr>
                <a:schemeClr val="lt1"/>
              </a:buClr>
              <a:buSzPts val="800"/>
              <a:buFont typeface="Arial"/>
              <a:buNone/>
              <a:defRPr sz="800" b="0" i="0" u="none" strike="noStrike" cap="none">
                <a:solidFill>
                  <a:schemeClr val="lt1"/>
                </a:solidFill>
                <a:latin typeface="Arial"/>
                <a:ea typeface="Arial"/>
                <a:cs typeface="Arial"/>
                <a:sym typeface="Arial"/>
              </a:defRPr>
            </a:lvl7pPr>
            <a:lvl8pPr marL="0" marR="0" lvl="7" indent="0" algn="r" rtl="0">
              <a:spcBef>
                <a:spcPts val="0"/>
              </a:spcBef>
              <a:buClr>
                <a:schemeClr val="lt1"/>
              </a:buClr>
              <a:buSzPts val="800"/>
              <a:buFont typeface="Arial"/>
              <a:buNone/>
              <a:defRPr sz="800" b="0" i="0" u="none" strike="noStrike" cap="none">
                <a:solidFill>
                  <a:schemeClr val="lt1"/>
                </a:solidFill>
                <a:latin typeface="Arial"/>
                <a:ea typeface="Arial"/>
                <a:cs typeface="Arial"/>
                <a:sym typeface="Arial"/>
              </a:defRPr>
            </a:lvl8pPr>
            <a:lvl9pPr marL="0" marR="0" lvl="8" indent="0" algn="r" rtl="0">
              <a:spcBef>
                <a:spcPts val="0"/>
              </a:spcBef>
              <a:buClr>
                <a:schemeClr val="lt1"/>
              </a:buClr>
              <a:buSzPts val="800"/>
              <a:buFont typeface="Arial"/>
              <a:buNone/>
              <a:defRPr sz="8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45" name="Google Shape;45;p5"/>
          <p:cNvSpPr txBox="1">
            <a:spLocks noGrp="1"/>
          </p:cNvSpPr>
          <p:nvPr>
            <p:ph type="body" idx="2"/>
          </p:nvPr>
        </p:nvSpPr>
        <p:spPr>
          <a:xfrm>
            <a:off x="403860" y="512763"/>
            <a:ext cx="5330000" cy="724000"/>
          </a:xfrm>
          <a:prstGeom prst="rect">
            <a:avLst/>
          </a:prstGeom>
          <a:noFill/>
          <a:ln>
            <a:noFill/>
          </a:ln>
        </p:spPr>
        <p:txBody>
          <a:bodyPr spcFirstLastPara="1" wrap="square" lIns="68575" tIns="34275" rIns="68575" bIns="34275" anchor="b" anchorCtr="0">
            <a:noAutofit/>
          </a:bodyPr>
          <a:lstStyle>
            <a:lvl1pPr marL="457200" marR="0" lvl="0" indent="-228600" algn="l">
              <a:lnSpc>
                <a:spcPct val="90000"/>
              </a:lnSpc>
              <a:spcBef>
                <a:spcPts val="1067"/>
              </a:spcBef>
              <a:spcAft>
                <a:spcPts val="0"/>
              </a:spcAft>
              <a:buClr>
                <a:schemeClr val="dk1"/>
              </a:buClr>
              <a:buSzPts val="2700"/>
              <a:buFont typeface="Arial"/>
              <a:buNone/>
              <a:defRPr sz="3600" b="1" i="0" u="none" strike="noStrike" cap="none">
                <a:solidFill>
                  <a:schemeClr val="dk1"/>
                </a:solidFill>
                <a:latin typeface="Arial"/>
                <a:ea typeface="Arial"/>
                <a:cs typeface="Arial"/>
                <a:sym typeface="Arial"/>
              </a:defRPr>
            </a:lvl1pPr>
            <a:lvl2pPr marL="914400" marR="0" lvl="1"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371600" marR="0" lvl="2"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1828800" marR="0" lvl="3"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2286000" marR="0" lvl="4"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2743200" marR="0" lvl="5"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6pPr>
            <a:lvl7pPr marL="3200400" marR="0" lvl="6"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7pPr>
            <a:lvl8pPr marL="3657600" marR="0" lvl="7"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8pPr>
            <a:lvl9pPr marL="4114800" marR="0" lvl="8"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9pPr>
          </a:lstStyle>
          <a:p>
            <a:endParaRPr/>
          </a:p>
        </p:txBody>
      </p:sp>
      <p:sp>
        <p:nvSpPr>
          <p:cNvPr id="46" name="Google Shape;46;p5"/>
          <p:cNvSpPr txBox="1">
            <a:spLocks noGrp="1"/>
          </p:cNvSpPr>
          <p:nvPr>
            <p:ph type="body" idx="3"/>
          </p:nvPr>
        </p:nvSpPr>
        <p:spPr>
          <a:xfrm>
            <a:off x="406083" y="1249999"/>
            <a:ext cx="5339200" cy="393200"/>
          </a:xfrm>
          <a:prstGeom prst="rect">
            <a:avLst/>
          </a:prstGeom>
          <a:noFill/>
          <a:ln>
            <a:noFill/>
          </a:ln>
        </p:spPr>
        <p:txBody>
          <a:bodyPr spcFirstLastPara="1" wrap="square" lIns="68575" tIns="34275" rIns="68575" bIns="34275" anchor="t" anchorCtr="0">
            <a:noAutofit/>
          </a:bodyPr>
          <a:lstStyle>
            <a:lvl1pPr marL="457200" marR="0" lvl="0" indent="-228600" algn="l">
              <a:lnSpc>
                <a:spcPct val="90000"/>
              </a:lnSpc>
              <a:spcBef>
                <a:spcPts val="1067"/>
              </a:spcBef>
              <a:spcAft>
                <a:spcPts val="0"/>
              </a:spcAft>
              <a:buClr>
                <a:srgbClr val="5B5B5B"/>
              </a:buClr>
              <a:buSzPts val="1600"/>
              <a:buFont typeface="Arial"/>
              <a:buNone/>
              <a:defRPr sz="2133" b="0" i="0" u="none" strike="noStrike" cap="none">
                <a:solidFill>
                  <a:srgbClr val="5B5B5B"/>
                </a:solidFill>
                <a:latin typeface="Arial"/>
                <a:ea typeface="Arial"/>
                <a:cs typeface="Arial"/>
                <a:sym typeface="Arial"/>
              </a:defRPr>
            </a:lvl1pPr>
            <a:lvl2pPr marL="914400" marR="0" lvl="1"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371600" marR="0" lvl="2"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1828800" marR="0" lvl="3"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2286000" marR="0" lvl="4"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2743200" marR="0" lvl="5"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6pPr>
            <a:lvl7pPr marL="3200400" marR="0" lvl="6"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7pPr>
            <a:lvl8pPr marL="3657600" marR="0" lvl="7"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8pPr>
            <a:lvl9pPr marL="4114800" marR="0" lvl="8"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9pPr>
          </a:lstStyle>
          <a:p>
            <a:endParaRPr/>
          </a:p>
        </p:txBody>
      </p:sp>
      <p:sp>
        <p:nvSpPr>
          <p:cNvPr id="47" name="Google Shape;47;p5"/>
          <p:cNvSpPr/>
          <p:nvPr/>
        </p:nvSpPr>
        <p:spPr>
          <a:xfrm>
            <a:off x="636015" y="6491347"/>
            <a:ext cx="2709200" cy="215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929292"/>
              </a:buClr>
              <a:buSzPts val="800"/>
              <a:buFont typeface="Arial"/>
              <a:buNone/>
            </a:pPr>
            <a:r>
              <a:rPr lang="en-US" sz="800" b="0" i="0" u="none" strike="noStrike" cap="none">
                <a:solidFill>
                  <a:srgbClr val="929292"/>
                </a:solidFill>
                <a:latin typeface="Arial"/>
                <a:ea typeface="Arial"/>
                <a:cs typeface="Arial"/>
                <a:sym typeface="Arial"/>
              </a:rPr>
              <a:t>© 2019 Snowflake Computing Inc. All Rights Reserved</a:t>
            </a:r>
            <a:endParaRPr sz="800" b="0" i="0" u="none" strike="noStrike" cap="none">
              <a:solidFill>
                <a:srgbClr val="929292"/>
              </a:solidFill>
              <a:latin typeface="Arial"/>
              <a:ea typeface="Arial"/>
              <a:cs typeface="Arial"/>
              <a:sym typeface="Arial"/>
            </a:endParaRPr>
          </a:p>
        </p:txBody>
      </p:sp>
      <p:sp>
        <p:nvSpPr>
          <p:cNvPr id="48" name="Google Shape;48;p5"/>
          <p:cNvSpPr/>
          <p:nvPr/>
        </p:nvSpPr>
        <p:spPr>
          <a:xfrm>
            <a:off x="460213" y="6498839"/>
            <a:ext cx="202128" cy="182880"/>
          </a:xfrm>
          <a:custGeom>
            <a:avLst/>
            <a:gdLst/>
            <a:ahLst/>
            <a:cxnLst/>
            <a:rect l="l" t="t" r="r" b="b"/>
            <a:pathLst>
              <a:path w="2696" h="2454" extrusionOk="0">
                <a:moveTo>
                  <a:pt x="2661" y="409"/>
                </a:moveTo>
                <a:lnTo>
                  <a:pt x="2661" y="271"/>
                </a:lnTo>
                <a:lnTo>
                  <a:pt x="2605" y="345"/>
                </a:lnTo>
                <a:lnTo>
                  <a:pt x="2593" y="345"/>
                </a:lnTo>
                <a:lnTo>
                  <a:pt x="2536" y="273"/>
                </a:lnTo>
                <a:lnTo>
                  <a:pt x="2536" y="409"/>
                </a:lnTo>
                <a:lnTo>
                  <a:pt x="2504" y="409"/>
                </a:lnTo>
                <a:lnTo>
                  <a:pt x="2504" y="213"/>
                </a:lnTo>
                <a:lnTo>
                  <a:pt x="2529" y="213"/>
                </a:lnTo>
                <a:lnTo>
                  <a:pt x="2600" y="305"/>
                </a:lnTo>
                <a:lnTo>
                  <a:pt x="2670" y="213"/>
                </a:lnTo>
                <a:lnTo>
                  <a:pt x="2695" y="213"/>
                </a:lnTo>
                <a:lnTo>
                  <a:pt x="2695" y="409"/>
                </a:lnTo>
                <a:lnTo>
                  <a:pt x="2661" y="409"/>
                </a:lnTo>
                <a:close/>
                <a:moveTo>
                  <a:pt x="2318" y="241"/>
                </a:moveTo>
                <a:lnTo>
                  <a:pt x="2318" y="213"/>
                </a:lnTo>
                <a:lnTo>
                  <a:pt x="2473" y="213"/>
                </a:lnTo>
                <a:lnTo>
                  <a:pt x="2473" y="241"/>
                </a:lnTo>
                <a:lnTo>
                  <a:pt x="2411" y="241"/>
                </a:lnTo>
                <a:lnTo>
                  <a:pt x="2411" y="409"/>
                </a:lnTo>
                <a:lnTo>
                  <a:pt x="2379" y="409"/>
                </a:lnTo>
                <a:lnTo>
                  <a:pt x="2379" y="241"/>
                </a:lnTo>
                <a:lnTo>
                  <a:pt x="2318" y="241"/>
                </a:lnTo>
                <a:close/>
                <a:moveTo>
                  <a:pt x="2395" y="1059"/>
                </a:moveTo>
                <a:lnTo>
                  <a:pt x="2104" y="1226"/>
                </a:lnTo>
                <a:lnTo>
                  <a:pt x="2395" y="1394"/>
                </a:lnTo>
                <a:cubicBezTo>
                  <a:pt x="2469" y="1436"/>
                  <a:pt x="2494" y="1530"/>
                  <a:pt x="2452" y="1602"/>
                </a:cubicBezTo>
                <a:cubicBezTo>
                  <a:pt x="2409" y="1674"/>
                  <a:pt x="2316" y="1699"/>
                  <a:pt x="2242" y="1658"/>
                </a:cubicBezTo>
                <a:lnTo>
                  <a:pt x="1722" y="1359"/>
                </a:lnTo>
                <a:cubicBezTo>
                  <a:pt x="1687" y="1339"/>
                  <a:pt x="1664" y="1307"/>
                  <a:pt x="1653" y="1272"/>
                </a:cubicBezTo>
                <a:cubicBezTo>
                  <a:pt x="1648" y="1256"/>
                  <a:pt x="1646" y="1239"/>
                  <a:pt x="1646" y="1223"/>
                </a:cubicBezTo>
                <a:cubicBezTo>
                  <a:pt x="1646" y="1211"/>
                  <a:pt x="1648" y="1198"/>
                  <a:pt x="1651" y="1188"/>
                </a:cubicBezTo>
                <a:cubicBezTo>
                  <a:pt x="1662" y="1151"/>
                  <a:pt x="1687" y="1117"/>
                  <a:pt x="1722" y="1096"/>
                </a:cubicBezTo>
                <a:lnTo>
                  <a:pt x="2242" y="798"/>
                </a:lnTo>
                <a:cubicBezTo>
                  <a:pt x="2314" y="756"/>
                  <a:pt x="2409" y="781"/>
                  <a:pt x="2452" y="855"/>
                </a:cubicBezTo>
                <a:cubicBezTo>
                  <a:pt x="2494" y="923"/>
                  <a:pt x="2469" y="1017"/>
                  <a:pt x="2395" y="1059"/>
                </a:cubicBezTo>
                <a:close/>
                <a:moveTo>
                  <a:pt x="2120" y="1870"/>
                </a:moveTo>
                <a:lnTo>
                  <a:pt x="1600" y="1572"/>
                </a:lnTo>
                <a:cubicBezTo>
                  <a:pt x="1572" y="1556"/>
                  <a:pt x="1542" y="1549"/>
                  <a:pt x="1512" y="1552"/>
                </a:cubicBezTo>
                <a:cubicBezTo>
                  <a:pt x="1433" y="1558"/>
                  <a:pt x="1371" y="1625"/>
                  <a:pt x="1371" y="1704"/>
                </a:cubicBezTo>
                <a:lnTo>
                  <a:pt x="1371" y="2301"/>
                </a:lnTo>
                <a:cubicBezTo>
                  <a:pt x="1371" y="2386"/>
                  <a:pt x="1440" y="2453"/>
                  <a:pt x="1525" y="2453"/>
                </a:cubicBezTo>
                <a:cubicBezTo>
                  <a:pt x="1609" y="2453"/>
                  <a:pt x="1678" y="2384"/>
                  <a:pt x="1678" y="2301"/>
                </a:cubicBezTo>
                <a:lnTo>
                  <a:pt x="1678" y="1967"/>
                </a:lnTo>
                <a:lnTo>
                  <a:pt x="1969" y="2134"/>
                </a:lnTo>
                <a:cubicBezTo>
                  <a:pt x="2041" y="2176"/>
                  <a:pt x="2136" y="2152"/>
                  <a:pt x="2178" y="2079"/>
                </a:cubicBezTo>
                <a:cubicBezTo>
                  <a:pt x="2219" y="2005"/>
                  <a:pt x="2194" y="1912"/>
                  <a:pt x="2120" y="1870"/>
                </a:cubicBezTo>
                <a:close/>
                <a:moveTo>
                  <a:pt x="1521" y="1285"/>
                </a:moveTo>
                <a:lnTo>
                  <a:pt x="1305" y="1500"/>
                </a:lnTo>
                <a:cubicBezTo>
                  <a:pt x="1298" y="1507"/>
                  <a:pt x="1288" y="1512"/>
                  <a:pt x="1279" y="1512"/>
                </a:cubicBezTo>
                <a:lnTo>
                  <a:pt x="1263" y="1512"/>
                </a:lnTo>
                <a:lnTo>
                  <a:pt x="1231" y="1512"/>
                </a:lnTo>
                <a:lnTo>
                  <a:pt x="1215" y="1512"/>
                </a:lnTo>
                <a:cubicBezTo>
                  <a:pt x="1207" y="1512"/>
                  <a:pt x="1194" y="1507"/>
                  <a:pt x="1189" y="1500"/>
                </a:cubicBezTo>
                <a:lnTo>
                  <a:pt x="972" y="1285"/>
                </a:lnTo>
                <a:cubicBezTo>
                  <a:pt x="965" y="1279"/>
                  <a:pt x="962" y="1267"/>
                  <a:pt x="962" y="1258"/>
                </a:cubicBezTo>
                <a:lnTo>
                  <a:pt x="962" y="1242"/>
                </a:lnTo>
                <a:lnTo>
                  <a:pt x="962" y="1211"/>
                </a:lnTo>
                <a:lnTo>
                  <a:pt x="962" y="1195"/>
                </a:lnTo>
                <a:cubicBezTo>
                  <a:pt x="962" y="1186"/>
                  <a:pt x="967" y="1174"/>
                  <a:pt x="972" y="1168"/>
                </a:cubicBezTo>
                <a:lnTo>
                  <a:pt x="1189" y="953"/>
                </a:lnTo>
                <a:cubicBezTo>
                  <a:pt x="1196" y="946"/>
                  <a:pt x="1207" y="943"/>
                  <a:pt x="1215" y="943"/>
                </a:cubicBezTo>
                <a:lnTo>
                  <a:pt x="1231" y="943"/>
                </a:lnTo>
                <a:lnTo>
                  <a:pt x="1263" y="943"/>
                </a:lnTo>
                <a:lnTo>
                  <a:pt x="1279" y="943"/>
                </a:lnTo>
                <a:cubicBezTo>
                  <a:pt x="1288" y="943"/>
                  <a:pt x="1300" y="948"/>
                  <a:pt x="1305" y="953"/>
                </a:cubicBezTo>
                <a:lnTo>
                  <a:pt x="1521" y="1168"/>
                </a:lnTo>
                <a:cubicBezTo>
                  <a:pt x="1526" y="1174"/>
                  <a:pt x="1532" y="1186"/>
                  <a:pt x="1532" y="1195"/>
                </a:cubicBezTo>
                <a:lnTo>
                  <a:pt x="1532" y="1211"/>
                </a:lnTo>
                <a:lnTo>
                  <a:pt x="1532" y="1242"/>
                </a:lnTo>
                <a:lnTo>
                  <a:pt x="1532" y="1258"/>
                </a:lnTo>
                <a:cubicBezTo>
                  <a:pt x="1532" y="1267"/>
                  <a:pt x="1528" y="1279"/>
                  <a:pt x="1521" y="1285"/>
                </a:cubicBezTo>
                <a:close/>
                <a:moveTo>
                  <a:pt x="1348" y="1225"/>
                </a:moveTo>
                <a:cubicBezTo>
                  <a:pt x="1348" y="1216"/>
                  <a:pt x="1343" y="1204"/>
                  <a:pt x="1336" y="1198"/>
                </a:cubicBezTo>
                <a:lnTo>
                  <a:pt x="1274" y="1137"/>
                </a:lnTo>
                <a:cubicBezTo>
                  <a:pt x="1268" y="1131"/>
                  <a:pt x="1256" y="1126"/>
                  <a:pt x="1247" y="1126"/>
                </a:cubicBezTo>
                <a:lnTo>
                  <a:pt x="1245" y="1126"/>
                </a:lnTo>
                <a:cubicBezTo>
                  <a:pt x="1237" y="1126"/>
                  <a:pt x="1224" y="1131"/>
                  <a:pt x="1219" y="1137"/>
                </a:cubicBezTo>
                <a:lnTo>
                  <a:pt x="1156" y="1198"/>
                </a:lnTo>
                <a:cubicBezTo>
                  <a:pt x="1148" y="1205"/>
                  <a:pt x="1145" y="1216"/>
                  <a:pt x="1145" y="1225"/>
                </a:cubicBezTo>
                <a:lnTo>
                  <a:pt x="1145" y="1226"/>
                </a:lnTo>
                <a:cubicBezTo>
                  <a:pt x="1145" y="1235"/>
                  <a:pt x="1150" y="1248"/>
                  <a:pt x="1156" y="1253"/>
                </a:cubicBezTo>
                <a:lnTo>
                  <a:pt x="1219" y="1315"/>
                </a:lnTo>
                <a:cubicBezTo>
                  <a:pt x="1224" y="1320"/>
                  <a:pt x="1237" y="1325"/>
                  <a:pt x="1245" y="1325"/>
                </a:cubicBezTo>
                <a:lnTo>
                  <a:pt x="1247" y="1325"/>
                </a:lnTo>
                <a:cubicBezTo>
                  <a:pt x="1256" y="1325"/>
                  <a:pt x="1268" y="1320"/>
                  <a:pt x="1274" y="1315"/>
                </a:cubicBezTo>
                <a:lnTo>
                  <a:pt x="1336" y="1253"/>
                </a:lnTo>
                <a:cubicBezTo>
                  <a:pt x="1341" y="1246"/>
                  <a:pt x="1348" y="1235"/>
                  <a:pt x="1348" y="1226"/>
                </a:cubicBezTo>
                <a:lnTo>
                  <a:pt x="1348" y="1225"/>
                </a:lnTo>
                <a:close/>
                <a:moveTo>
                  <a:pt x="373" y="583"/>
                </a:moveTo>
                <a:lnTo>
                  <a:pt x="893" y="881"/>
                </a:lnTo>
                <a:cubicBezTo>
                  <a:pt x="921" y="897"/>
                  <a:pt x="951" y="904"/>
                  <a:pt x="981" y="900"/>
                </a:cubicBezTo>
                <a:cubicBezTo>
                  <a:pt x="1060" y="895"/>
                  <a:pt x="1122" y="828"/>
                  <a:pt x="1122" y="749"/>
                </a:cubicBezTo>
                <a:lnTo>
                  <a:pt x="1122" y="151"/>
                </a:lnTo>
                <a:cubicBezTo>
                  <a:pt x="1122" y="67"/>
                  <a:pt x="1053" y="0"/>
                  <a:pt x="969" y="0"/>
                </a:cubicBezTo>
                <a:cubicBezTo>
                  <a:pt x="884" y="0"/>
                  <a:pt x="815" y="69"/>
                  <a:pt x="815" y="151"/>
                </a:cubicBezTo>
                <a:lnTo>
                  <a:pt x="815" y="486"/>
                </a:lnTo>
                <a:lnTo>
                  <a:pt x="525" y="319"/>
                </a:lnTo>
                <a:cubicBezTo>
                  <a:pt x="452" y="277"/>
                  <a:pt x="359" y="301"/>
                  <a:pt x="315" y="375"/>
                </a:cubicBezTo>
                <a:cubicBezTo>
                  <a:pt x="274" y="448"/>
                  <a:pt x="299" y="541"/>
                  <a:pt x="373" y="583"/>
                </a:cubicBezTo>
                <a:close/>
                <a:moveTo>
                  <a:pt x="1512" y="902"/>
                </a:moveTo>
                <a:cubicBezTo>
                  <a:pt x="1542" y="904"/>
                  <a:pt x="1572" y="899"/>
                  <a:pt x="1600" y="883"/>
                </a:cubicBezTo>
                <a:lnTo>
                  <a:pt x="2120" y="585"/>
                </a:lnTo>
                <a:cubicBezTo>
                  <a:pt x="2194" y="543"/>
                  <a:pt x="2219" y="449"/>
                  <a:pt x="2177" y="377"/>
                </a:cubicBezTo>
                <a:cubicBezTo>
                  <a:pt x="2134" y="305"/>
                  <a:pt x="2041" y="280"/>
                  <a:pt x="1967" y="321"/>
                </a:cubicBezTo>
                <a:lnTo>
                  <a:pt x="1676" y="488"/>
                </a:lnTo>
                <a:lnTo>
                  <a:pt x="1676" y="153"/>
                </a:lnTo>
                <a:cubicBezTo>
                  <a:pt x="1676" y="69"/>
                  <a:pt x="1607" y="2"/>
                  <a:pt x="1523" y="2"/>
                </a:cubicBezTo>
                <a:cubicBezTo>
                  <a:pt x="1438" y="2"/>
                  <a:pt x="1370" y="70"/>
                  <a:pt x="1370" y="153"/>
                </a:cubicBezTo>
                <a:lnTo>
                  <a:pt x="1370" y="751"/>
                </a:lnTo>
                <a:cubicBezTo>
                  <a:pt x="1371" y="830"/>
                  <a:pt x="1433" y="895"/>
                  <a:pt x="1512" y="902"/>
                </a:cubicBezTo>
                <a:close/>
                <a:moveTo>
                  <a:pt x="981" y="1551"/>
                </a:moveTo>
                <a:cubicBezTo>
                  <a:pt x="951" y="1549"/>
                  <a:pt x="919" y="1554"/>
                  <a:pt x="893" y="1570"/>
                </a:cubicBezTo>
                <a:lnTo>
                  <a:pt x="373" y="1868"/>
                </a:lnTo>
                <a:cubicBezTo>
                  <a:pt x="299" y="1910"/>
                  <a:pt x="274" y="2004"/>
                  <a:pt x="317" y="2076"/>
                </a:cubicBezTo>
                <a:cubicBezTo>
                  <a:pt x="359" y="2148"/>
                  <a:pt x="452" y="2173"/>
                  <a:pt x="526" y="2130"/>
                </a:cubicBezTo>
                <a:lnTo>
                  <a:pt x="817" y="1963"/>
                </a:lnTo>
                <a:lnTo>
                  <a:pt x="817" y="2298"/>
                </a:lnTo>
                <a:cubicBezTo>
                  <a:pt x="817" y="2382"/>
                  <a:pt x="886" y="2449"/>
                  <a:pt x="971" y="2449"/>
                </a:cubicBezTo>
                <a:cubicBezTo>
                  <a:pt x="1055" y="2449"/>
                  <a:pt x="1124" y="2381"/>
                  <a:pt x="1124" y="2298"/>
                </a:cubicBezTo>
                <a:lnTo>
                  <a:pt x="1124" y="1700"/>
                </a:lnTo>
                <a:cubicBezTo>
                  <a:pt x="1122" y="1623"/>
                  <a:pt x="1060" y="1556"/>
                  <a:pt x="981" y="1551"/>
                </a:cubicBezTo>
                <a:close/>
                <a:moveTo>
                  <a:pt x="840" y="1270"/>
                </a:moveTo>
                <a:cubicBezTo>
                  <a:pt x="845" y="1255"/>
                  <a:pt x="847" y="1237"/>
                  <a:pt x="847" y="1221"/>
                </a:cubicBezTo>
                <a:cubicBezTo>
                  <a:pt x="847" y="1209"/>
                  <a:pt x="845" y="1196"/>
                  <a:pt x="842" y="1186"/>
                </a:cubicBezTo>
                <a:cubicBezTo>
                  <a:pt x="831" y="1149"/>
                  <a:pt x="807" y="1115"/>
                  <a:pt x="771" y="1094"/>
                </a:cubicBezTo>
                <a:lnTo>
                  <a:pt x="252" y="796"/>
                </a:lnTo>
                <a:cubicBezTo>
                  <a:pt x="178" y="754"/>
                  <a:pt x="84" y="779"/>
                  <a:pt x="42" y="853"/>
                </a:cubicBezTo>
                <a:cubicBezTo>
                  <a:pt x="0" y="925"/>
                  <a:pt x="24" y="1018"/>
                  <a:pt x="98" y="1061"/>
                </a:cubicBezTo>
                <a:lnTo>
                  <a:pt x="389" y="1228"/>
                </a:lnTo>
                <a:lnTo>
                  <a:pt x="98" y="1396"/>
                </a:lnTo>
                <a:cubicBezTo>
                  <a:pt x="24" y="1438"/>
                  <a:pt x="0" y="1531"/>
                  <a:pt x="42" y="1604"/>
                </a:cubicBezTo>
                <a:cubicBezTo>
                  <a:pt x="84" y="1676"/>
                  <a:pt x="178" y="1700"/>
                  <a:pt x="252" y="1660"/>
                </a:cubicBezTo>
                <a:lnTo>
                  <a:pt x="771" y="1360"/>
                </a:lnTo>
                <a:cubicBezTo>
                  <a:pt x="805" y="1337"/>
                  <a:pt x="830" y="1306"/>
                  <a:pt x="840" y="1270"/>
                </a:cubicBezTo>
                <a:close/>
              </a:path>
            </a:pathLst>
          </a:custGeom>
          <a:solidFill>
            <a:srgbClr val="29B5E8"/>
          </a:solidFill>
          <a:ln>
            <a:noFill/>
          </a:ln>
        </p:spPr>
        <p:txBody>
          <a:bodyPr spcFirstLastPara="1" wrap="square" lIns="121900" tIns="60925" rIns="121900" bIns="60925" anchor="ctr" anchorCtr="0">
            <a:noAutofit/>
          </a:bodyPr>
          <a:lstStyle/>
          <a:p>
            <a:pPr marL="0" marR="0" lvl="0" indent="0" algn="l" rtl="0">
              <a:spcBef>
                <a:spcPts val="0"/>
              </a:spcBef>
              <a:spcAft>
                <a:spcPts val="0"/>
              </a:spcAft>
              <a:buClr>
                <a:schemeClr val="dk1"/>
              </a:buClr>
              <a:buSzPts val="2400"/>
              <a:buFont typeface="Arial"/>
              <a:buNone/>
            </a:pPr>
            <a:endParaRPr sz="2400" b="0" i="0" u="none" strike="noStrike" cap="none">
              <a:solidFill>
                <a:srgbClr val="FFFFFF"/>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Layout">
  <p:cSld name="One Column Layout">
    <p:spTree>
      <p:nvGrpSpPr>
        <p:cNvPr id="1" name="Shape 49"/>
        <p:cNvGrpSpPr/>
        <p:nvPr/>
      </p:nvGrpSpPr>
      <p:grpSpPr>
        <a:xfrm>
          <a:off x="0" y="0"/>
          <a:ext cx="0" cy="0"/>
          <a:chOff x="0" y="0"/>
          <a:chExt cx="0" cy="0"/>
        </a:xfrm>
      </p:grpSpPr>
      <p:sp>
        <p:nvSpPr>
          <p:cNvPr id="50" name="Google Shape;50;p6"/>
          <p:cNvSpPr/>
          <p:nvPr/>
        </p:nvSpPr>
        <p:spPr>
          <a:xfrm>
            <a:off x="0" y="6377940"/>
            <a:ext cx="815200" cy="480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67"/>
              <a:buFont typeface="Arial"/>
              <a:buNone/>
            </a:pPr>
            <a:endParaRPr sz="1867" b="0" i="0" u="none" strike="noStrike" cap="none">
              <a:solidFill>
                <a:schemeClr val="lt1"/>
              </a:solidFill>
              <a:latin typeface="Arial"/>
              <a:ea typeface="Arial"/>
              <a:cs typeface="Arial"/>
              <a:sym typeface="Arial"/>
            </a:endParaRPr>
          </a:p>
        </p:txBody>
      </p:sp>
      <p:grpSp>
        <p:nvGrpSpPr>
          <p:cNvPr id="51" name="Google Shape;51;p6"/>
          <p:cNvGrpSpPr/>
          <p:nvPr/>
        </p:nvGrpSpPr>
        <p:grpSpPr>
          <a:xfrm>
            <a:off x="460203" y="6501363"/>
            <a:ext cx="180165" cy="177824"/>
            <a:chOff x="2940050" y="1514475"/>
            <a:chExt cx="4643437" cy="4583110"/>
          </a:xfrm>
        </p:grpSpPr>
        <p:sp>
          <p:nvSpPr>
            <p:cNvPr id="52" name="Google Shape;52;p6"/>
            <p:cNvSpPr/>
            <p:nvPr/>
          </p:nvSpPr>
          <p:spPr>
            <a:xfrm>
              <a:off x="5507038" y="1514475"/>
              <a:ext cx="1576386" cy="1741489"/>
            </a:xfrm>
            <a:custGeom>
              <a:avLst/>
              <a:gdLst/>
              <a:ahLst/>
              <a:cxnLst/>
              <a:rect l="l" t="t" r="r" b="b"/>
              <a:pathLst>
                <a:path w="4378" h="4837" extrusionOk="0">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Clr>
                  <a:schemeClr val="dk1"/>
                </a:buClr>
                <a:buSzPts val="1867"/>
                <a:buFont typeface="Arial"/>
                <a:buNone/>
              </a:pPr>
              <a:endParaRPr sz="1867" b="0" i="0" u="none" strike="noStrike" cap="none">
                <a:solidFill>
                  <a:schemeClr val="dk1"/>
                </a:solidFill>
                <a:latin typeface="Arial"/>
                <a:ea typeface="Arial"/>
                <a:cs typeface="Arial"/>
                <a:sym typeface="Arial"/>
              </a:endParaRPr>
            </a:p>
          </p:txBody>
        </p:sp>
        <p:sp>
          <p:nvSpPr>
            <p:cNvPr id="53" name="Google Shape;53;p6"/>
            <p:cNvSpPr/>
            <p:nvPr/>
          </p:nvSpPr>
          <p:spPr>
            <a:xfrm>
              <a:off x="5970588" y="2924175"/>
              <a:ext cx="1612899" cy="1784347"/>
            </a:xfrm>
            <a:custGeom>
              <a:avLst/>
              <a:gdLst/>
              <a:ahLst/>
              <a:cxnLst/>
              <a:rect l="l" t="t" r="r" b="b"/>
              <a:pathLst>
                <a:path w="4479" h="4958" extrusionOk="0">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Clr>
                  <a:schemeClr val="dk1"/>
                </a:buClr>
                <a:buSzPts val="1867"/>
                <a:buFont typeface="Arial"/>
                <a:buNone/>
              </a:pPr>
              <a:endParaRPr sz="1867" b="0" i="0" u="none" strike="noStrike" cap="none">
                <a:solidFill>
                  <a:schemeClr val="dk1"/>
                </a:solidFill>
                <a:latin typeface="Arial"/>
                <a:ea typeface="Arial"/>
                <a:cs typeface="Arial"/>
                <a:sym typeface="Arial"/>
              </a:endParaRPr>
            </a:p>
          </p:txBody>
        </p:sp>
        <p:sp>
          <p:nvSpPr>
            <p:cNvPr id="54" name="Google Shape;54;p6"/>
            <p:cNvSpPr/>
            <p:nvPr/>
          </p:nvSpPr>
          <p:spPr>
            <a:xfrm>
              <a:off x="5499100" y="4398963"/>
              <a:ext cx="1590674" cy="1698622"/>
            </a:xfrm>
            <a:custGeom>
              <a:avLst/>
              <a:gdLst/>
              <a:ahLst/>
              <a:cxnLst/>
              <a:rect l="l" t="t" r="r" b="b"/>
              <a:pathLst>
                <a:path w="4419" h="4720" extrusionOk="0">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Clr>
                  <a:schemeClr val="dk1"/>
                </a:buClr>
                <a:buSzPts val="1867"/>
                <a:buFont typeface="Arial"/>
                <a:buNone/>
              </a:pPr>
              <a:endParaRPr sz="1867" b="0" i="0" u="none" strike="noStrike" cap="none">
                <a:solidFill>
                  <a:schemeClr val="dk1"/>
                </a:solidFill>
                <a:latin typeface="Arial"/>
                <a:ea typeface="Arial"/>
                <a:cs typeface="Arial"/>
                <a:sym typeface="Arial"/>
              </a:endParaRPr>
            </a:p>
          </p:txBody>
        </p:sp>
        <p:sp>
          <p:nvSpPr>
            <p:cNvPr id="55" name="Google Shape;55;p6"/>
            <p:cNvSpPr/>
            <p:nvPr/>
          </p:nvSpPr>
          <p:spPr>
            <a:xfrm>
              <a:off x="3435350" y="4359275"/>
              <a:ext cx="1571629" cy="1736721"/>
            </a:xfrm>
            <a:custGeom>
              <a:avLst/>
              <a:gdLst/>
              <a:ahLst/>
              <a:cxnLst/>
              <a:rect l="l" t="t" r="r" b="b"/>
              <a:pathLst>
                <a:path w="4367" h="4826" extrusionOk="0">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Clr>
                  <a:schemeClr val="dk1"/>
                </a:buClr>
                <a:buSzPts val="1867"/>
                <a:buFont typeface="Arial"/>
                <a:buNone/>
              </a:pPr>
              <a:endParaRPr sz="1867" b="0" i="0" u="none" strike="noStrike" cap="none">
                <a:solidFill>
                  <a:schemeClr val="dk1"/>
                </a:solidFill>
                <a:latin typeface="Arial"/>
                <a:ea typeface="Arial"/>
                <a:cs typeface="Arial"/>
                <a:sym typeface="Arial"/>
              </a:endParaRPr>
            </a:p>
          </p:txBody>
        </p:sp>
        <p:sp>
          <p:nvSpPr>
            <p:cNvPr id="56" name="Google Shape;56;p6"/>
            <p:cNvSpPr/>
            <p:nvPr/>
          </p:nvSpPr>
          <p:spPr>
            <a:xfrm>
              <a:off x="2940050" y="2924175"/>
              <a:ext cx="1606554" cy="1771655"/>
            </a:xfrm>
            <a:custGeom>
              <a:avLst/>
              <a:gdLst/>
              <a:ahLst/>
              <a:cxnLst/>
              <a:rect l="l" t="t" r="r" b="b"/>
              <a:pathLst>
                <a:path w="4462" h="4920" extrusionOk="0">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Clr>
                  <a:schemeClr val="dk1"/>
                </a:buClr>
                <a:buSzPts val="1867"/>
                <a:buFont typeface="Arial"/>
                <a:buNone/>
              </a:pPr>
              <a:endParaRPr sz="1867" b="0" i="0" u="none" strike="noStrike" cap="none">
                <a:solidFill>
                  <a:schemeClr val="dk1"/>
                </a:solidFill>
                <a:latin typeface="Arial"/>
                <a:ea typeface="Arial"/>
                <a:cs typeface="Arial"/>
                <a:sym typeface="Arial"/>
              </a:endParaRPr>
            </a:p>
          </p:txBody>
        </p:sp>
        <p:sp>
          <p:nvSpPr>
            <p:cNvPr id="57" name="Google Shape;57;p6"/>
            <p:cNvSpPr/>
            <p:nvPr/>
          </p:nvSpPr>
          <p:spPr>
            <a:xfrm>
              <a:off x="3424238" y="1514475"/>
              <a:ext cx="1598617" cy="1708145"/>
            </a:xfrm>
            <a:custGeom>
              <a:avLst/>
              <a:gdLst/>
              <a:ahLst/>
              <a:cxnLst/>
              <a:rect l="l" t="t" r="r" b="b"/>
              <a:pathLst>
                <a:path w="4439" h="4746" extrusionOk="0">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Clr>
                  <a:schemeClr val="dk1"/>
                </a:buClr>
                <a:buSzPts val="1867"/>
                <a:buFont typeface="Arial"/>
                <a:buNone/>
              </a:pPr>
              <a:endParaRPr sz="1867" b="0" i="0" u="none" strike="noStrike" cap="none">
                <a:solidFill>
                  <a:schemeClr val="dk1"/>
                </a:solidFill>
                <a:latin typeface="Arial"/>
                <a:ea typeface="Arial"/>
                <a:cs typeface="Arial"/>
                <a:sym typeface="Arial"/>
              </a:endParaRPr>
            </a:p>
          </p:txBody>
        </p:sp>
        <p:sp>
          <p:nvSpPr>
            <p:cNvPr id="58" name="Google Shape;58;p6"/>
            <p:cNvSpPr/>
            <p:nvPr/>
          </p:nvSpPr>
          <p:spPr>
            <a:xfrm>
              <a:off x="4724400" y="3267075"/>
              <a:ext cx="1071564" cy="1093786"/>
            </a:xfrm>
            <a:custGeom>
              <a:avLst/>
              <a:gdLst/>
              <a:ahLst/>
              <a:cxnLst/>
              <a:rect l="l" t="t" r="r" b="b"/>
              <a:pathLst>
                <a:path w="2977" h="3038" extrusionOk="0">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Clr>
                  <a:schemeClr val="dk1"/>
                </a:buClr>
                <a:buSzPts val="1867"/>
                <a:buFont typeface="Arial"/>
                <a:buNone/>
              </a:pPr>
              <a:endParaRPr sz="1867" b="0" i="0" u="none" strike="noStrike" cap="none">
                <a:solidFill>
                  <a:schemeClr val="dk1"/>
                </a:solidFill>
                <a:latin typeface="Arial"/>
                <a:ea typeface="Arial"/>
                <a:cs typeface="Arial"/>
                <a:sym typeface="Arial"/>
              </a:endParaRPr>
            </a:p>
          </p:txBody>
        </p:sp>
      </p:grpSp>
      <p:sp>
        <p:nvSpPr>
          <p:cNvPr id="59" name="Google Shape;59;p6"/>
          <p:cNvSpPr txBox="1">
            <a:spLocks noGrp="1"/>
          </p:cNvSpPr>
          <p:nvPr>
            <p:ph type="body" idx="1"/>
          </p:nvPr>
        </p:nvSpPr>
        <p:spPr>
          <a:xfrm>
            <a:off x="419033" y="1323499"/>
            <a:ext cx="11445200" cy="5046800"/>
          </a:xfrm>
          <a:prstGeom prst="rect">
            <a:avLst/>
          </a:prstGeom>
          <a:noFill/>
          <a:ln>
            <a:noFill/>
          </a:ln>
        </p:spPr>
        <p:txBody>
          <a:bodyPr spcFirstLastPara="1" wrap="square" lIns="68575" tIns="34275" rIns="68575" bIns="34275" anchor="t" anchorCtr="0">
            <a:noAutofit/>
          </a:bodyPr>
          <a:lstStyle>
            <a:lvl1pPr marL="457200" marR="0" lvl="0" indent="-228600" algn="l">
              <a:lnSpc>
                <a:spcPct val="90000"/>
              </a:lnSpc>
              <a:spcBef>
                <a:spcPts val="1067"/>
              </a:spcBef>
              <a:spcAft>
                <a:spcPts val="0"/>
              </a:spcAft>
              <a:buClr>
                <a:schemeClr val="dk1"/>
              </a:buClr>
              <a:buSzPts val="1400"/>
              <a:buFont typeface="Arial"/>
              <a:buNone/>
              <a:defRPr sz="1867" b="0" i="0" u="none" strike="noStrike" cap="none">
                <a:solidFill>
                  <a:schemeClr val="dk1"/>
                </a:solidFill>
                <a:latin typeface="Arial"/>
                <a:ea typeface="Arial"/>
                <a:cs typeface="Arial"/>
                <a:sym typeface="Arial"/>
              </a:defRPr>
            </a:lvl1pPr>
            <a:lvl2pPr marL="914400" marR="0" lvl="1"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371600" marR="0" lvl="2"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1828800" marR="0" lvl="3"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2286000" marR="0" lvl="4"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2743200" marR="0" lvl="5"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6pPr>
            <a:lvl7pPr marL="3200400" marR="0" lvl="6"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7pPr>
            <a:lvl8pPr marL="3657600" marR="0" lvl="7"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8pPr>
            <a:lvl9pPr marL="4114800" marR="0" lvl="8"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9pPr>
          </a:lstStyle>
          <a:p>
            <a:endParaRPr/>
          </a:p>
        </p:txBody>
      </p:sp>
      <p:sp>
        <p:nvSpPr>
          <p:cNvPr id="60" name="Google Shape;60;p6"/>
          <p:cNvSpPr txBox="1">
            <a:spLocks noGrp="1"/>
          </p:cNvSpPr>
          <p:nvPr>
            <p:ph type="body" idx="2"/>
          </p:nvPr>
        </p:nvSpPr>
        <p:spPr>
          <a:xfrm>
            <a:off x="403860" y="512763"/>
            <a:ext cx="11452800" cy="724000"/>
          </a:xfrm>
          <a:prstGeom prst="rect">
            <a:avLst/>
          </a:prstGeom>
          <a:noFill/>
          <a:ln>
            <a:noFill/>
          </a:ln>
        </p:spPr>
        <p:txBody>
          <a:bodyPr spcFirstLastPara="1" wrap="square" lIns="68575" tIns="34275" rIns="68575" bIns="34275" anchor="b" anchorCtr="0">
            <a:noAutofit/>
          </a:bodyPr>
          <a:lstStyle>
            <a:lvl1pPr marL="457200" marR="0" lvl="0" indent="-228600" algn="ctr">
              <a:lnSpc>
                <a:spcPct val="90000"/>
              </a:lnSpc>
              <a:spcBef>
                <a:spcPts val="1067"/>
              </a:spcBef>
              <a:spcAft>
                <a:spcPts val="0"/>
              </a:spcAft>
              <a:buClr>
                <a:schemeClr val="dk1"/>
              </a:buClr>
              <a:buSzPts val="2700"/>
              <a:buFont typeface="Arial"/>
              <a:buNone/>
              <a:defRPr sz="3600" b="1" i="0" u="none" strike="noStrike" cap="none">
                <a:solidFill>
                  <a:schemeClr val="dk1"/>
                </a:solidFill>
                <a:latin typeface="Arial"/>
                <a:ea typeface="Arial"/>
                <a:cs typeface="Arial"/>
                <a:sym typeface="Arial"/>
              </a:defRPr>
            </a:lvl1pPr>
            <a:lvl2pPr marL="914400" marR="0" lvl="1"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371600" marR="0" lvl="2"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1828800" marR="0" lvl="3"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2286000" marR="0" lvl="4"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2743200" marR="0" lvl="5"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6pPr>
            <a:lvl7pPr marL="3200400" marR="0" lvl="6"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7pPr>
            <a:lvl8pPr marL="3657600" marR="0" lvl="7"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8pPr>
            <a:lvl9pPr marL="4114800" marR="0" lvl="8"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9pPr>
          </a:lstStyle>
          <a:p>
            <a:endParaRPr/>
          </a:p>
        </p:txBody>
      </p:sp>
      <p:sp>
        <p:nvSpPr>
          <p:cNvPr id="61" name="Google Shape;61;p6"/>
          <p:cNvSpPr txBox="1">
            <a:spLocks noGrp="1"/>
          </p:cNvSpPr>
          <p:nvPr>
            <p:ph type="sldNum" idx="12"/>
          </p:nvPr>
        </p:nvSpPr>
        <p:spPr>
          <a:xfrm>
            <a:off x="11543868" y="6494180"/>
            <a:ext cx="342800" cy="215600"/>
          </a:xfrm>
          <a:prstGeom prst="rect">
            <a:avLst/>
          </a:prstGeom>
          <a:noFill/>
          <a:ln>
            <a:noFill/>
          </a:ln>
        </p:spPr>
        <p:txBody>
          <a:bodyPr spcFirstLastPara="1" wrap="square" lIns="68575" tIns="34275" rIns="68575" bIns="34275" anchor="b" anchorCtr="0">
            <a:noAutofit/>
          </a:bodyPr>
          <a:lstStyle>
            <a:lvl1pPr marL="0" marR="0" lvl="0" indent="0" algn="r" rtl="0">
              <a:spcBef>
                <a:spcPts val="0"/>
              </a:spcBef>
              <a:buClr>
                <a:srgbClr val="929292"/>
              </a:buClr>
              <a:buSzPts val="800"/>
              <a:buFont typeface="Arial"/>
              <a:buNone/>
              <a:defRPr sz="800" b="0" i="0" u="none" strike="noStrike" cap="none">
                <a:solidFill>
                  <a:srgbClr val="929292"/>
                </a:solidFill>
                <a:latin typeface="Arial"/>
                <a:ea typeface="Arial"/>
                <a:cs typeface="Arial"/>
                <a:sym typeface="Arial"/>
              </a:defRPr>
            </a:lvl1pPr>
            <a:lvl2pPr marL="0" marR="0" lvl="1" indent="0" algn="r" rtl="0">
              <a:spcBef>
                <a:spcPts val="0"/>
              </a:spcBef>
              <a:buClr>
                <a:srgbClr val="929292"/>
              </a:buClr>
              <a:buSzPts val="800"/>
              <a:buFont typeface="Arial"/>
              <a:buNone/>
              <a:defRPr sz="800" b="0" i="0" u="none" strike="noStrike" cap="none">
                <a:solidFill>
                  <a:srgbClr val="929292"/>
                </a:solidFill>
                <a:latin typeface="Arial"/>
                <a:ea typeface="Arial"/>
                <a:cs typeface="Arial"/>
                <a:sym typeface="Arial"/>
              </a:defRPr>
            </a:lvl2pPr>
            <a:lvl3pPr marL="0" marR="0" lvl="2" indent="0" algn="r" rtl="0">
              <a:spcBef>
                <a:spcPts val="0"/>
              </a:spcBef>
              <a:buClr>
                <a:srgbClr val="929292"/>
              </a:buClr>
              <a:buSzPts val="800"/>
              <a:buFont typeface="Arial"/>
              <a:buNone/>
              <a:defRPr sz="800" b="0" i="0" u="none" strike="noStrike" cap="none">
                <a:solidFill>
                  <a:srgbClr val="929292"/>
                </a:solidFill>
                <a:latin typeface="Arial"/>
                <a:ea typeface="Arial"/>
                <a:cs typeface="Arial"/>
                <a:sym typeface="Arial"/>
              </a:defRPr>
            </a:lvl3pPr>
            <a:lvl4pPr marL="0" marR="0" lvl="3" indent="0" algn="r" rtl="0">
              <a:spcBef>
                <a:spcPts val="0"/>
              </a:spcBef>
              <a:buClr>
                <a:srgbClr val="929292"/>
              </a:buClr>
              <a:buSzPts val="800"/>
              <a:buFont typeface="Arial"/>
              <a:buNone/>
              <a:defRPr sz="800" b="0" i="0" u="none" strike="noStrike" cap="none">
                <a:solidFill>
                  <a:srgbClr val="929292"/>
                </a:solidFill>
                <a:latin typeface="Arial"/>
                <a:ea typeface="Arial"/>
                <a:cs typeface="Arial"/>
                <a:sym typeface="Arial"/>
              </a:defRPr>
            </a:lvl4pPr>
            <a:lvl5pPr marL="0" marR="0" lvl="4" indent="0" algn="r" rtl="0">
              <a:spcBef>
                <a:spcPts val="0"/>
              </a:spcBef>
              <a:buClr>
                <a:srgbClr val="929292"/>
              </a:buClr>
              <a:buSzPts val="800"/>
              <a:buFont typeface="Arial"/>
              <a:buNone/>
              <a:defRPr sz="800" b="0" i="0" u="none" strike="noStrike" cap="none">
                <a:solidFill>
                  <a:srgbClr val="929292"/>
                </a:solidFill>
                <a:latin typeface="Arial"/>
                <a:ea typeface="Arial"/>
                <a:cs typeface="Arial"/>
                <a:sym typeface="Arial"/>
              </a:defRPr>
            </a:lvl5pPr>
            <a:lvl6pPr marL="0" marR="0" lvl="5" indent="0" algn="r" rtl="0">
              <a:spcBef>
                <a:spcPts val="0"/>
              </a:spcBef>
              <a:buClr>
                <a:srgbClr val="929292"/>
              </a:buClr>
              <a:buSzPts val="800"/>
              <a:buFont typeface="Arial"/>
              <a:buNone/>
              <a:defRPr sz="800" b="0" i="0" u="none" strike="noStrike" cap="none">
                <a:solidFill>
                  <a:srgbClr val="929292"/>
                </a:solidFill>
                <a:latin typeface="Arial"/>
                <a:ea typeface="Arial"/>
                <a:cs typeface="Arial"/>
                <a:sym typeface="Arial"/>
              </a:defRPr>
            </a:lvl6pPr>
            <a:lvl7pPr marL="0" marR="0" lvl="6" indent="0" algn="r" rtl="0">
              <a:spcBef>
                <a:spcPts val="0"/>
              </a:spcBef>
              <a:buClr>
                <a:srgbClr val="929292"/>
              </a:buClr>
              <a:buSzPts val="800"/>
              <a:buFont typeface="Arial"/>
              <a:buNone/>
              <a:defRPr sz="800" b="0" i="0" u="none" strike="noStrike" cap="none">
                <a:solidFill>
                  <a:srgbClr val="929292"/>
                </a:solidFill>
                <a:latin typeface="Arial"/>
                <a:ea typeface="Arial"/>
                <a:cs typeface="Arial"/>
                <a:sym typeface="Arial"/>
              </a:defRPr>
            </a:lvl7pPr>
            <a:lvl8pPr marL="0" marR="0" lvl="7" indent="0" algn="r" rtl="0">
              <a:spcBef>
                <a:spcPts val="0"/>
              </a:spcBef>
              <a:buClr>
                <a:srgbClr val="929292"/>
              </a:buClr>
              <a:buSzPts val="800"/>
              <a:buFont typeface="Arial"/>
              <a:buNone/>
              <a:defRPr sz="800" b="0" i="0" u="none" strike="noStrike" cap="none">
                <a:solidFill>
                  <a:srgbClr val="929292"/>
                </a:solidFill>
                <a:latin typeface="Arial"/>
                <a:ea typeface="Arial"/>
                <a:cs typeface="Arial"/>
                <a:sym typeface="Arial"/>
              </a:defRPr>
            </a:lvl8pPr>
            <a:lvl9pPr marL="0" marR="0" lvl="8" indent="0" algn="r" rtl="0">
              <a:spcBef>
                <a:spcPts val="0"/>
              </a:spcBef>
              <a:buClr>
                <a:srgbClr val="929292"/>
              </a:buClr>
              <a:buSzPts val="800"/>
              <a:buFont typeface="Arial"/>
              <a:buNone/>
              <a:defRPr sz="800" b="0" i="0" u="none" strike="noStrike" cap="none">
                <a:solidFill>
                  <a:srgbClr val="92929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62" name="Google Shape;62;p6"/>
          <p:cNvSpPr/>
          <p:nvPr/>
        </p:nvSpPr>
        <p:spPr>
          <a:xfrm>
            <a:off x="636015" y="6491347"/>
            <a:ext cx="2709200" cy="215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929292"/>
              </a:buClr>
              <a:buSzPts val="800"/>
              <a:buFont typeface="Arial"/>
              <a:buNone/>
            </a:pPr>
            <a:r>
              <a:rPr lang="en-US" sz="800" b="0" i="0" u="none" strike="noStrike" cap="none">
                <a:solidFill>
                  <a:srgbClr val="929292"/>
                </a:solidFill>
                <a:latin typeface="Arial"/>
                <a:ea typeface="Arial"/>
                <a:cs typeface="Arial"/>
                <a:sym typeface="Arial"/>
              </a:rPr>
              <a:t>© 2019 Snowflake Computing Inc. All Rights Reserved</a:t>
            </a:r>
            <a:endParaRPr sz="800" b="0" i="0" u="none" strike="noStrike" cap="none">
              <a:solidFill>
                <a:srgbClr val="929292"/>
              </a:solidFill>
              <a:latin typeface="Arial"/>
              <a:ea typeface="Arial"/>
              <a:cs typeface="Arial"/>
              <a:sym typeface="Arial"/>
            </a:endParaRPr>
          </a:p>
        </p:txBody>
      </p:sp>
      <p:sp>
        <p:nvSpPr>
          <p:cNvPr id="63" name="Google Shape;63;p6"/>
          <p:cNvSpPr/>
          <p:nvPr/>
        </p:nvSpPr>
        <p:spPr>
          <a:xfrm>
            <a:off x="460213" y="6498839"/>
            <a:ext cx="202128" cy="182880"/>
          </a:xfrm>
          <a:custGeom>
            <a:avLst/>
            <a:gdLst/>
            <a:ahLst/>
            <a:cxnLst/>
            <a:rect l="l" t="t" r="r" b="b"/>
            <a:pathLst>
              <a:path w="2696" h="2454" extrusionOk="0">
                <a:moveTo>
                  <a:pt x="2661" y="409"/>
                </a:moveTo>
                <a:lnTo>
                  <a:pt x="2661" y="271"/>
                </a:lnTo>
                <a:lnTo>
                  <a:pt x="2605" y="345"/>
                </a:lnTo>
                <a:lnTo>
                  <a:pt x="2593" y="345"/>
                </a:lnTo>
                <a:lnTo>
                  <a:pt x="2536" y="273"/>
                </a:lnTo>
                <a:lnTo>
                  <a:pt x="2536" y="409"/>
                </a:lnTo>
                <a:lnTo>
                  <a:pt x="2504" y="409"/>
                </a:lnTo>
                <a:lnTo>
                  <a:pt x="2504" y="213"/>
                </a:lnTo>
                <a:lnTo>
                  <a:pt x="2529" y="213"/>
                </a:lnTo>
                <a:lnTo>
                  <a:pt x="2600" y="305"/>
                </a:lnTo>
                <a:lnTo>
                  <a:pt x="2670" y="213"/>
                </a:lnTo>
                <a:lnTo>
                  <a:pt x="2695" y="213"/>
                </a:lnTo>
                <a:lnTo>
                  <a:pt x="2695" y="409"/>
                </a:lnTo>
                <a:lnTo>
                  <a:pt x="2661" y="409"/>
                </a:lnTo>
                <a:close/>
                <a:moveTo>
                  <a:pt x="2318" y="241"/>
                </a:moveTo>
                <a:lnTo>
                  <a:pt x="2318" y="213"/>
                </a:lnTo>
                <a:lnTo>
                  <a:pt x="2473" y="213"/>
                </a:lnTo>
                <a:lnTo>
                  <a:pt x="2473" y="241"/>
                </a:lnTo>
                <a:lnTo>
                  <a:pt x="2411" y="241"/>
                </a:lnTo>
                <a:lnTo>
                  <a:pt x="2411" y="409"/>
                </a:lnTo>
                <a:lnTo>
                  <a:pt x="2379" y="409"/>
                </a:lnTo>
                <a:lnTo>
                  <a:pt x="2379" y="241"/>
                </a:lnTo>
                <a:lnTo>
                  <a:pt x="2318" y="241"/>
                </a:lnTo>
                <a:close/>
                <a:moveTo>
                  <a:pt x="2395" y="1059"/>
                </a:moveTo>
                <a:lnTo>
                  <a:pt x="2104" y="1226"/>
                </a:lnTo>
                <a:lnTo>
                  <a:pt x="2395" y="1394"/>
                </a:lnTo>
                <a:cubicBezTo>
                  <a:pt x="2469" y="1436"/>
                  <a:pt x="2494" y="1530"/>
                  <a:pt x="2452" y="1602"/>
                </a:cubicBezTo>
                <a:cubicBezTo>
                  <a:pt x="2409" y="1674"/>
                  <a:pt x="2316" y="1699"/>
                  <a:pt x="2242" y="1658"/>
                </a:cubicBezTo>
                <a:lnTo>
                  <a:pt x="1722" y="1359"/>
                </a:lnTo>
                <a:cubicBezTo>
                  <a:pt x="1687" y="1339"/>
                  <a:pt x="1664" y="1307"/>
                  <a:pt x="1653" y="1272"/>
                </a:cubicBezTo>
                <a:cubicBezTo>
                  <a:pt x="1648" y="1256"/>
                  <a:pt x="1646" y="1239"/>
                  <a:pt x="1646" y="1223"/>
                </a:cubicBezTo>
                <a:cubicBezTo>
                  <a:pt x="1646" y="1211"/>
                  <a:pt x="1648" y="1198"/>
                  <a:pt x="1651" y="1188"/>
                </a:cubicBezTo>
                <a:cubicBezTo>
                  <a:pt x="1662" y="1151"/>
                  <a:pt x="1687" y="1117"/>
                  <a:pt x="1722" y="1096"/>
                </a:cubicBezTo>
                <a:lnTo>
                  <a:pt x="2242" y="798"/>
                </a:lnTo>
                <a:cubicBezTo>
                  <a:pt x="2314" y="756"/>
                  <a:pt x="2409" y="781"/>
                  <a:pt x="2452" y="855"/>
                </a:cubicBezTo>
                <a:cubicBezTo>
                  <a:pt x="2494" y="923"/>
                  <a:pt x="2469" y="1017"/>
                  <a:pt x="2395" y="1059"/>
                </a:cubicBezTo>
                <a:close/>
                <a:moveTo>
                  <a:pt x="2120" y="1870"/>
                </a:moveTo>
                <a:lnTo>
                  <a:pt x="1600" y="1572"/>
                </a:lnTo>
                <a:cubicBezTo>
                  <a:pt x="1572" y="1556"/>
                  <a:pt x="1542" y="1549"/>
                  <a:pt x="1512" y="1552"/>
                </a:cubicBezTo>
                <a:cubicBezTo>
                  <a:pt x="1433" y="1558"/>
                  <a:pt x="1371" y="1625"/>
                  <a:pt x="1371" y="1704"/>
                </a:cubicBezTo>
                <a:lnTo>
                  <a:pt x="1371" y="2301"/>
                </a:lnTo>
                <a:cubicBezTo>
                  <a:pt x="1371" y="2386"/>
                  <a:pt x="1440" y="2453"/>
                  <a:pt x="1525" y="2453"/>
                </a:cubicBezTo>
                <a:cubicBezTo>
                  <a:pt x="1609" y="2453"/>
                  <a:pt x="1678" y="2384"/>
                  <a:pt x="1678" y="2301"/>
                </a:cubicBezTo>
                <a:lnTo>
                  <a:pt x="1678" y="1967"/>
                </a:lnTo>
                <a:lnTo>
                  <a:pt x="1969" y="2134"/>
                </a:lnTo>
                <a:cubicBezTo>
                  <a:pt x="2041" y="2176"/>
                  <a:pt x="2136" y="2152"/>
                  <a:pt x="2178" y="2079"/>
                </a:cubicBezTo>
                <a:cubicBezTo>
                  <a:pt x="2219" y="2005"/>
                  <a:pt x="2194" y="1912"/>
                  <a:pt x="2120" y="1870"/>
                </a:cubicBezTo>
                <a:close/>
                <a:moveTo>
                  <a:pt x="1521" y="1285"/>
                </a:moveTo>
                <a:lnTo>
                  <a:pt x="1305" y="1500"/>
                </a:lnTo>
                <a:cubicBezTo>
                  <a:pt x="1298" y="1507"/>
                  <a:pt x="1288" y="1512"/>
                  <a:pt x="1279" y="1512"/>
                </a:cubicBezTo>
                <a:lnTo>
                  <a:pt x="1263" y="1512"/>
                </a:lnTo>
                <a:lnTo>
                  <a:pt x="1231" y="1512"/>
                </a:lnTo>
                <a:lnTo>
                  <a:pt x="1215" y="1512"/>
                </a:lnTo>
                <a:cubicBezTo>
                  <a:pt x="1207" y="1512"/>
                  <a:pt x="1194" y="1507"/>
                  <a:pt x="1189" y="1500"/>
                </a:cubicBezTo>
                <a:lnTo>
                  <a:pt x="972" y="1285"/>
                </a:lnTo>
                <a:cubicBezTo>
                  <a:pt x="965" y="1279"/>
                  <a:pt x="962" y="1267"/>
                  <a:pt x="962" y="1258"/>
                </a:cubicBezTo>
                <a:lnTo>
                  <a:pt x="962" y="1242"/>
                </a:lnTo>
                <a:lnTo>
                  <a:pt x="962" y="1211"/>
                </a:lnTo>
                <a:lnTo>
                  <a:pt x="962" y="1195"/>
                </a:lnTo>
                <a:cubicBezTo>
                  <a:pt x="962" y="1186"/>
                  <a:pt x="967" y="1174"/>
                  <a:pt x="972" y="1168"/>
                </a:cubicBezTo>
                <a:lnTo>
                  <a:pt x="1189" y="953"/>
                </a:lnTo>
                <a:cubicBezTo>
                  <a:pt x="1196" y="946"/>
                  <a:pt x="1207" y="943"/>
                  <a:pt x="1215" y="943"/>
                </a:cubicBezTo>
                <a:lnTo>
                  <a:pt x="1231" y="943"/>
                </a:lnTo>
                <a:lnTo>
                  <a:pt x="1263" y="943"/>
                </a:lnTo>
                <a:lnTo>
                  <a:pt x="1279" y="943"/>
                </a:lnTo>
                <a:cubicBezTo>
                  <a:pt x="1288" y="943"/>
                  <a:pt x="1300" y="948"/>
                  <a:pt x="1305" y="953"/>
                </a:cubicBezTo>
                <a:lnTo>
                  <a:pt x="1521" y="1168"/>
                </a:lnTo>
                <a:cubicBezTo>
                  <a:pt x="1526" y="1174"/>
                  <a:pt x="1532" y="1186"/>
                  <a:pt x="1532" y="1195"/>
                </a:cubicBezTo>
                <a:lnTo>
                  <a:pt x="1532" y="1211"/>
                </a:lnTo>
                <a:lnTo>
                  <a:pt x="1532" y="1242"/>
                </a:lnTo>
                <a:lnTo>
                  <a:pt x="1532" y="1258"/>
                </a:lnTo>
                <a:cubicBezTo>
                  <a:pt x="1532" y="1267"/>
                  <a:pt x="1528" y="1279"/>
                  <a:pt x="1521" y="1285"/>
                </a:cubicBezTo>
                <a:close/>
                <a:moveTo>
                  <a:pt x="1348" y="1225"/>
                </a:moveTo>
                <a:cubicBezTo>
                  <a:pt x="1348" y="1216"/>
                  <a:pt x="1343" y="1204"/>
                  <a:pt x="1336" y="1198"/>
                </a:cubicBezTo>
                <a:lnTo>
                  <a:pt x="1274" y="1137"/>
                </a:lnTo>
                <a:cubicBezTo>
                  <a:pt x="1268" y="1131"/>
                  <a:pt x="1256" y="1126"/>
                  <a:pt x="1247" y="1126"/>
                </a:cubicBezTo>
                <a:lnTo>
                  <a:pt x="1245" y="1126"/>
                </a:lnTo>
                <a:cubicBezTo>
                  <a:pt x="1237" y="1126"/>
                  <a:pt x="1224" y="1131"/>
                  <a:pt x="1219" y="1137"/>
                </a:cubicBezTo>
                <a:lnTo>
                  <a:pt x="1156" y="1198"/>
                </a:lnTo>
                <a:cubicBezTo>
                  <a:pt x="1148" y="1205"/>
                  <a:pt x="1145" y="1216"/>
                  <a:pt x="1145" y="1225"/>
                </a:cubicBezTo>
                <a:lnTo>
                  <a:pt x="1145" y="1226"/>
                </a:lnTo>
                <a:cubicBezTo>
                  <a:pt x="1145" y="1235"/>
                  <a:pt x="1150" y="1248"/>
                  <a:pt x="1156" y="1253"/>
                </a:cubicBezTo>
                <a:lnTo>
                  <a:pt x="1219" y="1315"/>
                </a:lnTo>
                <a:cubicBezTo>
                  <a:pt x="1224" y="1320"/>
                  <a:pt x="1237" y="1325"/>
                  <a:pt x="1245" y="1325"/>
                </a:cubicBezTo>
                <a:lnTo>
                  <a:pt x="1247" y="1325"/>
                </a:lnTo>
                <a:cubicBezTo>
                  <a:pt x="1256" y="1325"/>
                  <a:pt x="1268" y="1320"/>
                  <a:pt x="1274" y="1315"/>
                </a:cubicBezTo>
                <a:lnTo>
                  <a:pt x="1336" y="1253"/>
                </a:lnTo>
                <a:cubicBezTo>
                  <a:pt x="1341" y="1246"/>
                  <a:pt x="1348" y="1235"/>
                  <a:pt x="1348" y="1226"/>
                </a:cubicBezTo>
                <a:lnTo>
                  <a:pt x="1348" y="1225"/>
                </a:lnTo>
                <a:close/>
                <a:moveTo>
                  <a:pt x="373" y="583"/>
                </a:moveTo>
                <a:lnTo>
                  <a:pt x="893" y="881"/>
                </a:lnTo>
                <a:cubicBezTo>
                  <a:pt x="921" y="897"/>
                  <a:pt x="951" y="904"/>
                  <a:pt x="981" y="900"/>
                </a:cubicBezTo>
                <a:cubicBezTo>
                  <a:pt x="1060" y="895"/>
                  <a:pt x="1122" y="828"/>
                  <a:pt x="1122" y="749"/>
                </a:cubicBezTo>
                <a:lnTo>
                  <a:pt x="1122" y="151"/>
                </a:lnTo>
                <a:cubicBezTo>
                  <a:pt x="1122" y="67"/>
                  <a:pt x="1053" y="0"/>
                  <a:pt x="969" y="0"/>
                </a:cubicBezTo>
                <a:cubicBezTo>
                  <a:pt x="884" y="0"/>
                  <a:pt x="815" y="69"/>
                  <a:pt x="815" y="151"/>
                </a:cubicBezTo>
                <a:lnTo>
                  <a:pt x="815" y="486"/>
                </a:lnTo>
                <a:lnTo>
                  <a:pt x="525" y="319"/>
                </a:lnTo>
                <a:cubicBezTo>
                  <a:pt x="452" y="277"/>
                  <a:pt x="359" y="301"/>
                  <a:pt x="315" y="375"/>
                </a:cubicBezTo>
                <a:cubicBezTo>
                  <a:pt x="274" y="448"/>
                  <a:pt x="299" y="541"/>
                  <a:pt x="373" y="583"/>
                </a:cubicBezTo>
                <a:close/>
                <a:moveTo>
                  <a:pt x="1512" y="902"/>
                </a:moveTo>
                <a:cubicBezTo>
                  <a:pt x="1542" y="904"/>
                  <a:pt x="1572" y="899"/>
                  <a:pt x="1600" y="883"/>
                </a:cubicBezTo>
                <a:lnTo>
                  <a:pt x="2120" y="585"/>
                </a:lnTo>
                <a:cubicBezTo>
                  <a:pt x="2194" y="543"/>
                  <a:pt x="2219" y="449"/>
                  <a:pt x="2177" y="377"/>
                </a:cubicBezTo>
                <a:cubicBezTo>
                  <a:pt x="2134" y="305"/>
                  <a:pt x="2041" y="280"/>
                  <a:pt x="1967" y="321"/>
                </a:cubicBezTo>
                <a:lnTo>
                  <a:pt x="1676" y="488"/>
                </a:lnTo>
                <a:lnTo>
                  <a:pt x="1676" y="153"/>
                </a:lnTo>
                <a:cubicBezTo>
                  <a:pt x="1676" y="69"/>
                  <a:pt x="1607" y="2"/>
                  <a:pt x="1523" y="2"/>
                </a:cubicBezTo>
                <a:cubicBezTo>
                  <a:pt x="1438" y="2"/>
                  <a:pt x="1370" y="70"/>
                  <a:pt x="1370" y="153"/>
                </a:cubicBezTo>
                <a:lnTo>
                  <a:pt x="1370" y="751"/>
                </a:lnTo>
                <a:cubicBezTo>
                  <a:pt x="1371" y="830"/>
                  <a:pt x="1433" y="895"/>
                  <a:pt x="1512" y="902"/>
                </a:cubicBezTo>
                <a:close/>
                <a:moveTo>
                  <a:pt x="981" y="1551"/>
                </a:moveTo>
                <a:cubicBezTo>
                  <a:pt x="951" y="1549"/>
                  <a:pt x="919" y="1554"/>
                  <a:pt x="893" y="1570"/>
                </a:cubicBezTo>
                <a:lnTo>
                  <a:pt x="373" y="1868"/>
                </a:lnTo>
                <a:cubicBezTo>
                  <a:pt x="299" y="1910"/>
                  <a:pt x="274" y="2004"/>
                  <a:pt x="317" y="2076"/>
                </a:cubicBezTo>
                <a:cubicBezTo>
                  <a:pt x="359" y="2148"/>
                  <a:pt x="452" y="2173"/>
                  <a:pt x="526" y="2130"/>
                </a:cubicBezTo>
                <a:lnTo>
                  <a:pt x="817" y="1963"/>
                </a:lnTo>
                <a:lnTo>
                  <a:pt x="817" y="2298"/>
                </a:lnTo>
                <a:cubicBezTo>
                  <a:pt x="817" y="2382"/>
                  <a:pt x="886" y="2449"/>
                  <a:pt x="971" y="2449"/>
                </a:cubicBezTo>
                <a:cubicBezTo>
                  <a:pt x="1055" y="2449"/>
                  <a:pt x="1124" y="2381"/>
                  <a:pt x="1124" y="2298"/>
                </a:cubicBezTo>
                <a:lnTo>
                  <a:pt x="1124" y="1700"/>
                </a:lnTo>
                <a:cubicBezTo>
                  <a:pt x="1122" y="1623"/>
                  <a:pt x="1060" y="1556"/>
                  <a:pt x="981" y="1551"/>
                </a:cubicBezTo>
                <a:close/>
                <a:moveTo>
                  <a:pt x="840" y="1270"/>
                </a:moveTo>
                <a:cubicBezTo>
                  <a:pt x="845" y="1255"/>
                  <a:pt x="847" y="1237"/>
                  <a:pt x="847" y="1221"/>
                </a:cubicBezTo>
                <a:cubicBezTo>
                  <a:pt x="847" y="1209"/>
                  <a:pt x="845" y="1196"/>
                  <a:pt x="842" y="1186"/>
                </a:cubicBezTo>
                <a:cubicBezTo>
                  <a:pt x="831" y="1149"/>
                  <a:pt x="807" y="1115"/>
                  <a:pt x="771" y="1094"/>
                </a:cubicBezTo>
                <a:lnTo>
                  <a:pt x="252" y="796"/>
                </a:lnTo>
                <a:cubicBezTo>
                  <a:pt x="178" y="754"/>
                  <a:pt x="84" y="779"/>
                  <a:pt x="42" y="853"/>
                </a:cubicBezTo>
                <a:cubicBezTo>
                  <a:pt x="0" y="925"/>
                  <a:pt x="24" y="1018"/>
                  <a:pt x="98" y="1061"/>
                </a:cubicBezTo>
                <a:lnTo>
                  <a:pt x="389" y="1228"/>
                </a:lnTo>
                <a:lnTo>
                  <a:pt x="98" y="1396"/>
                </a:lnTo>
                <a:cubicBezTo>
                  <a:pt x="24" y="1438"/>
                  <a:pt x="0" y="1531"/>
                  <a:pt x="42" y="1604"/>
                </a:cubicBezTo>
                <a:cubicBezTo>
                  <a:pt x="84" y="1676"/>
                  <a:pt x="178" y="1700"/>
                  <a:pt x="252" y="1660"/>
                </a:cubicBezTo>
                <a:lnTo>
                  <a:pt x="771" y="1360"/>
                </a:lnTo>
                <a:cubicBezTo>
                  <a:pt x="805" y="1337"/>
                  <a:pt x="830" y="1306"/>
                  <a:pt x="840" y="1270"/>
                </a:cubicBezTo>
                <a:close/>
              </a:path>
            </a:pathLst>
          </a:custGeom>
          <a:solidFill>
            <a:srgbClr val="29B5E8"/>
          </a:solidFill>
          <a:ln>
            <a:noFill/>
          </a:ln>
        </p:spPr>
        <p:txBody>
          <a:bodyPr spcFirstLastPara="1" wrap="square" lIns="121900" tIns="60925" rIns="121900" bIns="60925" anchor="ctr" anchorCtr="0">
            <a:noAutofit/>
          </a:bodyPr>
          <a:lstStyle/>
          <a:p>
            <a:pPr marL="0" marR="0" lvl="0" indent="0" algn="l" rtl="0">
              <a:spcBef>
                <a:spcPts val="0"/>
              </a:spcBef>
              <a:spcAft>
                <a:spcPts val="0"/>
              </a:spcAft>
              <a:buClr>
                <a:schemeClr val="dk1"/>
              </a:buClr>
              <a:buSzPts val="2400"/>
              <a:buFont typeface="Arial"/>
              <a:buNone/>
            </a:pPr>
            <a:endParaRPr sz="2400" b="0" i="0" u="none" strike="noStrike" cap="none">
              <a:solidFill>
                <a:srgbClr val="FFFFFF"/>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64"/>
        <p:cNvGrpSpPr/>
        <p:nvPr/>
      </p:nvGrpSpPr>
      <p:grpSpPr>
        <a:xfrm>
          <a:off x="0" y="0"/>
          <a:ext cx="0" cy="0"/>
          <a:chOff x="0" y="0"/>
          <a:chExt cx="0" cy="0"/>
        </a:xfrm>
      </p:grpSpPr>
      <p:pic>
        <p:nvPicPr>
          <p:cNvPr id="65" name="Google Shape;65;p7"/>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66" name="Google Shape;66;p7"/>
          <p:cNvSpPr txBox="1"/>
          <p:nvPr/>
        </p:nvSpPr>
        <p:spPr>
          <a:xfrm>
            <a:off x="5007367" y="3549433"/>
            <a:ext cx="2045600" cy="4616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558DA9"/>
              </a:buClr>
              <a:buSzPts val="2400"/>
              <a:buFont typeface="Arial"/>
              <a:buNone/>
            </a:pPr>
            <a:r>
              <a:rPr lang="en-US" sz="2400" cap="none">
                <a:solidFill>
                  <a:srgbClr val="558DA9"/>
                </a:solidFill>
                <a:latin typeface="Arial"/>
                <a:ea typeface="Arial"/>
                <a:cs typeface="Arial"/>
                <a:sym typeface="Arial"/>
              </a:rPr>
              <a:t>THANK YOU</a:t>
            </a:r>
            <a:endParaRPr sz="1467">
              <a:solidFill>
                <a:srgbClr val="558DA9"/>
              </a:solidFill>
              <a:latin typeface="Arial"/>
              <a:ea typeface="Arial"/>
              <a:cs typeface="Arial"/>
              <a:sym typeface="Arial"/>
            </a:endParaRPr>
          </a:p>
        </p:txBody>
      </p:sp>
      <p:sp>
        <p:nvSpPr>
          <p:cNvPr id="67" name="Google Shape;67;p7"/>
          <p:cNvSpPr/>
          <p:nvPr/>
        </p:nvSpPr>
        <p:spPr>
          <a:xfrm>
            <a:off x="5486679" y="4049000"/>
            <a:ext cx="186099" cy="151345"/>
          </a:xfrm>
          <a:custGeom>
            <a:avLst/>
            <a:gdLst/>
            <a:ahLst/>
            <a:cxnLst/>
            <a:rect l="l" t="t" r="r" b="b"/>
            <a:pathLst>
              <a:path w="940" h="764" extrusionOk="0">
                <a:moveTo>
                  <a:pt x="296" y="764"/>
                </a:moveTo>
                <a:cubicBezTo>
                  <a:pt x="650" y="764"/>
                  <a:pt x="844" y="470"/>
                  <a:pt x="844" y="215"/>
                </a:cubicBezTo>
                <a:cubicBezTo>
                  <a:pt x="844" y="207"/>
                  <a:pt x="844" y="199"/>
                  <a:pt x="844" y="190"/>
                </a:cubicBezTo>
                <a:cubicBezTo>
                  <a:pt x="881" y="163"/>
                  <a:pt x="914" y="129"/>
                  <a:pt x="940" y="91"/>
                </a:cubicBezTo>
                <a:cubicBezTo>
                  <a:pt x="905" y="106"/>
                  <a:pt x="868" y="116"/>
                  <a:pt x="829" y="121"/>
                </a:cubicBezTo>
                <a:cubicBezTo>
                  <a:pt x="869" y="97"/>
                  <a:pt x="900" y="59"/>
                  <a:pt x="914" y="14"/>
                </a:cubicBezTo>
                <a:cubicBezTo>
                  <a:pt x="877" y="36"/>
                  <a:pt x="835" y="52"/>
                  <a:pt x="791" y="61"/>
                </a:cubicBezTo>
                <a:cubicBezTo>
                  <a:pt x="756" y="24"/>
                  <a:pt x="706" y="0"/>
                  <a:pt x="651" y="0"/>
                </a:cubicBezTo>
                <a:cubicBezTo>
                  <a:pt x="544" y="0"/>
                  <a:pt x="458" y="86"/>
                  <a:pt x="458" y="193"/>
                </a:cubicBezTo>
                <a:cubicBezTo>
                  <a:pt x="458" y="208"/>
                  <a:pt x="460" y="223"/>
                  <a:pt x="463" y="237"/>
                </a:cubicBezTo>
                <a:cubicBezTo>
                  <a:pt x="303" y="229"/>
                  <a:pt x="160" y="152"/>
                  <a:pt x="65" y="35"/>
                </a:cubicBezTo>
                <a:cubicBezTo>
                  <a:pt x="49" y="64"/>
                  <a:pt x="39" y="97"/>
                  <a:pt x="39" y="132"/>
                </a:cubicBezTo>
                <a:cubicBezTo>
                  <a:pt x="39" y="199"/>
                  <a:pt x="73" y="258"/>
                  <a:pt x="125" y="293"/>
                </a:cubicBezTo>
                <a:cubicBezTo>
                  <a:pt x="93" y="292"/>
                  <a:pt x="64" y="283"/>
                  <a:pt x="38" y="269"/>
                </a:cubicBezTo>
                <a:cubicBezTo>
                  <a:pt x="38" y="270"/>
                  <a:pt x="38" y="270"/>
                  <a:pt x="38" y="271"/>
                </a:cubicBezTo>
                <a:cubicBezTo>
                  <a:pt x="38" y="365"/>
                  <a:pt x="104" y="443"/>
                  <a:pt x="192" y="460"/>
                </a:cubicBezTo>
                <a:cubicBezTo>
                  <a:pt x="176" y="465"/>
                  <a:pt x="159" y="467"/>
                  <a:pt x="142" y="467"/>
                </a:cubicBezTo>
                <a:cubicBezTo>
                  <a:pt x="129" y="467"/>
                  <a:pt x="117" y="466"/>
                  <a:pt x="105" y="464"/>
                </a:cubicBezTo>
                <a:cubicBezTo>
                  <a:pt x="130" y="540"/>
                  <a:pt x="201" y="596"/>
                  <a:pt x="285" y="597"/>
                </a:cubicBezTo>
                <a:cubicBezTo>
                  <a:pt x="219" y="649"/>
                  <a:pt x="136" y="680"/>
                  <a:pt x="46" y="680"/>
                </a:cubicBezTo>
                <a:cubicBezTo>
                  <a:pt x="30" y="680"/>
                  <a:pt x="15" y="679"/>
                  <a:pt x="0" y="677"/>
                </a:cubicBezTo>
                <a:cubicBezTo>
                  <a:pt x="85" y="732"/>
                  <a:pt x="187" y="764"/>
                  <a:pt x="296" y="764"/>
                </a:cubicBezTo>
              </a:path>
            </a:pathLst>
          </a:custGeom>
          <a:solidFill>
            <a:srgbClr val="0D5D7B">
              <a:alpha val="2745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67"/>
              <a:buFont typeface="Arial"/>
              <a:buNone/>
            </a:pPr>
            <a:endParaRPr sz="1867">
              <a:solidFill>
                <a:schemeClr val="dk1"/>
              </a:solidFill>
              <a:latin typeface="Arial"/>
              <a:ea typeface="Arial"/>
              <a:cs typeface="Arial"/>
              <a:sym typeface="Arial"/>
            </a:endParaRPr>
          </a:p>
        </p:txBody>
      </p:sp>
      <p:sp>
        <p:nvSpPr>
          <p:cNvPr id="68" name="Google Shape;68;p7"/>
          <p:cNvSpPr/>
          <p:nvPr/>
        </p:nvSpPr>
        <p:spPr>
          <a:xfrm>
            <a:off x="5820493" y="4043887"/>
            <a:ext cx="38851" cy="161565"/>
          </a:xfrm>
          <a:custGeom>
            <a:avLst/>
            <a:gdLst/>
            <a:ahLst/>
            <a:cxnLst/>
            <a:rect l="l" t="t" r="r" b="b"/>
            <a:pathLst>
              <a:path w="235" h="978" extrusionOk="0">
                <a:moveTo>
                  <a:pt x="16" y="325"/>
                </a:moveTo>
                <a:cubicBezTo>
                  <a:pt x="219" y="325"/>
                  <a:pt x="219" y="325"/>
                  <a:pt x="219" y="325"/>
                </a:cubicBezTo>
                <a:cubicBezTo>
                  <a:pt x="219" y="978"/>
                  <a:pt x="219" y="978"/>
                  <a:pt x="219" y="978"/>
                </a:cubicBezTo>
                <a:cubicBezTo>
                  <a:pt x="16" y="978"/>
                  <a:pt x="16" y="978"/>
                  <a:pt x="16" y="978"/>
                </a:cubicBezTo>
                <a:lnTo>
                  <a:pt x="16" y="325"/>
                </a:lnTo>
                <a:close/>
                <a:moveTo>
                  <a:pt x="118" y="0"/>
                </a:moveTo>
                <a:cubicBezTo>
                  <a:pt x="183" y="0"/>
                  <a:pt x="235" y="53"/>
                  <a:pt x="235" y="118"/>
                </a:cubicBezTo>
                <a:cubicBezTo>
                  <a:pt x="235" y="183"/>
                  <a:pt x="183" y="236"/>
                  <a:pt x="118" y="236"/>
                </a:cubicBezTo>
                <a:cubicBezTo>
                  <a:pt x="52" y="236"/>
                  <a:pt x="0" y="183"/>
                  <a:pt x="0" y="118"/>
                </a:cubicBezTo>
                <a:cubicBezTo>
                  <a:pt x="0" y="53"/>
                  <a:pt x="52" y="0"/>
                  <a:pt x="118" y="0"/>
                </a:cubicBezTo>
              </a:path>
            </a:pathLst>
          </a:custGeom>
          <a:solidFill>
            <a:srgbClr val="0D5D7B">
              <a:alpha val="2745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67"/>
              <a:buFont typeface="Arial"/>
              <a:buNone/>
            </a:pPr>
            <a:endParaRPr sz="1867">
              <a:solidFill>
                <a:schemeClr val="dk1"/>
              </a:solidFill>
              <a:latin typeface="Arial"/>
              <a:ea typeface="Arial"/>
              <a:cs typeface="Arial"/>
              <a:sym typeface="Arial"/>
            </a:endParaRPr>
          </a:p>
        </p:txBody>
      </p:sp>
      <p:sp>
        <p:nvSpPr>
          <p:cNvPr id="69" name="Google Shape;69;p7"/>
          <p:cNvSpPr/>
          <p:nvPr/>
        </p:nvSpPr>
        <p:spPr>
          <a:xfrm>
            <a:off x="5877743" y="4094973"/>
            <a:ext cx="104504" cy="110481"/>
          </a:xfrm>
          <a:custGeom>
            <a:avLst/>
            <a:gdLst/>
            <a:ahLst/>
            <a:cxnLst/>
            <a:rect l="l" t="t" r="r" b="b"/>
            <a:pathLst>
              <a:path w="633" h="669" extrusionOk="0">
                <a:moveTo>
                  <a:pt x="0" y="16"/>
                </a:moveTo>
                <a:cubicBezTo>
                  <a:pt x="194" y="16"/>
                  <a:pt x="194" y="16"/>
                  <a:pt x="194" y="16"/>
                </a:cubicBezTo>
                <a:cubicBezTo>
                  <a:pt x="194" y="105"/>
                  <a:pt x="194" y="105"/>
                  <a:pt x="194" y="105"/>
                </a:cubicBezTo>
                <a:cubicBezTo>
                  <a:pt x="197" y="105"/>
                  <a:pt x="197" y="105"/>
                  <a:pt x="197" y="105"/>
                </a:cubicBezTo>
                <a:cubicBezTo>
                  <a:pt x="224" y="54"/>
                  <a:pt x="291" y="0"/>
                  <a:pt x="389" y="0"/>
                </a:cubicBezTo>
                <a:cubicBezTo>
                  <a:pt x="595" y="0"/>
                  <a:pt x="633" y="135"/>
                  <a:pt x="633" y="311"/>
                </a:cubicBezTo>
                <a:cubicBezTo>
                  <a:pt x="633" y="669"/>
                  <a:pt x="633" y="669"/>
                  <a:pt x="633" y="669"/>
                </a:cubicBezTo>
                <a:cubicBezTo>
                  <a:pt x="430" y="669"/>
                  <a:pt x="430" y="669"/>
                  <a:pt x="430" y="669"/>
                </a:cubicBezTo>
                <a:cubicBezTo>
                  <a:pt x="430" y="352"/>
                  <a:pt x="430" y="352"/>
                  <a:pt x="430" y="352"/>
                </a:cubicBezTo>
                <a:cubicBezTo>
                  <a:pt x="430" y="276"/>
                  <a:pt x="429" y="178"/>
                  <a:pt x="324" y="178"/>
                </a:cubicBezTo>
                <a:cubicBezTo>
                  <a:pt x="219" y="178"/>
                  <a:pt x="203" y="261"/>
                  <a:pt x="203" y="346"/>
                </a:cubicBezTo>
                <a:cubicBezTo>
                  <a:pt x="203" y="669"/>
                  <a:pt x="203" y="669"/>
                  <a:pt x="203" y="669"/>
                </a:cubicBezTo>
                <a:cubicBezTo>
                  <a:pt x="0" y="669"/>
                  <a:pt x="0" y="669"/>
                  <a:pt x="0" y="669"/>
                </a:cubicBezTo>
                <a:lnTo>
                  <a:pt x="0" y="16"/>
                </a:lnTo>
                <a:close/>
              </a:path>
            </a:pathLst>
          </a:custGeom>
          <a:solidFill>
            <a:srgbClr val="0D5D7B">
              <a:alpha val="2745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67"/>
              <a:buFont typeface="Arial"/>
              <a:buNone/>
            </a:pPr>
            <a:endParaRPr sz="1867">
              <a:solidFill>
                <a:schemeClr val="dk1"/>
              </a:solidFill>
              <a:latin typeface="Arial"/>
              <a:ea typeface="Arial"/>
              <a:cs typeface="Arial"/>
              <a:sym typeface="Arial"/>
            </a:endParaRPr>
          </a:p>
        </p:txBody>
      </p:sp>
      <p:sp>
        <p:nvSpPr>
          <p:cNvPr id="70" name="Google Shape;70;p7"/>
          <p:cNvSpPr/>
          <p:nvPr/>
        </p:nvSpPr>
        <p:spPr>
          <a:xfrm>
            <a:off x="6129963" y="4072451"/>
            <a:ext cx="171412" cy="120108"/>
          </a:xfrm>
          <a:custGeom>
            <a:avLst/>
            <a:gdLst/>
            <a:ahLst/>
            <a:cxnLst/>
            <a:rect l="l" t="t" r="r" b="b"/>
            <a:pathLst>
              <a:path w="486" h="340" extrusionOk="0">
                <a:moveTo>
                  <a:pt x="476" y="53"/>
                </a:moveTo>
                <a:cubicBezTo>
                  <a:pt x="470" y="32"/>
                  <a:pt x="454" y="16"/>
                  <a:pt x="433" y="10"/>
                </a:cubicBezTo>
                <a:cubicBezTo>
                  <a:pt x="395" y="0"/>
                  <a:pt x="243" y="0"/>
                  <a:pt x="243" y="0"/>
                </a:cubicBezTo>
                <a:cubicBezTo>
                  <a:pt x="243" y="0"/>
                  <a:pt x="91" y="0"/>
                  <a:pt x="53" y="10"/>
                </a:cubicBezTo>
                <a:cubicBezTo>
                  <a:pt x="32" y="16"/>
                  <a:pt x="16" y="32"/>
                  <a:pt x="10" y="53"/>
                </a:cubicBezTo>
                <a:cubicBezTo>
                  <a:pt x="0" y="91"/>
                  <a:pt x="0" y="170"/>
                  <a:pt x="0" y="170"/>
                </a:cubicBezTo>
                <a:cubicBezTo>
                  <a:pt x="0" y="170"/>
                  <a:pt x="0" y="249"/>
                  <a:pt x="10" y="287"/>
                </a:cubicBezTo>
                <a:cubicBezTo>
                  <a:pt x="16" y="308"/>
                  <a:pt x="32" y="324"/>
                  <a:pt x="53" y="330"/>
                </a:cubicBezTo>
                <a:cubicBezTo>
                  <a:pt x="91" y="340"/>
                  <a:pt x="243" y="340"/>
                  <a:pt x="243" y="340"/>
                </a:cubicBezTo>
                <a:cubicBezTo>
                  <a:pt x="243" y="340"/>
                  <a:pt x="395" y="340"/>
                  <a:pt x="433" y="330"/>
                </a:cubicBezTo>
                <a:cubicBezTo>
                  <a:pt x="454" y="324"/>
                  <a:pt x="470" y="308"/>
                  <a:pt x="476" y="287"/>
                </a:cubicBezTo>
                <a:cubicBezTo>
                  <a:pt x="486" y="249"/>
                  <a:pt x="486" y="170"/>
                  <a:pt x="486" y="170"/>
                </a:cubicBezTo>
                <a:cubicBezTo>
                  <a:pt x="486" y="170"/>
                  <a:pt x="486" y="91"/>
                  <a:pt x="476" y="53"/>
                </a:cubicBezTo>
                <a:close/>
                <a:moveTo>
                  <a:pt x="194" y="243"/>
                </a:moveTo>
                <a:cubicBezTo>
                  <a:pt x="194" y="97"/>
                  <a:pt x="194" y="97"/>
                  <a:pt x="194" y="97"/>
                </a:cubicBezTo>
                <a:cubicBezTo>
                  <a:pt x="321" y="170"/>
                  <a:pt x="321" y="170"/>
                  <a:pt x="321" y="170"/>
                </a:cubicBezTo>
                <a:lnTo>
                  <a:pt x="194" y="243"/>
                </a:lnTo>
                <a:close/>
              </a:path>
            </a:pathLst>
          </a:custGeom>
          <a:solidFill>
            <a:srgbClr val="0D5D7B">
              <a:alpha val="2745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67"/>
              <a:buFont typeface="Arial"/>
              <a:buNone/>
            </a:pPr>
            <a:endParaRPr sz="1867">
              <a:solidFill>
                <a:schemeClr val="dk1"/>
              </a:solidFill>
              <a:latin typeface="Arial"/>
              <a:ea typeface="Arial"/>
              <a:cs typeface="Arial"/>
              <a:sym typeface="Arial"/>
            </a:endParaRPr>
          </a:p>
        </p:txBody>
      </p:sp>
      <p:sp>
        <p:nvSpPr>
          <p:cNvPr id="71" name="Google Shape;71;p7"/>
          <p:cNvSpPr/>
          <p:nvPr/>
        </p:nvSpPr>
        <p:spPr>
          <a:xfrm>
            <a:off x="6449095" y="4052867"/>
            <a:ext cx="143511" cy="143605"/>
          </a:xfrm>
          <a:custGeom>
            <a:avLst/>
            <a:gdLst/>
            <a:ahLst/>
            <a:cxnLst/>
            <a:rect l="l" t="t" r="r" b="b"/>
            <a:pathLst>
              <a:path w="4096" h="4096" extrusionOk="0">
                <a:moveTo>
                  <a:pt x="3870" y="0"/>
                </a:moveTo>
                <a:cubicBezTo>
                  <a:pt x="226" y="0"/>
                  <a:pt x="226" y="0"/>
                  <a:pt x="226" y="0"/>
                </a:cubicBezTo>
                <a:cubicBezTo>
                  <a:pt x="101" y="0"/>
                  <a:pt x="0" y="101"/>
                  <a:pt x="0" y="226"/>
                </a:cubicBezTo>
                <a:cubicBezTo>
                  <a:pt x="0" y="3870"/>
                  <a:pt x="0" y="3870"/>
                  <a:pt x="0" y="3870"/>
                </a:cubicBezTo>
                <a:cubicBezTo>
                  <a:pt x="0" y="3995"/>
                  <a:pt x="101" y="4096"/>
                  <a:pt x="226" y="4096"/>
                </a:cubicBezTo>
                <a:cubicBezTo>
                  <a:pt x="2188" y="4096"/>
                  <a:pt x="2188" y="4096"/>
                  <a:pt x="2188" y="4096"/>
                </a:cubicBezTo>
                <a:cubicBezTo>
                  <a:pt x="2188" y="2512"/>
                  <a:pt x="2188" y="2512"/>
                  <a:pt x="2188" y="2512"/>
                </a:cubicBezTo>
                <a:cubicBezTo>
                  <a:pt x="1656" y="2512"/>
                  <a:pt x="1656" y="2512"/>
                  <a:pt x="1656" y="2512"/>
                </a:cubicBezTo>
                <a:cubicBezTo>
                  <a:pt x="1656" y="1892"/>
                  <a:pt x="1656" y="1892"/>
                  <a:pt x="1656" y="1892"/>
                </a:cubicBezTo>
                <a:cubicBezTo>
                  <a:pt x="2188" y="1892"/>
                  <a:pt x="2188" y="1892"/>
                  <a:pt x="2188" y="1892"/>
                </a:cubicBezTo>
                <a:cubicBezTo>
                  <a:pt x="2188" y="1436"/>
                  <a:pt x="2188" y="1436"/>
                  <a:pt x="2188" y="1436"/>
                </a:cubicBezTo>
                <a:cubicBezTo>
                  <a:pt x="2188" y="907"/>
                  <a:pt x="2511" y="619"/>
                  <a:pt x="2983" y="619"/>
                </a:cubicBezTo>
                <a:cubicBezTo>
                  <a:pt x="3209" y="619"/>
                  <a:pt x="3403" y="636"/>
                  <a:pt x="3460" y="643"/>
                </a:cubicBezTo>
                <a:cubicBezTo>
                  <a:pt x="3460" y="1196"/>
                  <a:pt x="3460" y="1196"/>
                  <a:pt x="3460" y="1196"/>
                </a:cubicBezTo>
                <a:cubicBezTo>
                  <a:pt x="3134" y="1196"/>
                  <a:pt x="3134" y="1196"/>
                  <a:pt x="3134" y="1196"/>
                </a:cubicBezTo>
                <a:cubicBezTo>
                  <a:pt x="2877" y="1196"/>
                  <a:pt x="2828" y="1318"/>
                  <a:pt x="2828" y="1497"/>
                </a:cubicBezTo>
                <a:cubicBezTo>
                  <a:pt x="2828" y="1892"/>
                  <a:pt x="2828" y="1892"/>
                  <a:pt x="2828" y="1892"/>
                </a:cubicBezTo>
                <a:cubicBezTo>
                  <a:pt x="3442" y="1892"/>
                  <a:pt x="3442" y="1892"/>
                  <a:pt x="3442" y="1892"/>
                </a:cubicBezTo>
                <a:cubicBezTo>
                  <a:pt x="3362" y="2512"/>
                  <a:pt x="3362" y="2512"/>
                  <a:pt x="3362" y="2512"/>
                </a:cubicBezTo>
                <a:cubicBezTo>
                  <a:pt x="2828" y="2512"/>
                  <a:pt x="2828" y="2512"/>
                  <a:pt x="2828" y="2512"/>
                </a:cubicBezTo>
                <a:cubicBezTo>
                  <a:pt x="2828" y="4096"/>
                  <a:pt x="2828" y="4096"/>
                  <a:pt x="2828" y="4096"/>
                </a:cubicBezTo>
                <a:cubicBezTo>
                  <a:pt x="3870" y="4096"/>
                  <a:pt x="3870" y="4096"/>
                  <a:pt x="3870" y="4096"/>
                </a:cubicBezTo>
                <a:cubicBezTo>
                  <a:pt x="3995" y="4096"/>
                  <a:pt x="4096" y="3995"/>
                  <a:pt x="4096" y="3870"/>
                </a:cubicBezTo>
                <a:cubicBezTo>
                  <a:pt x="4096" y="226"/>
                  <a:pt x="4096" y="226"/>
                  <a:pt x="4096" y="226"/>
                </a:cubicBezTo>
                <a:cubicBezTo>
                  <a:pt x="4096" y="101"/>
                  <a:pt x="3995" y="0"/>
                  <a:pt x="3870" y="0"/>
                </a:cubicBezTo>
                <a:close/>
              </a:path>
            </a:pathLst>
          </a:custGeom>
          <a:solidFill>
            <a:srgbClr val="0D5D7B">
              <a:alpha val="2745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67"/>
              <a:buFont typeface="Arial"/>
              <a:buNone/>
            </a:pPr>
            <a:endParaRPr sz="1867">
              <a:solidFill>
                <a:schemeClr val="dk1"/>
              </a:solidFill>
              <a:latin typeface="Arial"/>
              <a:ea typeface="Arial"/>
              <a:cs typeface="Arial"/>
              <a:sym typeface="Arial"/>
            </a:endParaRPr>
          </a:p>
        </p:txBody>
      </p:sp>
      <p:sp>
        <p:nvSpPr>
          <p:cNvPr id="72" name="Google Shape;72;p7"/>
          <p:cNvSpPr/>
          <p:nvPr/>
        </p:nvSpPr>
        <p:spPr>
          <a:xfrm>
            <a:off x="1" y="3110089"/>
            <a:ext cx="2676395" cy="3749607"/>
          </a:xfrm>
          <a:custGeom>
            <a:avLst/>
            <a:gdLst/>
            <a:ahLst/>
            <a:cxnLst/>
            <a:rect l="l" t="t" r="r" b="b"/>
            <a:pathLst>
              <a:path w="2817257" h="3946954" extrusionOk="0">
                <a:moveTo>
                  <a:pt x="0" y="0"/>
                </a:moveTo>
                <a:lnTo>
                  <a:pt x="124981" y="72324"/>
                </a:lnTo>
                <a:cubicBezTo>
                  <a:pt x="643737" y="372513"/>
                  <a:pt x="1335412" y="772766"/>
                  <a:pt x="2257644" y="1306437"/>
                </a:cubicBezTo>
                <a:cubicBezTo>
                  <a:pt x="2524543" y="1459142"/>
                  <a:pt x="2702476" y="1704105"/>
                  <a:pt x="2778733" y="1977701"/>
                </a:cubicBezTo>
                <a:cubicBezTo>
                  <a:pt x="2800975" y="2063597"/>
                  <a:pt x="2813685" y="2152675"/>
                  <a:pt x="2816862" y="2241753"/>
                </a:cubicBezTo>
                <a:cubicBezTo>
                  <a:pt x="2820039" y="2362644"/>
                  <a:pt x="2804152" y="2486716"/>
                  <a:pt x="2766024" y="2604426"/>
                </a:cubicBezTo>
                <a:cubicBezTo>
                  <a:pt x="2686589" y="2865297"/>
                  <a:pt x="2511834" y="3097535"/>
                  <a:pt x="2257644" y="3243877"/>
                </a:cubicBezTo>
                <a:cubicBezTo>
                  <a:pt x="2257644" y="3243877"/>
                  <a:pt x="2257644" y="3243877"/>
                  <a:pt x="1047065" y="3946954"/>
                </a:cubicBezTo>
                <a:cubicBezTo>
                  <a:pt x="1047065" y="3946954"/>
                  <a:pt x="1047065" y="3946954"/>
                  <a:pt x="1511" y="3946954"/>
                </a:cubicBezTo>
                <a:lnTo>
                  <a:pt x="0" y="3946954"/>
                </a:lnTo>
                <a:close/>
              </a:path>
            </a:pathLst>
          </a:custGeom>
          <a:solidFill>
            <a:srgbClr val="00A7CD">
              <a:alpha val="14509"/>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67"/>
              <a:buFont typeface="Arial"/>
              <a:buNone/>
            </a:pPr>
            <a:endParaRPr sz="1867">
              <a:solidFill>
                <a:schemeClr val="dk1"/>
              </a:solidFill>
              <a:latin typeface="Arial"/>
              <a:ea typeface="Arial"/>
              <a:cs typeface="Arial"/>
              <a:sym typeface="Arial"/>
            </a:endParaRPr>
          </a:p>
        </p:txBody>
      </p:sp>
      <p:sp>
        <p:nvSpPr>
          <p:cNvPr id="73" name="Google Shape;73;p7"/>
          <p:cNvSpPr/>
          <p:nvPr/>
        </p:nvSpPr>
        <p:spPr>
          <a:xfrm rot="-5400000">
            <a:off x="7950455" y="2610926"/>
            <a:ext cx="3118104" cy="5376044"/>
          </a:xfrm>
          <a:custGeom>
            <a:avLst/>
            <a:gdLst/>
            <a:ahLst/>
            <a:cxnLst/>
            <a:rect l="l" t="t" r="r" b="b"/>
            <a:pathLst>
              <a:path w="3352800" h="5780692" extrusionOk="0">
                <a:moveTo>
                  <a:pt x="3352800" y="5780692"/>
                </a:moveTo>
                <a:lnTo>
                  <a:pt x="0" y="5780692"/>
                </a:lnTo>
                <a:lnTo>
                  <a:pt x="0" y="0"/>
                </a:lnTo>
                <a:close/>
              </a:path>
            </a:pathLst>
          </a:custGeom>
          <a:solidFill>
            <a:srgbClr val="66757A">
              <a:alpha val="4705"/>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67"/>
              <a:buFont typeface="Arial"/>
              <a:buNone/>
            </a:pPr>
            <a:endParaRPr sz="1867">
              <a:solidFill>
                <a:schemeClr val="dk1"/>
              </a:solidFill>
              <a:latin typeface="Arial"/>
              <a:ea typeface="Arial"/>
              <a:cs typeface="Arial"/>
              <a:sym typeface="Arial"/>
            </a:endParaRPr>
          </a:p>
        </p:txBody>
      </p:sp>
      <p:sp>
        <p:nvSpPr>
          <p:cNvPr id="74" name="Google Shape;74;p7"/>
          <p:cNvSpPr/>
          <p:nvPr/>
        </p:nvSpPr>
        <p:spPr>
          <a:xfrm>
            <a:off x="8668099" y="492980"/>
            <a:ext cx="3523900" cy="5209467"/>
          </a:xfrm>
          <a:custGeom>
            <a:avLst/>
            <a:gdLst/>
            <a:ahLst/>
            <a:cxnLst/>
            <a:rect l="l" t="t" r="r" b="b"/>
            <a:pathLst>
              <a:path w="10000" h="10000" extrusionOk="0">
                <a:moveTo>
                  <a:pt x="103" y="4497"/>
                </a:moveTo>
                <a:cubicBezTo>
                  <a:pt x="38" y="4645"/>
                  <a:pt x="9" y="4793"/>
                  <a:pt x="1" y="4941"/>
                </a:cubicBezTo>
                <a:cubicBezTo>
                  <a:pt x="-6" y="5148"/>
                  <a:pt x="30" y="5355"/>
                  <a:pt x="125" y="5553"/>
                </a:cubicBezTo>
                <a:cubicBezTo>
                  <a:pt x="234" y="5800"/>
                  <a:pt x="416" y="6027"/>
                  <a:pt x="664" y="6219"/>
                </a:cubicBezTo>
                <a:cubicBezTo>
                  <a:pt x="869" y="6382"/>
                  <a:pt x="1109" y="6520"/>
                  <a:pt x="1401" y="6634"/>
                </a:cubicBezTo>
                <a:lnTo>
                  <a:pt x="7938" y="9191"/>
                </a:lnTo>
                <a:lnTo>
                  <a:pt x="10000" y="10000"/>
                </a:lnTo>
                <a:lnTo>
                  <a:pt x="10000" y="0"/>
                </a:lnTo>
                <a:lnTo>
                  <a:pt x="1401" y="3361"/>
                </a:lnTo>
                <a:cubicBezTo>
                  <a:pt x="730" y="3623"/>
                  <a:pt x="285" y="4033"/>
                  <a:pt x="103" y="4497"/>
                </a:cubicBezTo>
                <a:close/>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67"/>
              <a:buFont typeface="Arial"/>
              <a:buNone/>
            </a:pPr>
            <a:endParaRPr sz="1867">
              <a:solidFill>
                <a:schemeClr val="dk1"/>
              </a:solidFill>
              <a:latin typeface="Arial"/>
              <a:ea typeface="Arial"/>
              <a:cs typeface="Arial"/>
              <a:sym typeface="Arial"/>
            </a:endParaRPr>
          </a:p>
        </p:txBody>
      </p:sp>
      <p:sp>
        <p:nvSpPr>
          <p:cNvPr id="75" name="Google Shape;75;p7"/>
          <p:cNvSpPr/>
          <p:nvPr/>
        </p:nvSpPr>
        <p:spPr>
          <a:xfrm>
            <a:off x="636015" y="6491347"/>
            <a:ext cx="2709200" cy="215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929292"/>
              </a:buClr>
              <a:buSzPts val="800"/>
              <a:buFont typeface="Arial"/>
              <a:buNone/>
            </a:pPr>
            <a:r>
              <a:rPr lang="en-US" sz="800" b="0" i="0">
                <a:solidFill>
                  <a:srgbClr val="929292"/>
                </a:solidFill>
                <a:latin typeface="Arial"/>
                <a:ea typeface="Arial"/>
                <a:cs typeface="Arial"/>
                <a:sym typeface="Arial"/>
              </a:rPr>
              <a:t>© </a:t>
            </a:r>
            <a:r>
              <a:rPr lang="en-US" sz="800">
                <a:solidFill>
                  <a:srgbClr val="929292"/>
                </a:solidFill>
                <a:latin typeface="Arial"/>
                <a:ea typeface="Arial"/>
                <a:cs typeface="Arial"/>
                <a:sym typeface="Arial"/>
              </a:rPr>
              <a:t>2019 </a:t>
            </a:r>
            <a:r>
              <a:rPr lang="en-US" sz="800" b="0" i="0">
                <a:solidFill>
                  <a:srgbClr val="929292"/>
                </a:solidFill>
                <a:latin typeface="Arial"/>
                <a:ea typeface="Arial"/>
                <a:cs typeface="Arial"/>
                <a:sym typeface="Arial"/>
              </a:rPr>
              <a:t>Snowflake Computing Inc. All Rights Reserved</a:t>
            </a:r>
            <a:endParaRPr sz="800">
              <a:solidFill>
                <a:srgbClr val="929292"/>
              </a:solidFill>
              <a:latin typeface="Arial"/>
              <a:ea typeface="Arial"/>
              <a:cs typeface="Arial"/>
              <a:sym typeface="Arial"/>
            </a:endParaRPr>
          </a:p>
        </p:txBody>
      </p:sp>
      <p:sp>
        <p:nvSpPr>
          <p:cNvPr id="76" name="Google Shape;76;p7"/>
          <p:cNvSpPr/>
          <p:nvPr/>
        </p:nvSpPr>
        <p:spPr>
          <a:xfrm>
            <a:off x="3712548" y="2418113"/>
            <a:ext cx="4207045" cy="963169"/>
          </a:xfrm>
          <a:custGeom>
            <a:avLst/>
            <a:gdLst/>
            <a:ahLst/>
            <a:cxnLst/>
            <a:rect l="l" t="t" r="r" b="b"/>
            <a:pathLst>
              <a:path w="10771" h="2451" extrusionOk="0">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rgbClr val="29B5E8"/>
          </a:solidFill>
          <a:ln>
            <a:noFill/>
          </a:ln>
        </p:spPr>
        <p:txBody>
          <a:bodyPr spcFirstLastPara="1" wrap="square" lIns="121900" tIns="60925" rIns="121900" bIns="60925" anchor="ctr" anchorCtr="0">
            <a:noAutofit/>
          </a:bodyPr>
          <a:lstStyle/>
          <a:p>
            <a:pPr marL="0" marR="0" lvl="0" indent="0" algn="l" rtl="0">
              <a:spcBef>
                <a:spcPts val="0"/>
              </a:spcBef>
              <a:spcAft>
                <a:spcPts val="0"/>
              </a:spcAft>
              <a:buClr>
                <a:schemeClr val="dk1"/>
              </a:buClr>
              <a:buSzPts val="2400"/>
              <a:buFont typeface="Arial"/>
              <a:buNone/>
            </a:pPr>
            <a:endParaRPr sz="2400">
              <a:solidFill>
                <a:srgbClr val="FFFFFF"/>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77"/>
        <p:cNvGrpSpPr/>
        <p:nvPr/>
      </p:nvGrpSpPr>
      <p:grpSpPr>
        <a:xfrm>
          <a:off x="0" y="0"/>
          <a:ext cx="0" cy="0"/>
          <a:chOff x="0" y="0"/>
          <a:chExt cx="0" cy="0"/>
        </a:xfrm>
      </p:grpSpPr>
      <p:sp>
        <p:nvSpPr>
          <p:cNvPr id="78" name="Google Shape;78;p8"/>
          <p:cNvSpPr/>
          <p:nvPr/>
        </p:nvSpPr>
        <p:spPr>
          <a:xfrm>
            <a:off x="7515697" y="2255575"/>
            <a:ext cx="4676305" cy="4602427"/>
          </a:xfrm>
          <a:custGeom>
            <a:avLst/>
            <a:gdLst/>
            <a:ahLst/>
            <a:cxnLst/>
            <a:rect l="l" t="t" r="r" b="b"/>
            <a:pathLst>
              <a:path w="4676305" h="4602426" extrusionOk="0">
                <a:moveTo>
                  <a:pt x="4676305" y="0"/>
                </a:moveTo>
                <a:lnTo>
                  <a:pt x="4676305" y="2656059"/>
                </a:lnTo>
                <a:lnTo>
                  <a:pt x="4491197" y="2763226"/>
                </a:lnTo>
                <a:cubicBezTo>
                  <a:pt x="4219399" y="2920582"/>
                  <a:pt x="3884879" y="3114251"/>
                  <a:pt x="3473161" y="3352612"/>
                </a:cubicBezTo>
                <a:cubicBezTo>
                  <a:pt x="3473161" y="3352612"/>
                  <a:pt x="3473161" y="3352612"/>
                  <a:pt x="4650953" y="4032052"/>
                </a:cubicBezTo>
                <a:lnTo>
                  <a:pt x="4676305" y="4046677"/>
                </a:lnTo>
                <a:lnTo>
                  <a:pt x="4676305" y="4602426"/>
                </a:lnTo>
                <a:lnTo>
                  <a:pt x="1010917" y="4602426"/>
                </a:lnTo>
                <a:lnTo>
                  <a:pt x="937870" y="4560178"/>
                </a:lnTo>
                <a:cubicBezTo>
                  <a:pt x="822646" y="4493535"/>
                  <a:pt x="703705" y="4424742"/>
                  <a:pt x="580927" y="4353730"/>
                </a:cubicBezTo>
                <a:cubicBezTo>
                  <a:pt x="317790" y="4201633"/>
                  <a:pt x="136317" y="3961001"/>
                  <a:pt x="54654" y="3693129"/>
                </a:cubicBezTo>
                <a:cubicBezTo>
                  <a:pt x="13822" y="3568273"/>
                  <a:pt x="-2057" y="3441146"/>
                  <a:pt x="212" y="3316290"/>
                </a:cubicBezTo>
                <a:cubicBezTo>
                  <a:pt x="4749" y="3225486"/>
                  <a:pt x="18359" y="3132412"/>
                  <a:pt x="43312" y="3041607"/>
                </a:cubicBezTo>
                <a:cubicBezTo>
                  <a:pt x="120438" y="2760114"/>
                  <a:pt x="306448" y="2505861"/>
                  <a:pt x="580927" y="2346954"/>
                </a:cubicBezTo>
                <a:cubicBezTo>
                  <a:pt x="580927" y="2346954"/>
                  <a:pt x="580927" y="2346954"/>
                  <a:pt x="4509827" y="76845"/>
                </a:cubicBezTo>
                <a:cubicBezTo>
                  <a:pt x="4555762" y="50739"/>
                  <a:pt x="4602690" y="28037"/>
                  <a:pt x="4650292" y="8671"/>
                </a:cubicBezTo>
                <a:close/>
              </a:path>
            </a:pathLst>
          </a:custGeom>
          <a:solidFill>
            <a:srgbClr val="F2F5F6"/>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67"/>
              <a:buFont typeface="Arial"/>
              <a:buNone/>
            </a:pPr>
            <a:endParaRPr sz="1867">
              <a:solidFill>
                <a:schemeClr val="lt1"/>
              </a:solidFill>
              <a:latin typeface="Arial"/>
              <a:ea typeface="Arial"/>
              <a:cs typeface="Arial"/>
              <a:sym typeface="Arial"/>
            </a:endParaRPr>
          </a:p>
        </p:txBody>
      </p:sp>
      <p:sp>
        <p:nvSpPr>
          <p:cNvPr id="79" name="Google Shape;79;p8"/>
          <p:cNvSpPr/>
          <p:nvPr/>
        </p:nvSpPr>
        <p:spPr>
          <a:xfrm flipH="1">
            <a:off x="0" y="91439"/>
            <a:ext cx="4197837" cy="6202045"/>
          </a:xfrm>
          <a:custGeom>
            <a:avLst/>
            <a:gdLst/>
            <a:ahLst/>
            <a:cxnLst/>
            <a:rect l="l" t="t" r="r" b="b"/>
            <a:pathLst>
              <a:path w="1373" h="2026" extrusionOk="0">
                <a:moveTo>
                  <a:pt x="15" y="911"/>
                </a:moveTo>
                <a:cubicBezTo>
                  <a:pt x="6" y="941"/>
                  <a:pt x="2" y="971"/>
                  <a:pt x="1" y="1001"/>
                </a:cubicBezTo>
                <a:cubicBezTo>
                  <a:pt x="0" y="1043"/>
                  <a:pt x="5" y="1085"/>
                  <a:pt x="18" y="1125"/>
                </a:cubicBezTo>
                <a:cubicBezTo>
                  <a:pt x="33" y="1175"/>
                  <a:pt x="58" y="1221"/>
                  <a:pt x="92" y="1260"/>
                </a:cubicBezTo>
                <a:cubicBezTo>
                  <a:pt x="120" y="1293"/>
                  <a:pt x="153" y="1321"/>
                  <a:pt x="193" y="1344"/>
                </a:cubicBezTo>
                <a:cubicBezTo>
                  <a:pt x="1090" y="1862"/>
                  <a:pt x="1090" y="1862"/>
                  <a:pt x="1090" y="1862"/>
                </a:cubicBezTo>
                <a:cubicBezTo>
                  <a:pt x="1373" y="2026"/>
                  <a:pt x="1373" y="2026"/>
                  <a:pt x="1373" y="2026"/>
                </a:cubicBezTo>
                <a:cubicBezTo>
                  <a:pt x="1373" y="1143"/>
                  <a:pt x="1373" y="1143"/>
                  <a:pt x="1373" y="1143"/>
                </a:cubicBezTo>
                <a:cubicBezTo>
                  <a:pt x="1148" y="1013"/>
                  <a:pt x="1148" y="1013"/>
                  <a:pt x="1148" y="1013"/>
                </a:cubicBezTo>
                <a:cubicBezTo>
                  <a:pt x="1373" y="883"/>
                  <a:pt x="1373" y="883"/>
                  <a:pt x="1373" y="883"/>
                </a:cubicBezTo>
                <a:cubicBezTo>
                  <a:pt x="1373" y="0"/>
                  <a:pt x="1373" y="0"/>
                  <a:pt x="1373" y="0"/>
                </a:cubicBezTo>
                <a:cubicBezTo>
                  <a:pt x="193" y="681"/>
                  <a:pt x="193" y="681"/>
                  <a:pt x="193" y="681"/>
                </a:cubicBezTo>
                <a:cubicBezTo>
                  <a:pt x="101" y="734"/>
                  <a:pt x="40" y="817"/>
                  <a:pt x="15" y="911"/>
                </a:cubicBezTo>
                <a:close/>
              </a:path>
            </a:pathLst>
          </a:custGeom>
          <a:solidFill>
            <a:srgbClr val="2BB5E8">
              <a:alpha val="4705"/>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67"/>
              <a:buFont typeface="Arial"/>
              <a:buNone/>
            </a:pPr>
            <a:endParaRPr sz="1867">
              <a:solidFill>
                <a:schemeClr val="dk1"/>
              </a:solidFill>
              <a:latin typeface="Arial"/>
              <a:ea typeface="Arial"/>
              <a:cs typeface="Arial"/>
              <a:sym typeface="Arial"/>
            </a:endParaRPr>
          </a:p>
        </p:txBody>
      </p:sp>
      <p:sp>
        <p:nvSpPr>
          <p:cNvPr id="80" name="Google Shape;80;p8"/>
          <p:cNvSpPr/>
          <p:nvPr/>
        </p:nvSpPr>
        <p:spPr>
          <a:xfrm>
            <a:off x="9098925" y="2"/>
            <a:ext cx="3093076" cy="3047053"/>
          </a:xfrm>
          <a:custGeom>
            <a:avLst/>
            <a:gdLst/>
            <a:ahLst/>
            <a:cxnLst/>
            <a:rect l="l" t="t" r="r" b="b"/>
            <a:pathLst>
              <a:path w="3093076" h="3047053" extrusionOk="0">
                <a:moveTo>
                  <a:pt x="83819" y="0"/>
                </a:moveTo>
                <a:lnTo>
                  <a:pt x="2605289" y="0"/>
                </a:lnTo>
                <a:lnTo>
                  <a:pt x="2740383" y="79060"/>
                </a:lnTo>
                <a:cubicBezTo>
                  <a:pt x="2799635" y="113735"/>
                  <a:pt x="2860929" y="149606"/>
                  <a:pt x="2924337" y="186713"/>
                </a:cubicBezTo>
                <a:lnTo>
                  <a:pt x="3093076" y="285463"/>
                </a:lnTo>
                <a:lnTo>
                  <a:pt x="3093076" y="1745768"/>
                </a:lnTo>
                <a:lnTo>
                  <a:pt x="3042135" y="1775580"/>
                </a:lnTo>
                <a:cubicBezTo>
                  <a:pt x="2753558" y="1944461"/>
                  <a:pt x="2176404" y="2282223"/>
                  <a:pt x="1022097" y="2957747"/>
                </a:cubicBezTo>
                <a:cubicBezTo>
                  <a:pt x="701031" y="3141981"/>
                  <a:pt x="272943" y="3034511"/>
                  <a:pt x="89477" y="2696749"/>
                </a:cubicBezTo>
                <a:cubicBezTo>
                  <a:pt x="-93989" y="2374340"/>
                  <a:pt x="13033" y="1959814"/>
                  <a:pt x="334099" y="1760227"/>
                </a:cubicBezTo>
                <a:cubicBezTo>
                  <a:pt x="334099" y="1760227"/>
                  <a:pt x="334099" y="1760227"/>
                  <a:pt x="1633651" y="1007939"/>
                </a:cubicBezTo>
                <a:cubicBezTo>
                  <a:pt x="1633651" y="1007939"/>
                  <a:pt x="1633651" y="1007939"/>
                  <a:pt x="334099" y="271004"/>
                </a:cubicBezTo>
                <a:cubicBezTo>
                  <a:pt x="253832" y="221107"/>
                  <a:pt x="186944" y="157777"/>
                  <a:pt x="134627" y="85811"/>
                </a:cubicBezTo>
                <a:close/>
              </a:path>
            </a:pathLst>
          </a:custGeom>
          <a:solidFill>
            <a:schemeClr val="accent1">
              <a:alpha val="9411"/>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67"/>
              <a:buFont typeface="Arial"/>
              <a:buNone/>
            </a:pPr>
            <a:endParaRPr sz="1867">
              <a:solidFill>
                <a:schemeClr val="lt1"/>
              </a:solidFill>
              <a:latin typeface="Arial"/>
              <a:ea typeface="Arial"/>
              <a:cs typeface="Arial"/>
              <a:sym typeface="Arial"/>
            </a:endParaRPr>
          </a:p>
        </p:txBody>
      </p:sp>
      <p:sp>
        <p:nvSpPr>
          <p:cNvPr id="81" name="Google Shape;81;p8"/>
          <p:cNvSpPr txBox="1">
            <a:spLocks noGrp="1"/>
          </p:cNvSpPr>
          <p:nvPr>
            <p:ph type="body" idx="1"/>
          </p:nvPr>
        </p:nvSpPr>
        <p:spPr>
          <a:xfrm>
            <a:off x="403860" y="512763"/>
            <a:ext cx="11452800" cy="724000"/>
          </a:xfrm>
          <a:prstGeom prst="rect">
            <a:avLst/>
          </a:prstGeom>
          <a:noFill/>
          <a:ln>
            <a:noFill/>
          </a:ln>
        </p:spPr>
        <p:txBody>
          <a:bodyPr spcFirstLastPara="1" wrap="square" lIns="68575" tIns="34275" rIns="68575" bIns="34275" anchor="b" anchorCtr="0">
            <a:noAutofit/>
          </a:bodyPr>
          <a:lstStyle>
            <a:lvl1pPr marL="457200" marR="0" lvl="0" indent="-228600" algn="ctr">
              <a:lnSpc>
                <a:spcPct val="90000"/>
              </a:lnSpc>
              <a:spcBef>
                <a:spcPts val="1067"/>
              </a:spcBef>
              <a:spcAft>
                <a:spcPts val="0"/>
              </a:spcAft>
              <a:buClr>
                <a:schemeClr val="dk1"/>
              </a:buClr>
              <a:buSzPts val="2700"/>
              <a:buFont typeface="Arial"/>
              <a:buNone/>
              <a:defRPr sz="3600" b="1" i="0" u="none" strike="noStrike" cap="none">
                <a:solidFill>
                  <a:schemeClr val="dk1"/>
                </a:solidFill>
                <a:latin typeface="Arial"/>
                <a:ea typeface="Arial"/>
                <a:cs typeface="Arial"/>
                <a:sym typeface="Arial"/>
              </a:defRPr>
            </a:lvl1pPr>
            <a:lvl2pPr marL="914400" marR="0" lvl="1"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371600" marR="0" lvl="2"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1828800" marR="0" lvl="3"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2286000" marR="0" lvl="4"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2743200" marR="0" lvl="5"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6pPr>
            <a:lvl7pPr marL="3200400" marR="0" lvl="6"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7pPr>
            <a:lvl8pPr marL="3657600" marR="0" lvl="7"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8pPr>
            <a:lvl9pPr marL="4114800" marR="0" lvl="8"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9pPr>
          </a:lstStyle>
          <a:p>
            <a:endParaRPr/>
          </a:p>
        </p:txBody>
      </p:sp>
      <p:sp>
        <p:nvSpPr>
          <p:cNvPr id="82" name="Google Shape;82;p8"/>
          <p:cNvSpPr txBox="1">
            <a:spLocks noGrp="1"/>
          </p:cNvSpPr>
          <p:nvPr>
            <p:ph type="sldNum" idx="12"/>
          </p:nvPr>
        </p:nvSpPr>
        <p:spPr>
          <a:xfrm>
            <a:off x="11543868" y="6494180"/>
            <a:ext cx="342800" cy="215600"/>
          </a:xfrm>
          <a:prstGeom prst="rect">
            <a:avLst/>
          </a:prstGeom>
          <a:noFill/>
          <a:ln>
            <a:noFill/>
          </a:ln>
        </p:spPr>
        <p:txBody>
          <a:bodyPr spcFirstLastPara="1" wrap="square" lIns="68575" tIns="34275" rIns="68575" bIns="34275" anchor="b" anchorCtr="0">
            <a:noAutofit/>
          </a:bodyPr>
          <a:lstStyle>
            <a:lvl1pPr marL="0" marR="0" lvl="0" indent="0" algn="r" rtl="0">
              <a:spcBef>
                <a:spcPts val="0"/>
              </a:spcBef>
              <a:buClr>
                <a:srgbClr val="929292"/>
              </a:buClr>
              <a:buSzPts val="800"/>
              <a:buFont typeface="Arial"/>
              <a:buNone/>
              <a:defRPr sz="800" b="0" i="0">
                <a:solidFill>
                  <a:srgbClr val="929292"/>
                </a:solidFill>
                <a:latin typeface="Arial"/>
                <a:ea typeface="Arial"/>
                <a:cs typeface="Arial"/>
                <a:sym typeface="Arial"/>
              </a:defRPr>
            </a:lvl1pPr>
            <a:lvl2pPr marL="0" marR="0" lvl="1" indent="0" algn="r" rtl="0">
              <a:spcBef>
                <a:spcPts val="0"/>
              </a:spcBef>
              <a:buClr>
                <a:srgbClr val="929292"/>
              </a:buClr>
              <a:buSzPts val="800"/>
              <a:buFont typeface="Arial"/>
              <a:buNone/>
              <a:defRPr sz="800" b="0" i="0">
                <a:solidFill>
                  <a:srgbClr val="929292"/>
                </a:solidFill>
                <a:latin typeface="Arial"/>
                <a:ea typeface="Arial"/>
                <a:cs typeface="Arial"/>
                <a:sym typeface="Arial"/>
              </a:defRPr>
            </a:lvl2pPr>
            <a:lvl3pPr marL="0" marR="0" lvl="2" indent="0" algn="r" rtl="0">
              <a:spcBef>
                <a:spcPts val="0"/>
              </a:spcBef>
              <a:buClr>
                <a:srgbClr val="929292"/>
              </a:buClr>
              <a:buSzPts val="800"/>
              <a:buFont typeface="Arial"/>
              <a:buNone/>
              <a:defRPr sz="800" b="0" i="0">
                <a:solidFill>
                  <a:srgbClr val="929292"/>
                </a:solidFill>
                <a:latin typeface="Arial"/>
                <a:ea typeface="Arial"/>
                <a:cs typeface="Arial"/>
                <a:sym typeface="Arial"/>
              </a:defRPr>
            </a:lvl3pPr>
            <a:lvl4pPr marL="0" marR="0" lvl="3" indent="0" algn="r" rtl="0">
              <a:spcBef>
                <a:spcPts val="0"/>
              </a:spcBef>
              <a:buClr>
                <a:srgbClr val="929292"/>
              </a:buClr>
              <a:buSzPts val="800"/>
              <a:buFont typeface="Arial"/>
              <a:buNone/>
              <a:defRPr sz="800" b="0" i="0">
                <a:solidFill>
                  <a:srgbClr val="929292"/>
                </a:solidFill>
                <a:latin typeface="Arial"/>
                <a:ea typeface="Arial"/>
                <a:cs typeface="Arial"/>
                <a:sym typeface="Arial"/>
              </a:defRPr>
            </a:lvl4pPr>
            <a:lvl5pPr marL="0" marR="0" lvl="4" indent="0" algn="r" rtl="0">
              <a:spcBef>
                <a:spcPts val="0"/>
              </a:spcBef>
              <a:buClr>
                <a:srgbClr val="929292"/>
              </a:buClr>
              <a:buSzPts val="800"/>
              <a:buFont typeface="Arial"/>
              <a:buNone/>
              <a:defRPr sz="800" b="0" i="0">
                <a:solidFill>
                  <a:srgbClr val="929292"/>
                </a:solidFill>
                <a:latin typeface="Arial"/>
                <a:ea typeface="Arial"/>
                <a:cs typeface="Arial"/>
                <a:sym typeface="Arial"/>
              </a:defRPr>
            </a:lvl5pPr>
            <a:lvl6pPr marL="0" marR="0" lvl="5" indent="0" algn="r" rtl="0">
              <a:spcBef>
                <a:spcPts val="0"/>
              </a:spcBef>
              <a:buClr>
                <a:srgbClr val="929292"/>
              </a:buClr>
              <a:buSzPts val="800"/>
              <a:buFont typeface="Arial"/>
              <a:buNone/>
              <a:defRPr sz="800" b="0" i="0">
                <a:solidFill>
                  <a:srgbClr val="929292"/>
                </a:solidFill>
                <a:latin typeface="Arial"/>
                <a:ea typeface="Arial"/>
                <a:cs typeface="Arial"/>
                <a:sym typeface="Arial"/>
              </a:defRPr>
            </a:lvl6pPr>
            <a:lvl7pPr marL="0" marR="0" lvl="6" indent="0" algn="r" rtl="0">
              <a:spcBef>
                <a:spcPts val="0"/>
              </a:spcBef>
              <a:buClr>
                <a:srgbClr val="929292"/>
              </a:buClr>
              <a:buSzPts val="800"/>
              <a:buFont typeface="Arial"/>
              <a:buNone/>
              <a:defRPr sz="800" b="0" i="0">
                <a:solidFill>
                  <a:srgbClr val="929292"/>
                </a:solidFill>
                <a:latin typeface="Arial"/>
                <a:ea typeface="Arial"/>
                <a:cs typeface="Arial"/>
                <a:sym typeface="Arial"/>
              </a:defRPr>
            </a:lvl7pPr>
            <a:lvl8pPr marL="0" marR="0" lvl="7" indent="0" algn="r" rtl="0">
              <a:spcBef>
                <a:spcPts val="0"/>
              </a:spcBef>
              <a:buClr>
                <a:srgbClr val="929292"/>
              </a:buClr>
              <a:buSzPts val="800"/>
              <a:buFont typeface="Arial"/>
              <a:buNone/>
              <a:defRPr sz="800" b="0" i="0">
                <a:solidFill>
                  <a:srgbClr val="929292"/>
                </a:solidFill>
                <a:latin typeface="Arial"/>
                <a:ea typeface="Arial"/>
                <a:cs typeface="Arial"/>
                <a:sym typeface="Arial"/>
              </a:defRPr>
            </a:lvl8pPr>
            <a:lvl9pPr marL="0" marR="0" lvl="8" indent="0" algn="r" rtl="0">
              <a:spcBef>
                <a:spcPts val="0"/>
              </a:spcBef>
              <a:buClr>
                <a:srgbClr val="929292"/>
              </a:buClr>
              <a:buSzPts val="800"/>
              <a:buFont typeface="Arial"/>
              <a:buNone/>
              <a:defRPr sz="800" b="0" i="0">
                <a:solidFill>
                  <a:srgbClr val="92929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83" name="Google Shape;83;p8"/>
          <p:cNvSpPr/>
          <p:nvPr/>
        </p:nvSpPr>
        <p:spPr>
          <a:xfrm>
            <a:off x="636015" y="6491347"/>
            <a:ext cx="2709200" cy="215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929292"/>
              </a:buClr>
              <a:buSzPts val="800"/>
              <a:buFont typeface="Arial"/>
              <a:buNone/>
            </a:pPr>
            <a:r>
              <a:rPr lang="en-US" sz="800" b="0" i="0">
                <a:solidFill>
                  <a:srgbClr val="929292"/>
                </a:solidFill>
                <a:latin typeface="Arial"/>
                <a:ea typeface="Arial"/>
                <a:cs typeface="Arial"/>
                <a:sym typeface="Arial"/>
              </a:rPr>
              <a:t>© </a:t>
            </a:r>
            <a:r>
              <a:rPr lang="en-US" sz="800">
                <a:solidFill>
                  <a:srgbClr val="929292"/>
                </a:solidFill>
                <a:latin typeface="Arial"/>
                <a:ea typeface="Arial"/>
                <a:cs typeface="Arial"/>
                <a:sym typeface="Arial"/>
              </a:rPr>
              <a:t>2019 </a:t>
            </a:r>
            <a:r>
              <a:rPr lang="en-US" sz="800" b="0" i="0">
                <a:solidFill>
                  <a:srgbClr val="929292"/>
                </a:solidFill>
                <a:latin typeface="Arial"/>
                <a:ea typeface="Arial"/>
                <a:cs typeface="Arial"/>
                <a:sym typeface="Arial"/>
              </a:rPr>
              <a:t>Snowflake Computing Inc. All Rights Reserved</a:t>
            </a:r>
            <a:endParaRPr sz="800">
              <a:solidFill>
                <a:srgbClr val="929292"/>
              </a:solidFill>
              <a:latin typeface="Arial"/>
              <a:ea typeface="Arial"/>
              <a:cs typeface="Arial"/>
              <a:sym typeface="Arial"/>
            </a:endParaRPr>
          </a:p>
        </p:txBody>
      </p:sp>
      <p:sp>
        <p:nvSpPr>
          <p:cNvPr id="84" name="Google Shape;84;p8"/>
          <p:cNvSpPr/>
          <p:nvPr/>
        </p:nvSpPr>
        <p:spPr>
          <a:xfrm>
            <a:off x="460213" y="6498839"/>
            <a:ext cx="202128" cy="182880"/>
          </a:xfrm>
          <a:custGeom>
            <a:avLst/>
            <a:gdLst/>
            <a:ahLst/>
            <a:cxnLst/>
            <a:rect l="l" t="t" r="r" b="b"/>
            <a:pathLst>
              <a:path w="2696" h="2454" extrusionOk="0">
                <a:moveTo>
                  <a:pt x="2661" y="409"/>
                </a:moveTo>
                <a:lnTo>
                  <a:pt x="2661" y="271"/>
                </a:lnTo>
                <a:lnTo>
                  <a:pt x="2605" y="345"/>
                </a:lnTo>
                <a:lnTo>
                  <a:pt x="2593" y="345"/>
                </a:lnTo>
                <a:lnTo>
                  <a:pt x="2536" y="273"/>
                </a:lnTo>
                <a:lnTo>
                  <a:pt x="2536" y="409"/>
                </a:lnTo>
                <a:lnTo>
                  <a:pt x="2504" y="409"/>
                </a:lnTo>
                <a:lnTo>
                  <a:pt x="2504" y="213"/>
                </a:lnTo>
                <a:lnTo>
                  <a:pt x="2529" y="213"/>
                </a:lnTo>
                <a:lnTo>
                  <a:pt x="2600" y="305"/>
                </a:lnTo>
                <a:lnTo>
                  <a:pt x="2670" y="213"/>
                </a:lnTo>
                <a:lnTo>
                  <a:pt x="2695" y="213"/>
                </a:lnTo>
                <a:lnTo>
                  <a:pt x="2695" y="409"/>
                </a:lnTo>
                <a:lnTo>
                  <a:pt x="2661" y="409"/>
                </a:lnTo>
                <a:close/>
                <a:moveTo>
                  <a:pt x="2318" y="241"/>
                </a:moveTo>
                <a:lnTo>
                  <a:pt x="2318" y="213"/>
                </a:lnTo>
                <a:lnTo>
                  <a:pt x="2473" y="213"/>
                </a:lnTo>
                <a:lnTo>
                  <a:pt x="2473" y="241"/>
                </a:lnTo>
                <a:lnTo>
                  <a:pt x="2411" y="241"/>
                </a:lnTo>
                <a:lnTo>
                  <a:pt x="2411" y="409"/>
                </a:lnTo>
                <a:lnTo>
                  <a:pt x="2379" y="409"/>
                </a:lnTo>
                <a:lnTo>
                  <a:pt x="2379" y="241"/>
                </a:lnTo>
                <a:lnTo>
                  <a:pt x="2318" y="241"/>
                </a:lnTo>
                <a:close/>
                <a:moveTo>
                  <a:pt x="2395" y="1059"/>
                </a:moveTo>
                <a:lnTo>
                  <a:pt x="2104" y="1226"/>
                </a:lnTo>
                <a:lnTo>
                  <a:pt x="2395" y="1394"/>
                </a:lnTo>
                <a:cubicBezTo>
                  <a:pt x="2469" y="1436"/>
                  <a:pt x="2494" y="1530"/>
                  <a:pt x="2452" y="1602"/>
                </a:cubicBezTo>
                <a:cubicBezTo>
                  <a:pt x="2409" y="1674"/>
                  <a:pt x="2316" y="1699"/>
                  <a:pt x="2242" y="1658"/>
                </a:cubicBezTo>
                <a:lnTo>
                  <a:pt x="1722" y="1359"/>
                </a:lnTo>
                <a:cubicBezTo>
                  <a:pt x="1687" y="1339"/>
                  <a:pt x="1664" y="1307"/>
                  <a:pt x="1653" y="1272"/>
                </a:cubicBezTo>
                <a:cubicBezTo>
                  <a:pt x="1648" y="1256"/>
                  <a:pt x="1646" y="1239"/>
                  <a:pt x="1646" y="1223"/>
                </a:cubicBezTo>
                <a:cubicBezTo>
                  <a:pt x="1646" y="1211"/>
                  <a:pt x="1648" y="1198"/>
                  <a:pt x="1651" y="1188"/>
                </a:cubicBezTo>
                <a:cubicBezTo>
                  <a:pt x="1662" y="1151"/>
                  <a:pt x="1687" y="1117"/>
                  <a:pt x="1722" y="1096"/>
                </a:cubicBezTo>
                <a:lnTo>
                  <a:pt x="2242" y="798"/>
                </a:lnTo>
                <a:cubicBezTo>
                  <a:pt x="2314" y="756"/>
                  <a:pt x="2409" y="781"/>
                  <a:pt x="2452" y="855"/>
                </a:cubicBezTo>
                <a:cubicBezTo>
                  <a:pt x="2494" y="923"/>
                  <a:pt x="2469" y="1017"/>
                  <a:pt x="2395" y="1059"/>
                </a:cubicBezTo>
                <a:close/>
                <a:moveTo>
                  <a:pt x="2120" y="1870"/>
                </a:moveTo>
                <a:lnTo>
                  <a:pt x="1600" y="1572"/>
                </a:lnTo>
                <a:cubicBezTo>
                  <a:pt x="1572" y="1556"/>
                  <a:pt x="1542" y="1549"/>
                  <a:pt x="1512" y="1552"/>
                </a:cubicBezTo>
                <a:cubicBezTo>
                  <a:pt x="1433" y="1558"/>
                  <a:pt x="1371" y="1625"/>
                  <a:pt x="1371" y="1704"/>
                </a:cubicBezTo>
                <a:lnTo>
                  <a:pt x="1371" y="2301"/>
                </a:lnTo>
                <a:cubicBezTo>
                  <a:pt x="1371" y="2386"/>
                  <a:pt x="1440" y="2453"/>
                  <a:pt x="1525" y="2453"/>
                </a:cubicBezTo>
                <a:cubicBezTo>
                  <a:pt x="1609" y="2453"/>
                  <a:pt x="1678" y="2384"/>
                  <a:pt x="1678" y="2301"/>
                </a:cubicBezTo>
                <a:lnTo>
                  <a:pt x="1678" y="1967"/>
                </a:lnTo>
                <a:lnTo>
                  <a:pt x="1969" y="2134"/>
                </a:lnTo>
                <a:cubicBezTo>
                  <a:pt x="2041" y="2176"/>
                  <a:pt x="2136" y="2152"/>
                  <a:pt x="2178" y="2079"/>
                </a:cubicBezTo>
                <a:cubicBezTo>
                  <a:pt x="2219" y="2005"/>
                  <a:pt x="2194" y="1912"/>
                  <a:pt x="2120" y="1870"/>
                </a:cubicBezTo>
                <a:close/>
                <a:moveTo>
                  <a:pt x="1521" y="1285"/>
                </a:moveTo>
                <a:lnTo>
                  <a:pt x="1305" y="1500"/>
                </a:lnTo>
                <a:cubicBezTo>
                  <a:pt x="1298" y="1507"/>
                  <a:pt x="1288" y="1512"/>
                  <a:pt x="1279" y="1512"/>
                </a:cubicBezTo>
                <a:lnTo>
                  <a:pt x="1263" y="1512"/>
                </a:lnTo>
                <a:lnTo>
                  <a:pt x="1231" y="1512"/>
                </a:lnTo>
                <a:lnTo>
                  <a:pt x="1215" y="1512"/>
                </a:lnTo>
                <a:cubicBezTo>
                  <a:pt x="1207" y="1512"/>
                  <a:pt x="1194" y="1507"/>
                  <a:pt x="1189" y="1500"/>
                </a:cubicBezTo>
                <a:lnTo>
                  <a:pt x="972" y="1285"/>
                </a:lnTo>
                <a:cubicBezTo>
                  <a:pt x="965" y="1279"/>
                  <a:pt x="962" y="1267"/>
                  <a:pt x="962" y="1258"/>
                </a:cubicBezTo>
                <a:lnTo>
                  <a:pt x="962" y="1242"/>
                </a:lnTo>
                <a:lnTo>
                  <a:pt x="962" y="1211"/>
                </a:lnTo>
                <a:lnTo>
                  <a:pt x="962" y="1195"/>
                </a:lnTo>
                <a:cubicBezTo>
                  <a:pt x="962" y="1186"/>
                  <a:pt x="967" y="1174"/>
                  <a:pt x="972" y="1168"/>
                </a:cubicBezTo>
                <a:lnTo>
                  <a:pt x="1189" y="953"/>
                </a:lnTo>
                <a:cubicBezTo>
                  <a:pt x="1196" y="946"/>
                  <a:pt x="1207" y="943"/>
                  <a:pt x="1215" y="943"/>
                </a:cubicBezTo>
                <a:lnTo>
                  <a:pt x="1231" y="943"/>
                </a:lnTo>
                <a:lnTo>
                  <a:pt x="1263" y="943"/>
                </a:lnTo>
                <a:lnTo>
                  <a:pt x="1279" y="943"/>
                </a:lnTo>
                <a:cubicBezTo>
                  <a:pt x="1288" y="943"/>
                  <a:pt x="1300" y="948"/>
                  <a:pt x="1305" y="953"/>
                </a:cubicBezTo>
                <a:lnTo>
                  <a:pt x="1521" y="1168"/>
                </a:lnTo>
                <a:cubicBezTo>
                  <a:pt x="1526" y="1174"/>
                  <a:pt x="1532" y="1186"/>
                  <a:pt x="1532" y="1195"/>
                </a:cubicBezTo>
                <a:lnTo>
                  <a:pt x="1532" y="1211"/>
                </a:lnTo>
                <a:lnTo>
                  <a:pt x="1532" y="1242"/>
                </a:lnTo>
                <a:lnTo>
                  <a:pt x="1532" y="1258"/>
                </a:lnTo>
                <a:cubicBezTo>
                  <a:pt x="1532" y="1267"/>
                  <a:pt x="1528" y="1279"/>
                  <a:pt x="1521" y="1285"/>
                </a:cubicBezTo>
                <a:close/>
                <a:moveTo>
                  <a:pt x="1348" y="1225"/>
                </a:moveTo>
                <a:cubicBezTo>
                  <a:pt x="1348" y="1216"/>
                  <a:pt x="1343" y="1204"/>
                  <a:pt x="1336" y="1198"/>
                </a:cubicBezTo>
                <a:lnTo>
                  <a:pt x="1274" y="1137"/>
                </a:lnTo>
                <a:cubicBezTo>
                  <a:pt x="1268" y="1131"/>
                  <a:pt x="1256" y="1126"/>
                  <a:pt x="1247" y="1126"/>
                </a:cubicBezTo>
                <a:lnTo>
                  <a:pt x="1245" y="1126"/>
                </a:lnTo>
                <a:cubicBezTo>
                  <a:pt x="1237" y="1126"/>
                  <a:pt x="1224" y="1131"/>
                  <a:pt x="1219" y="1137"/>
                </a:cubicBezTo>
                <a:lnTo>
                  <a:pt x="1156" y="1198"/>
                </a:lnTo>
                <a:cubicBezTo>
                  <a:pt x="1148" y="1205"/>
                  <a:pt x="1145" y="1216"/>
                  <a:pt x="1145" y="1225"/>
                </a:cubicBezTo>
                <a:lnTo>
                  <a:pt x="1145" y="1226"/>
                </a:lnTo>
                <a:cubicBezTo>
                  <a:pt x="1145" y="1235"/>
                  <a:pt x="1150" y="1248"/>
                  <a:pt x="1156" y="1253"/>
                </a:cubicBezTo>
                <a:lnTo>
                  <a:pt x="1219" y="1315"/>
                </a:lnTo>
                <a:cubicBezTo>
                  <a:pt x="1224" y="1320"/>
                  <a:pt x="1237" y="1325"/>
                  <a:pt x="1245" y="1325"/>
                </a:cubicBezTo>
                <a:lnTo>
                  <a:pt x="1247" y="1325"/>
                </a:lnTo>
                <a:cubicBezTo>
                  <a:pt x="1256" y="1325"/>
                  <a:pt x="1268" y="1320"/>
                  <a:pt x="1274" y="1315"/>
                </a:cubicBezTo>
                <a:lnTo>
                  <a:pt x="1336" y="1253"/>
                </a:lnTo>
                <a:cubicBezTo>
                  <a:pt x="1341" y="1246"/>
                  <a:pt x="1348" y="1235"/>
                  <a:pt x="1348" y="1226"/>
                </a:cubicBezTo>
                <a:lnTo>
                  <a:pt x="1348" y="1225"/>
                </a:lnTo>
                <a:close/>
                <a:moveTo>
                  <a:pt x="373" y="583"/>
                </a:moveTo>
                <a:lnTo>
                  <a:pt x="893" y="881"/>
                </a:lnTo>
                <a:cubicBezTo>
                  <a:pt x="921" y="897"/>
                  <a:pt x="951" y="904"/>
                  <a:pt x="981" y="900"/>
                </a:cubicBezTo>
                <a:cubicBezTo>
                  <a:pt x="1060" y="895"/>
                  <a:pt x="1122" y="828"/>
                  <a:pt x="1122" y="749"/>
                </a:cubicBezTo>
                <a:lnTo>
                  <a:pt x="1122" y="151"/>
                </a:lnTo>
                <a:cubicBezTo>
                  <a:pt x="1122" y="67"/>
                  <a:pt x="1053" y="0"/>
                  <a:pt x="969" y="0"/>
                </a:cubicBezTo>
                <a:cubicBezTo>
                  <a:pt x="884" y="0"/>
                  <a:pt x="815" y="69"/>
                  <a:pt x="815" y="151"/>
                </a:cubicBezTo>
                <a:lnTo>
                  <a:pt x="815" y="486"/>
                </a:lnTo>
                <a:lnTo>
                  <a:pt x="525" y="319"/>
                </a:lnTo>
                <a:cubicBezTo>
                  <a:pt x="452" y="277"/>
                  <a:pt x="359" y="301"/>
                  <a:pt x="315" y="375"/>
                </a:cubicBezTo>
                <a:cubicBezTo>
                  <a:pt x="274" y="448"/>
                  <a:pt x="299" y="541"/>
                  <a:pt x="373" y="583"/>
                </a:cubicBezTo>
                <a:close/>
                <a:moveTo>
                  <a:pt x="1512" y="902"/>
                </a:moveTo>
                <a:cubicBezTo>
                  <a:pt x="1542" y="904"/>
                  <a:pt x="1572" y="899"/>
                  <a:pt x="1600" y="883"/>
                </a:cubicBezTo>
                <a:lnTo>
                  <a:pt x="2120" y="585"/>
                </a:lnTo>
                <a:cubicBezTo>
                  <a:pt x="2194" y="543"/>
                  <a:pt x="2219" y="449"/>
                  <a:pt x="2177" y="377"/>
                </a:cubicBezTo>
                <a:cubicBezTo>
                  <a:pt x="2134" y="305"/>
                  <a:pt x="2041" y="280"/>
                  <a:pt x="1967" y="321"/>
                </a:cubicBezTo>
                <a:lnTo>
                  <a:pt x="1676" y="488"/>
                </a:lnTo>
                <a:lnTo>
                  <a:pt x="1676" y="153"/>
                </a:lnTo>
                <a:cubicBezTo>
                  <a:pt x="1676" y="69"/>
                  <a:pt x="1607" y="2"/>
                  <a:pt x="1523" y="2"/>
                </a:cubicBezTo>
                <a:cubicBezTo>
                  <a:pt x="1438" y="2"/>
                  <a:pt x="1370" y="70"/>
                  <a:pt x="1370" y="153"/>
                </a:cubicBezTo>
                <a:lnTo>
                  <a:pt x="1370" y="751"/>
                </a:lnTo>
                <a:cubicBezTo>
                  <a:pt x="1371" y="830"/>
                  <a:pt x="1433" y="895"/>
                  <a:pt x="1512" y="902"/>
                </a:cubicBezTo>
                <a:close/>
                <a:moveTo>
                  <a:pt x="981" y="1551"/>
                </a:moveTo>
                <a:cubicBezTo>
                  <a:pt x="951" y="1549"/>
                  <a:pt x="919" y="1554"/>
                  <a:pt x="893" y="1570"/>
                </a:cubicBezTo>
                <a:lnTo>
                  <a:pt x="373" y="1868"/>
                </a:lnTo>
                <a:cubicBezTo>
                  <a:pt x="299" y="1910"/>
                  <a:pt x="274" y="2004"/>
                  <a:pt x="317" y="2076"/>
                </a:cubicBezTo>
                <a:cubicBezTo>
                  <a:pt x="359" y="2148"/>
                  <a:pt x="452" y="2173"/>
                  <a:pt x="526" y="2130"/>
                </a:cubicBezTo>
                <a:lnTo>
                  <a:pt x="817" y="1963"/>
                </a:lnTo>
                <a:lnTo>
                  <a:pt x="817" y="2298"/>
                </a:lnTo>
                <a:cubicBezTo>
                  <a:pt x="817" y="2382"/>
                  <a:pt x="886" y="2449"/>
                  <a:pt x="971" y="2449"/>
                </a:cubicBezTo>
                <a:cubicBezTo>
                  <a:pt x="1055" y="2449"/>
                  <a:pt x="1124" y="2381"/>
                  <a:pt x="1124" y="2298"/>
                </a:cubicBezTo>
                <a:lnTo>
                  <a:pt x="1124" y="1700"/>
                </a:lnTo>
                <a:cubicBezTo>
                  <a:pt x="1122" y="1623"/>
                  <a:pt x="1060" y="1556"/>
                  <a:pt x="981" y="1551"/>
                </a:cubicBezTo>
                <a:close/>
                <a:moveTo>
                  <a:pt x="840" y="1270"/>
                </a:moveTo>
                <a:cubicBezTo>
                  <a:pt x="845" y="1255"/>
                  <a:pt x="847" y="1237"/>
                  <a:pt x="847" y="1221"/>
                </a:cubicBezTo>
                <a:cubicBezTo>
                  <a:pt x="847" y="1209"/>
                  <a:pt x="845" y="1196"/>
                  <a:pt x="842" y="1186"/>
                </a:cubicBezTo>
                <a:cubicBezTo>
                  <a:pt x="831" y="1149"/>
                  <a:pt x="807" y="1115"/>
                  <a:pt x="771" y="1094"/>
                </a:cubicBezTo>
                <a:lnTo>
                  <a:pt x="252" y="796"/>
                </a:lnTo>
                <a:cubicBezTo>
                  <a:pt x="178" y="754"/>
                  <a:pt x="84" y="779"/>
                  <a:pt x="42" y="853"/>
                </a:cubicBezTo>
                <a:cubicBezTo>
                  <a:pt x="0" y="925"/>
                  <a:pt x="24" y="1018"/>
                  <a:pt x="98" y="1061"/>
                </a:cubicBezTo>
                <a:lnTo>
                  <a:pt x="389" y="1228"/>
                </a:lnTo>
                <a:lnTo>
                  <a:pt x="98" y="1396"/>
                </a:lnTo>
                <a:cubicBezTo>
                  <a:pt x="24" y="1438"/>
                  <a:pt x="0" y="1531"/>
                  <a:pt x="42" y="1604"/>
                </a:cubicBezTo>
                <a:cubicBezTo>
                  <a:pt x="84" y="1676"/>
                  <a:pt x="178" y="1700"/>
                  <a:pt x="252" y="1660"/>
                </a:cubicBezTo>
                <a:lnTo>
                  <a:pt x="771" y="1360"/>
                </a:lnTo>
                <a:cubicBezTo>
                  <a:pt x="805" y="1337"/>
                  <a:pt x="830" y="1306"/>
                  <a:pt x="840" y="1270"/>
                </a:cubicBezTo>
                <a:close/>
              </a:path>
            </a:pathLst>
          </a:custGeom>
          <a:solidFill>
            <a:srgbClr val="29B5E8"/>
          </a:solidFill>
          <a:ln>
            <a:noFill/>
          </a:ln>
        </p:spPr>
        <p:txBody>
          <a:bodyPr spcFirstLastPara="1" wrap="square" lIns="121900" tIns="60925" rIns="121900" bIns="60925" anchor="ctr" anchorCtr="0">
            <a:noAutofit/>
          </a:bodyPr>
          <a:lstStyle/>
          <a:p>
            <a:pPr marL="0" marR="0" lvl="0" indent="0" algn="l" rtl="0">
              <a:spcBef>
                <a:spcPts val="0"/>
              </a:spcBef>
              <a:spcAft>
                <a:spcPts val="0"/>
              </a:spcAft>
              <a:buClr>
                <a:schemeClr val="dk1"/>
              </a:buClr>
              <a:buSzPts val="2400"/>
              <a:buFont typeface="Arial"/>
              <a:buNone/>
            </a:pPr>
            <a:endParaRPr sz="2400">
              <a:solidFill>
                <a:srgbClr val="FFFFFF"/>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Quote - Frost">
  <p:cSld name="Quote - Frost">
    <p:spTree>
      <p:nvGrpSpPr>
        <p:cNvPr id="1" name="Shape 85"/>
        <p:cNvGrpSpPr/>
        <p:nvPr/>
      </p:nvGrpSpPr>
      <p:grpSpPr>
        <a:xfrm>
          <a:off x="0" y="0"/>
          <a:ext cx="0" cy="0"/>
          <a:chOff x="0" y="0"/>
          <a:chExt cx="0" cy="0"/>
        </a:xfrm>
      </p:grpSpPr>
      <p:sp>
        <p:nvSpPr>
          <p:cNvPr id="86" name="Google Shape;86;p9"/>
          <p:cNvSpPr txBox="1">
            <a:spLocks noGrp="1"/>
          </p:cNvSpPr>
          <p:nvPr>
            <p:ph type="body" idx="1"/>
          </p:nvPr>
        </p:nvSpPr>
        <p:spPr>
          <a:xfrm>
            <a:off x="1752600" y="1619251"/>
            <a:ext cx="8686800" cy="3619600"/>
          </a:xfrm>
          <a:prstGeom prst="rect">
            <a:avLst/>
          </a:prstGeom>
          <a:noFill/>
          <a:ln>
            <a:noFill/>
          </a:ln>
        </p:spPr>
        <p:txBody>
          <a:bodyPr spcFirstLastPara="1" wrap="square" lIns="68575" tIns="34275" rIns="68575" bIns="34275" anchor="ctr" anchorCtr="0">
            <a:noAutofit/>
          </a:bodyPr>
          <a:lstStyle>
            <a:lvl1pPr marL="457200" marR="0" lvl="0" indent="-228600" algn="ctr">
              <a:lnSpc>
                <a:spcPct val="80000"/>
              </a:lnSpc>
              <a:spcBef>
                <a:spcPts val="1067"/>
              </a:spcBef>
              <a:spcAft>
                <a:spcPts val="0"/>
              </a:spcAft>
              <a:buClr>
                <a:schemeClr val="lt1"/>
              </a:buClr>
              <a:buSzPts val="4100"/>
              <a:buFont typeface="Arial"/>
              <a:buNone/>
              <a:defRPr sz="5467" b="1" i="0" u="none" strike="noStrike" cap="none">
                <a:solidFill>
                  <a:schemeClr val="lt1"/>
                </a:solidFill>
                <a:latin typeface="Arial"/>
                <a:ea typeface="Arial"/>
                <a:cs typeface="Arial"/>
                <a:sym typeface="Arial"/>
              </a:defRPr>
            </a:lvl1pPr>
            <a:lvl2pPr marL="914400" marR="0" lvl="1"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371600" marR="0" lvl="2"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1828800" marR="0" lvl="3"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2286000" marR="0" lvl="4"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2743200" marR="0" lvl="5"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6pPr>
            <a:lvl7pPr marL="3200400" marR="0" lvl="6"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7pPr>
            <a:lvl8pPr marL="3657600" marR="0" lvl="7"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8pPr>
            <a:lvl9pPr marL="4114800" marR="0" lvl="8"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9pPr>
          </a:lstStyle>
          <a:p>
            <a:endParaRPr/>
          </a:p>
        </p:txBody>
      </p:sp>
      <p:sp>
        <p:nvSpPr>
          <p:cNvPr id="87" name="Google Shape;87;p9"/>
          <p:cNvSpPr/>
          <p:nvPr/>
        </p:nvSpPr>
        <p:spPr>
          <a:xfrm>
            <a:off x="636015" y="6491347"/>
            <a:ext cx="2709200" cy="215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800"/>
              <a:buFont typeface="Arial"/>
              <a:buNone/>
            </a:pPr>
            <a:r>
              <a:rPr lang="en-US" sz="800" b="0" i="0">
                <a:solidFill>
                  <a:schemeClr val="lt1"/>
                </a:solidFill>
                <a:latin typeface="Arial"/>
                <a:ea typeface="Arial"/>
                <a:cs typeface="Arial"/>
                <a:sym typeface="Arial"/>
              </a:rPr>
              <a:t>© </a:t>
            </a:r>
            <a:r>
              <a:rPr lang="en-US" sz="800">
                <a:solidFill>
                  <a:schemeClr val="lt1"/>
                </a:solidFill>
                <a:latin typeface="Arial"/>
                <a:ea typeface="Arial"/>
                <a:cs typeface="Arial"/>
                <a:sym typeface="Arial"/>
              </a:rPr>
              <a:t>2019 </a:t>
            </a:r>
            <a:r>
              <a:rPr lang="en-US" sz="800" b="0" i="0">
                <a:solidFill>
                  <a:schemeClr val="lt1"/>
                </a:solidFill>
                <a:latin typeface="Arial"/>
                <a:ea typeface="Arial"/>
                <a:cs typeface="Arial"/>
                <a:sym typeface="Arial"/>
              </a:rPr>
              <a:t>Snowflake Computing Inc. All Rights Reserved</a:t>
            </a:r>
            <a:endParaRPr sz="800">
              <a:solidFill>
                <a:schemeClr val="lt1"/>
              </a:solidFill>
              <a:latin typeface="Arial"/>
              <a:ea typeface="Arial"/>
              <a:cs typeface="Arial"/>
              <a:sym typeface="Arial"/>
            </a:endParaRPr>
          </a:p>
        </p:txBody>
      </p:sp>
      <p:sp>
        <p:nvSpPr>
          <p:cNvPr id="88" name="Google Shape;88;p9"/>
          <p:cNvSpPr/>
          <p:nvPr/>
        </p:nvSpPr>
        <p:spPr>
          <a:xfrm>
            <a:off x="460213" y="6498839"/>
            <a:ext cx="202128" cy="182880"/>
          </a:xfrm>
          <a:custGeom>
            <a:avLst/>
            <a:gdLst/>
            <a:ahLst/>
            <a:cxnLst/>
            <a:rect l="l" t="t" r="r" b="b"/>
            <a:pathLst>
              <a:path w="2696" h="2454" extrusionOk="0">
                <a:moveTo>
                  <a:pt x="2661" y="409"/>
                </a:moveTo>
                <a:lnTo>
                  <a:pt x="2661" y="271"/>
                </a:lnTo>
                <a:lnTo>
                  <a:pt x="2605" y="345"/>
                </a:lnTo>
                <a:lnTo>
                  <a:pt x="2593" y="345"/>
                </a:lnTo>
                <a:lnTo>
                  <a:pt x="2536" y="273"/>
                </a:lnTo>
                <a:lnTo>
                  <a:pt x="2536" y="409"/>
                </a:lnTo>
                <a:lnTo>
                  <a:pt x="2504" y="409"/>
                </a:lnTo>
                <a:lnTo>
                  <a:pt x="2504" y="213"/>
                </a:lnTo>
                <a:lnTo>
                  <a:pt x="2529" y="213"/>
                </a:lnTo>
                <a:lnTo>
                  <a:pt x="2600" y="305"/>
                </a:lnTo>
                <a:lnTo>
                  <a:pt x="2670" y="213"/>
                </a:lnTo>
                <a:lnTo>
                  <a:pt x="2695" y="213"/>
                </a:lnTo>
                <a:lnTo>
                  <a:pt x="2695" y="409"/>
                </a:lnTo>
                <a:lnTo>
                  <a:pt x="2661" y="409"/>
                </a:lnTo>
                <a:close/>
                <a:moveTo>
                  <a:pt x="2318" y="241"/>
                </a:moveTo>
                <a:lnTo>
                  <a:pt x="2318" y="213"/>
                </a:lnTo>
                <a:lnTo>
                  <a:pt x="2473" y="213"/>
                </a:lnTo>
                <a:lnTo>
                  <a:pt x="2473" y="241"/>
                </a:lnTo>
                <a:lnTo>
                  <a:pt x="2411" y="241"/>
                </a:lnTo>
                <a:lnTo>
                  <a:pt x="2411" y="409"/>
                </a:lnTo>
                <a:lnTo>
                  <a:pt x="2379" y="409"/>
                </a:lnTo>
                <a:lnTo>
                  <a:pt x="2379" y="241"/>
                </a:lnTo>
                <a:lnTo>
                  <a:pt x="2318" y="241"/>
                </a:lnTo>
                <a:close/>
                <a:moveTo>
                  <a:pt x="2395" y="1059"/>
                </a:moveTo>
                <a:lnTo>
                  <a:pt x="2104" y="1226"/>
                </a:lnTo>
                <a:lnTo>
                  <a:pt x="2395" y="1394"/>
                </a:lnTo>
                <a:cubicBezTo>
                  <a:pt x="2469" y="1436"/>
                  <a:pt x="2494" y="1530"/>
                  <a:pt x="2452" y="1602"/>
                </a:cubicBezTo>
                <a:cubicBezTo>
                  <a:pt x="2409" y="1674"/>
                  <a:pt x="2316" y="1699"/>
                  <a:pt x="2242" y="1658"/>
                </a:cubicBezTo>
                <a:lnTo>
                  <a:pt x="1722" y="1359"/>
                </a:lnTo>
                <a:cubicBezTo>
                  <a:pt x="1687" y="1339"/>
                  <a:pt x="1664" y="1307"/>
                  <a:pt x="1653" y="1272"/>
                </a:cubicBezTo>
                <a:cubicBezTo>
                  <a:pt x="1648" y="1256"/>
                  <a:pt x="1646" y="1239"/>
                  <a:pt x="1646" y="1223"/>
                </a:cubicBezTo>
                <a:cubicBezTo>
                  <a:pt x="1646" y="1211"/>
                  <a:pt x="1648" y="1198"/>
                  <a:pt x="1651" y="1188"/>
                </a:cubicBezTo>
                <a:cubicBezTo>
                  <a:pt x="1662" y="1151"/>
                  <a:pt x="1687" y="1117"/>
                  <a:pt x="1722" y="1096"/>
                </a:cubicBezTo>
                <a:lnTo>
                  <a:pt x="2242" y="798"/>
                </a:lnTo>
                <a:cubicBezTo>
                  <a:pt x="2314" y="756"/>
                  <a:pt x="2409" y="781"/>
                  <a:pt x="2452" y="855"/>
                </a:cubicBezTo>
                <a:cubicBezTo>
                  <a:pt x="2494" y="923"/>
                  <a:pt x="2469" y="1017"/>
                  <a:pt x="2395" y="1059"/>
                </a:cubicBezTo>
                <a:close/>
                <a:moveTo>
                  <a:pt x="2120" y="1870"/>
                </a:moveTo>
                <a:lnTo>
                  <a:pt x="1600" y="1572"/>
                </a:lnTo>
                <a:cubicBezTo>
                  <a:pt x="1572" y="1556"/>
                  <a:pt x="1542" y="1549"/>
                  <a:pt x="1512" y="1552"/>
                </a:cubicBezTo>
                <a:cubicBezTo>
                  <a:pt x="1433" y="1558"/>
                  <a:pt x="1371" y="1625"/>
                  <a:pt x="1371" y="1704"/>
                </a:cubicBezTo>
                <a:lnTo>
                  <a:pt x="1371" y="2301"/>
                </a:lnTo>
                <a:cubicBezTo>
                  <a:pt x="1371" y="2386"/>
                  <a:pt x="1440" y="2453"/>
                  <a:pt x="1525" y="2453"/>
                </a:cubicBezTo>
                <a:cubicBezTo>
                  <a:pt x="1609" y="2453"/>
                  <a:pt x="1678" y="2384"/>
                  <a:pt x="1678" y="2301"/>
                </a:cubicBezTo>
                <a:lnTo>
                  <a:pt x="1678" y="1967"/>
                </a:lnTo>
                <a:lnTo>
                  <a:pt x="1969" y="2134"/>
                </a:lnTo>
                <a:cubicBezTo>
                  <a:pt x="2041" y="2176"/>
                  <a:pt x="2136" y="2152"/>
                  <a:pt x="2178" y="2079"/>
                </a:cubicBezTo>
                <a:cubicBezTo>
                  <a:pt x="2219" y="2005"/>
                  <a:pt x="2194" y="1912"/>
                  <a:pt x="2120" y="1870"/>
                </a:cubicBezTo>
                <a:close/>
                <a:moveTo>
                  <a:pt x="1521" y="1285"/>
                </a:moveTo>
                <a:lnTo>
                  <a:pt x="1305" y="1500"/>
                </a:lnTo>
                <a:cubicBezTo>
                  <a:pt x="1298" y="1507"/>
                  <a:pt x="1288" y="1512"/>
                  <a:pt x="1279" y="1512"/>
                </a:cubicBezTo>
                <a:lnTo>
                  <a:pt x="1263" y="1512"/>
                </a:lnTo>
                <a:lnTo>
                  <a:pt x="1231" y="1512"/>
                </a:lnTo>
                <a:lnTo>
                  <a:pt x="1215" y="1512"/>
                </a:lnTo>
                <a:cubicBezTo>
                  <a:pt x="1207" y="1512"/>
                  <a:pt x="1194" y="1507"/>
                  <a:pt x="1189" y="1500"/>
                </a:cubicBezTo>
                <a:lnTo>
                  <a:pt x="972" y="1285"/>
                </a:lnTo>
                <a:cubicBezTo>
                  <a:pt x="965" y="1279"/>
                  <a:pt x="962" y="1267"/>
                  <a:pt x="962" y="1258"/>
                </a:cubicBezTo>
                <a:lnTo>
                  <a:pt x="962" y="1242"/>
                </a:lnTo>
                <a:lnTo>
                  <a:pt x="962" y="1211"/>
                </a:lnTo>
                <a:lnTo>
                  <a:pt x="962" y="1195"/>
                </a:lnTo>
                <a:cubicBezTo>
                  <a:pt x="962" y="1186"/>
                  <a:pt x="967" y="1174"/>
                  <a:pt x="972" y="1168"/>
                </a:cubicBezTo>
                <a:lnTo>
                  <a:pt x="1189" y="953"/>
                </a:lnTo>
                <a:cubicBezTo>
                  <a:pt x="1196" y="946"/>
                  <a:pt x="1207" y="943"/>
                  <a:pt x="1215" y="943"/>
                </a:cubicBezTo>
                <a:lnTo>
                  <a:pt x="1231" y="943"/>
                </a:lnTo>
                <a:lnTo>
                  <a:pt x="1263" y="943"/>
                </a:lnTo>
                <a:lnTo>
                  <a:pt x="1279" y="943"/>
                </a:lnTo>
                <a:cubicBezTo>
                  <a:pt x="1288" y="943"/>
                  <a:pt x="1300" y="948"/>
                  <a:pt x="1305" y="953"/>
                </a:cubicBezTo>
                <a:lnTo>
                  <a:pt x="1521" y="1168"/>
                </a:lnTo>
                <a:cubicBezTo>
                  <a:pt x="1526" y="1174"/>
                  <a:pt x="1532" y="1186"/>
                  <a:pt x="1532" y="1195"/>
                </a:cubicBezTo>
                <a:lnTo>
                  <a:pt x="1532" y="1211"/>
                </a:lnTo>
                <a:lnTo>
                  <a:pt x="1532" y="1242"/>
                </a:lnTo>
                <a:lnTo>
                  <a:pt x="1532" y="1258"/>
                </a:lnTo>
                <a:cubicBezTo>
                  <a:pt x="1532" y="1267"/>
                  <a:pt x="1528" y="1279"/>
                  <a:pt x="1521" y="1285"/>
                </a:cubicBezTo>
                <a:close/>
                <a:moveTo>
                  <a:pt x="1348" y="1225"/>
                </a:moveTo>
                <a:cubicBezTo>
                  <a:pt x="1348" y="1216"/>
                  <a:pt x="1343" y="1204"/>
                  <a:pt x="1336" y="1198"/>
                </a:cubicBezTo>
                <a:lnTo>
                  <a:pt x="1274" y="1137"/>
                </a:lnTo>
                <a:cubicBezTo>
                  <a:pt x="1268" y="1131"/>
                  <a:pt x="1256" y="1126"/>
                  <a:pt x="1247" y="1126"/>
                </a:cubicBezTo>
                <a:lnTo>
                  <a:pt x="1245" y="1126"/>
                </a:lnTo>
                <a:cubicBezTo>
                  <a:pt x="1237" y="1126"/>
                  <a:pt x="1224" y="1131"/>
                  <a:pt x="1219" y="1137"/>
                </a:cubicBezTo>
                <a:lnTo>
                  <a:pt x="1156" y="1198"/>
                </a:lnTo>
                <a:cubicBezTo>
                  <a:pt x="1148" y="1205"/>
                  <a:pt x="1145" y="1216"/>
                  <a:pt x="1145" y="1225"/>
                </a:cubicBezTo>
                <a:lnTo>
                  <a:pt x="1145" y="1226"/>
                </a:lnTo>
                <a:cubicBezTo>
                  <a:pt x="1145" y="1235"/>
                  <a:pt x="1150" y="1248"/>
                  <a:pt x="1156" y="1253"/>
                </a:cubicBezTo>
                <a:lnTo>
                  <a:pt x="1219" y="1315"/>
                </a:lnTo>
                <a:cubicBezTo>
                  <a:pt x="1224" y="1320"/>
                  <a:pt x="1237" y="1325"/>
                  <a:pt x="1245" y="1325"/>
                </a:cubicBezTo>
                <a:lnTo>
                  <a:pt x="1247" y="1325"/>
                </a:lnTo>
                <a:cubicBezTo>
                  <a:pt x="1256" y="1325"/>
                  <a:pt x="1268" y="1320"/>
                  <a:pt x="1274" y="1315"/>
                </a:cubicBezTo>
                <a:lnTo>
                  <a:pt x="1336" y="1253"/>
                </a:lnTo>
                <a:cubicBezTo>
                  <a:pt x="1341" y="1246"/>
                  <a:pt x="1348" y="1235"/>
                  <a:pt x="1348" y="1226"/>
                </a:cubicBezTo>
                <a:lnTo>
                  <a:pt x="1348" y="1225"/>
                </a:lnTo>
                <a:close/>
                <a:moveTo>
                  <a:pt x="373" y="583"/>
                </a:moveTo>
                <a:lnTo>
                  <a:pt x="893" y="881"/>
                </a:lnTo>
                <a:cubicBezTo>
                  <a:pt x="921" y="897"/>
                  <a:pt x="951" y="904"/>
                  <a:pt x="981" y="900"/>
                </a:cubicBezTo>
                <a:cubicBezTo>
                  <a:pt x="1060" y="895"/>
                  <a:pt x="1122" y="828"/>
                  <a:pt x="1122" y="749"/>
                </a:cubicBezTo>
                <a:lnTo>
                  <a:pt x="1122" y="151"/>
                </a:lnTo>
                <a:cubicBezTo>
                  <a:pt x="1122" y="67"/>
                  <a:pt x="1053" y="0"/>
                  <a:pt x="969" y="0"/>
                </a:cubicBezTo>
                <a:cubicBezTo>
                  <a:pt x="884" y="0"/>
                  <a:pt x="815" y="69"/>
                  <a:pt x="815" y="151"/>
                </a:cubicBezTo>
                <a:lnTo>
                  <a:pt x="815" y="486"/>
                </a:lnTo>
                <a:lnTo>
                  <a:pt x="525" y="319"/>
                </a:lnTo>
                <a:cubicBezTo>
                  <a:pt x="452" y="277"/>
                  <a:pt x="359" y="301"/>
                  <a:pt x="315" y="375"/>
                </a:cubicBezTo>
                <a:cubicBezTo>
                  <a:pt x="274" y="448"/>
                  <a:pt x="299" y="541"/>
                  <a:pt x="373" y="583"/>
                </a:cubicBezTo>
                <a:close/>
                <a:moveTo>
                  <a:pt x="1512" y="902"/>
                </a:moveTo>
                <a:cubicBezTo>
                  <a:pt x="1542" y="904"/>
                  <a:pt x="1572" y="899"/>
                  <a:pt x="1600" y="883"/>
                </a:cubicBezTo>
                <a:lnTo>
                  <a:pt x="2120" y="585"/>
                </a:lnTo>
                <a:cubicBezTo>
                  <a:pt x="2194" y="543"/>
                  <a:pt x="2219" y="449"/>
                  <a:pt x="2177" y="377"/>
                </a:cubicBezTo>
                <a:cubicBezTo>
                  <a:pt x="2134" y="305"/>
                  <a:pt x="2041" y="280"/>
                  <a:pt x="1967" y="321"/>
                </a:cubicBezTo>
                <a:lnTo>
                  <a:pt x="1676" y="488"/>
                </a:lnTo>
                <a:lnTo>
                  <a:pt x="1676" y="153"/>
                </a:lnTo>
                <a:cubicBezTo>
                  <a:pt x="1676" y="69"/>
                  <a:pt x="1607" y="2"/>
                  <a:pt x="1523" y="2"/>
                </a:cubicBezTo>
                <a:cubicBezTo>
                  <a:pt x="1438" y="2"/>
                  <a:pt x="1370" y="70"/>
                  <a:pt x="1370" y="153"/>
                </a:cubicBezTo>
                <a:lnTo>
                  <a:pt x="1370" y="751"/>
                </a:lnTo>
                <a:cubicBezTo>
                  <a:pt x="1371" y="830"/>
                  <a:pt x="1433" y="895"/>
                  <a:pt x="1512" y="902"/>
                </a:cubicBezTo>
                <a:close/>
                <a:moveTo>
                  <a:pt x="981" y="1551"/>
                </a:moveTo>
                <a:cubicBezTo>
                  <a:pt x="951" y="1549"/>
                  <a:pt x="919" y="1554"/>
                  <a:pt x="893" y="1570"/>
                </a:cubicBezTo>
                <a:lnTo>
                  <a:pt x="373" y="1868"/>
                </a:lnTo>
                <a:cubicBezTo>
                  <a:pt x="299" y="1910"/>
                  <a:pt x="274" y="2004"/>
                  <a:pt x="317" y="2076"/>
                </a:cubicBezTo>
                <a:cubicBezTo>
                  <a:pt x="359" y="2148"/>
                  <a:pt x="452" y="2173"/>
                  <a:pt x="526" y="2130"/>
                </a:cubicBezTo>
                <a:lnTo>
                  <a:pt x="817" y="1963"/>
                </a:lnTo>
                <a:lnTo>
                  <a:pt x="817" y="2298"/>
                </a:lnTo>
                <a:cubicBezTo>
                  <a:pt x="817" y="2382"/>
                  <a:pt x="886" y="2449"/>
                  <a:pt x="971" y="2449"/>
                </a:cubicBezTo>
                <a:cubicBezTo>
                  <a:pt x="1055" y="2449"/>
                  <a:pt x="1124" y="2381"/>
                  <a:pt x="1124" y="2298"/>
                </a:cubicBezTo>
                <a:lnTo>
                  <a:pt x="1124" y="1700"/>
                </a:lnTo>
                <a:cubicBezTo>
                  <a:pt x="1122" y="1623"/>
                  <a:pt x="1060" y="1556"/>
                  <a:pt x="981" y="1551"/>
                </a:cubicBezTo>
                <a:close/>
                <a:moveTo>
                  <a:pt x="840" y="1270"/>
                </a:moveTo>
                <a:cubicBezTo>
                  <a:pt x="845" y="1255"/>
                  <a:pt x="847" y="1237"/>
                  <a:pt x="847" y="1221"/>
                </a:cubicBezTo>
                <a:cubicBezTo>
                  <a:pt x="847" y="1209"/>
                  <a:pt x="845" y="1196"/>
                  <a:pt x="842" y="1186"/>
                </a:cubicBezTo>
                <a:cubicBezTo>
                  <a:pt x="831" y="1149"/>
                  <a:pt x="807" y="1115"/>
                  <a:pt x="771" y="1094"/>
                </a:cubicBezTo>
                <a:lnTo>
                  <a:pt x="252" y="796"/>
                </a:lnTo>
                <a:cubicBezTo>
                  <a:pt x="178" y="754"/>
                  <a:pt x="84" y="779"/>
                  <a:pt x="42" y="853"/>
                </a:cubicBezTo>
                <a:cubicBezTo>
                  <a:pt x="0" y="925"/>
                  <a:pt x="24" y="1018"/>
                  <a:pt x="98" y="1061"/>
                </a:cubicBezTo>
                <a:lnTo>
                  <a:pt x="389" y="1228"/>
                </a:lnTo>
                <a:lnTo>
                  <a:pt x="98" y="1396"/>
                </a:lnTo>
                <a:cubicBezTo>
                  <a:pt x="24" y="1438"/>
                  <a:pt x="0" y="1531"/>
                  <a:pt x="42" y="1604"/>
                </a:cubicBezTo>
                <a:cubicBezTo>
                  <a:pt x="84" y="1676"/>
                  <a:pt x="178" y="1700"/>
                  <a:pt x="252" y="1660"/>
                </a:cubicBezTo>
                <a:lnTo>
                  <a:pt x="771" y="1360"/>
                </a:lnTo>
                <a:cubicBezTo>
                  <a:pt x="805" y="1337"/>
                  <a:pt x="830" y="1306"/>
                  <a:pt x="840" y="1270"/>
                </a:cubicBezTo>
                <a:close/>
              </a:path>
            </a:pathLst>
          </a:custGeom>
          <a:solidFill>
            <a:srgbClr val="FFFFFF"/>
          </a:solidFill>
          <a:ln>
            <a:noFill/>
          </a:ln>
        </p:spPr>
        <p:txBody>
          <a:bodyPr spcFirstLastPara="1" wrap="square" lIns="121900" tIns="60925" rIns="121900" bIns="60925" anchor="ctr" anchorCtr="0">
            <a:noAutofit/>
          </a:bodyPr>
          <a:lstStyle/>
          <a:p>
            <a:pPr marL="0" marR="0" lvl="0" indent="0" algn="l" rtl="0">
              <a:spcBef>
                <a:spcPts val="0"/>
              </a:spcBef>
              <a:spcAft>
                <a:spcPts val="0"/>
              </a:spcAft>
              <a:buClr>
                <a:schemeClr val="dk1"/>
              </a:buClr>
              <a:buSzPts val="2400"/>
              <a:buFont typeface="Arial"/>
              <a:buNone/>
            </a:pPr>
            <a:endParaRPr sz="2400">
              <a:solidFill>
                <a:srgbClr val="FFFFFF"/>
              </a:solidFill>
              <a:latin typeface="Arial"/>
              <a:ea typeface="Arial"/>
              <a:cs typeface="Arial"/>
              <a:sym typeface="Arial"/>
            </a:endParaRPr>
          </a:p>
        </p:txBody>
      </p:sp>
      <p:grpSp>
        <p:nvGrpSpPr>
          <p:cNvPr id="89" name="Google Shape;89;p9"/>
          <p:cNvGrpSpPr/>
          <p:nvPr/>
        </p:nvGrpSpPr>
        <p:grpSpPr>
          <a:xfrm>
            <a:off x="0" y="1"/>
            <a:ext cx="12189400" cy="6858100"/>
            <a:chOff x="0" y="0"/>
            <a:chExt cx="12189400" cy="6858100"/>
          </a:xfrm>
        </p:grpSpPr>
        <p:cxnSp>
          <p:nvCxnSpPr>
            <p:cNvPr id="90" name="Google Shape;90;p9"/>
            <p:cNvCxnSpPr/>
            <p:nvPr/>
          </p:nvCxnSpPr>
          <p:spPr>
            <a:xfrm>
              <a:off x="0" y="3435350"/>
              <a:ext cx="1508700" cy="0"/>
            </a:xfrm>
            <a:prstGeom prst="straightConnector1">
              <a:avLst/>
            </a:prstGeom>
            <a:noFill/>
            <a:ln w="28575" cap="flat" cmpd="sng">
              <a:solidFill>
                <a:schemeClr val="lt1">
                  <a:alpha val="74509"/>
                </a:schemeClr>
              </a:solidFill>
              <a:prstDash val="solid"/>
              <a:miter lim="800000"/>
              <a:headEnd type="none" w="sm" len="sm"/>
              <a:tailEnd type="none" w="sm" len="sm"/>
            </a:ln>
          </p:spPr>
        </p:cxnSp>
        <p:cxnSp>
          <p:nvCxnSpPr>
            <p:cNvPr id="91" name="Google Shape;91;p9"/>
            <p:cNvCxnSpPr/>
            <p:nvPr/>
          </p:nvCxnSpPr>
          <p:spPr>
            <a:xfrm>
              <a:off x="6096000" y="0"/>
              <a:ext cx="0" cy="1511400"/>
            </a:xfrm>
            <a:prstGeom prst="straightConnector1">
              <a:avLst/>
            </a:prstGeom>
            <a:noFill/>
            <a:ln w="28575" cap="flat" cmpd="sng">
              <a:solidFill>
                <a:schemeClr val="lt1">
                  <a:alpha val="74509"/>
                </a:schemeClr>
              </a:solidFill>
              <a:prstDash val="solid"/>
              <a:miter lim="800000"/>
              <a:headEnd type="none" w="sm" len="sm"/>
              <a:tailEnd type="none" w="sm" len="sm"/>
            </a:ln>
          </p:spPr>
        </p:cxnSp>
        <p:cxnSp>
          <p:nvCxnSpPr>
            <p:cNvPr id="92" name="Google Shape;92;p9"/>
            <p:cNvCxnSpPr/>
            <p:nvPr/>
          </p:nvCxnSpPr>
          <p:spPr>
            <a:xfrm>
              <a:off x="10680700" y="3435350"/>
              <a:ext cx="1508700" cy="0"/>
            </a:xfrm>
            <a:prstGeom prst="straightConnector1">
              <a:avLst/>
            </a:prstGeom>
            <a:noFill/>
            <a:ln w="28575" cap="flat" cmpd="sng">
              <a:solidFill>
                <a:schemeClr val="lt1">
                  <a:alpha val="74509"/>
                </a:schemeClr>
              </a:solidFill>
              <a:prstDash val="solid"/>
              <a:miter lim="800000"/>
              <a:headEnd type="none" w="sm" len="sm"/>
              <a:tailEnd type="none" w="sm" len="sm"/>
            </a:ln>
          </p:spPr>
        </p:cxnSp>
        <p:cxnSp>
          <p:nvCxnSpPr>
            <p:cNvPr id="93" name="Google Shape;93;p9"/>
            <p:cNvCxnSpPr/>
            <p:nvPr/>
          </p:nvCxnSpPr>
          <p:spPr>
            <a:xfrm>
              <a:off x="6096000" y="5346700"/>
              <a:ext cx="0" cy="1511400"/>
            </a:xfrm>
            <a:prstGeom prst="straightConnector1">
              <a:avLst/>
            </a:prstGeom>
            <a:noFill/>
            <a:ln w="28575" cap="flat" cmpd="sng">
              <a:solidFill>
                <a:schemeClr val="lt1">
                  <a:alpha val="74509"/>
                </a:schemeClr>
              </a:solidFill>
              <a:prstDash val="solid"/>
              <a:miter lim="800000"/>
              <a:headEnd type="none" w="sm" len="sm"/>
              <a:tailEnd type="none" w="sm" len="sm"/>
            </a:ln>
          </p:spPr>
        </p:cxn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Quote - Tangerine">
  <p:cSld name="Quote - Tangerine">
    <p:spTree>
      <p:nvGrpSpPr>
        <p:cNvPr id="1" name="Shape 94"/>
        <p:cNvGrpSpPr/>
        <p:nvPr/>
      </p:nvGrpSpPr>
      <p:grpSpPr>
        <a:xfrm>
          <a:off x="0" y="0"/>
          <a:ext cx="0" cy="0"/>
          <a:chOff x="0" y="0"/>
          <a:chExt cx="0" cy="0"/>
        </a:xfrm>
      </p:grpSpPr>
      <p:sp>
        <p:nvSpPr>
          <p:cNvPr id="95" name="Google Shape;95;p10"/>
          <p:cNvSpPr txBox="1">
            <a:spLocks noGrp="1"/>
          </p:cNvSpPr>
          <p:nvPr>
            <p:ph type="body" idx="1"/>
          </p:nvPr>
        </p:nvSpPr>
        <p:spPr>
          <a:xfrm>
            <a:off x="1752600" y="1619251"/>
            <a:ext cx="8686800" cy="3619600"/>
          </a:xfrm>
          <a:prstGeom prst="rect">
            <a:avLst/>
          </a:prstGeom>
          <a:noFill/>
          <a:ln>
            <a:noFill/>
          </a:ln>
        </p:spPr>
        <p:txBody>
          <a:bodyPr spcFirstLastPara="1" wrap="square" lIns="68575" tIns="34275" rIns="68575" bIns="34275" anchor="ctr" anchorCtr="0">
            <a:noAutofit/>
          </a:bodyPr>
          <a:lstStyle>
            <a:lvl1pPr marL="457200" marR="0" lvl="0" indent="-228600" algn="ctr">
              <a:lnSpc>
                <a:spcPct val="80000"/>
              </a:lnSpc>
              <a:spcBef>
                <a:spcPts val="1067"/>
              </a:spcBef>
              <a:spcAft>
                <a:spcPts val="0"/>
              </a:spcAft>
              <a:buClr>
                <a:schemeClr val="lt1"/>
              </a:buClr>
              <a:buSzPts val="4100"/>
              <a:buFont typeface="Arial"/>
              <a:buNone/>
              <a:defRPr sz="5467" b="1" i="0" u="none" strike="noStrike" cap="none">
                <a:solidFill>
                  <a:schemeClr val="lt1"/>
                </a:solidFill>
                <a:latin typeface="Arial"/>
                <a:ea typeface="Arial"/>
                <a:cs typeface="Arial"/>
                <a:sym typeface="Arial"/>
              </a:defRPr>
            </a:lvl1pPr>
            <a:lvl2pPr marL="914400" marR="0" lvl="1"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371600" marR="0" lvl="2"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1828800" marR="0" lvl="3"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2286000" marR="0" lvl="4"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2743200" marR="0" lvl="5"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6pPr>
            <a:lvl7pPr marL="3200400" marR="0" lvl="6"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7pPr>
            <a:lvl8pPr marL="3657600" marR="0" lvl="7"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8pPr>
            <a:lvl9pPr marL="4114800" marR="0" lvl="8"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9pPr>
          </a:lstStyle>
          <a:p>
            <a:endParaRPr/>
          </a:p>
        </p:txBody>
      </p:sp>
      <p:sp>
        <p:nvSpPr>
          <p:cNvPr id="96" name="Google Shape;96;p10"/>
          <p:cNvSpPr/>
          <p:nvPr/>
        </p:nvSpPr>
        <p:spPr>
          <a:xfrm>
            <a:off x="636015" y="6491347"/>
            <a:ext cx="2709200" cy="215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800"/>
              <a:buFont typeface="Arial"/>
              <a:buNone/>
            </a:pPr>
            <a:r>
              <a:rPr lang="en-US" sz="800" b="0" i="0">
                <a:solidFill>
                  <a:schemeClr val="lt1"/>
                </a:solidFill>
                <a:latin typeface="Arial"/>
                <a:ea typeface="Arial"/>
                <a:cs typeface="Arial"/>
                <a:sym typeface="Arial"/>
              </a:rPr>
              <a:t>© </a:t>
            </a:r>
            <a:r>
              <a:rPr lang="en-US" sz="800">
                <a:solidFill>
                  <a:schemeClr val="lt1"/>
                </a:solidFill>
                <a:latin typeface="Arial"/>
                <a:ea typeface="Arial"/>
                <a:cs typeface="Arial"/>
                <a:sym typeface="Arial"/>
              </a:rPr>
              <a:t>2019 </a:t>
            </a:r>
            <a:r>
              <a:rPr lang="en-US" sz="800" b="0" i="0">
                <a:solidFill>
                  <a:schemeClr val="lt1"/>
                </a:solidFill>
                <a:latin typeface="Arial"/>
                <a:ea typeface="Arial"/>
                <a:cs typeface="Arial"/>
                <a:sym typeface="Arial"/>
              </a:rPr>
              <a:t>Snowflake Computing Inc. All Rights Reserved</a:t>
            </a:r>
            <a:endParaRPr sz="800">
              <a:solidFill>
                <a:schemeClr val="lt1"/>
              </a:solidFill>
              <a:latin typeface="Arial"/>
              <a:ea typeface="Arial"/>
              <a:cs typeface="Arial"/>
              <a:sym typeface="Arial"/>
            </a:endParaRPr>
          </a:p>
        </p:txBody>
      </p:sp>
      <p:sp>
        <p:nvSpPr>
          <p:cNvPr id="97" name="Google Shape;97;p10"/>
          <p:cNvSpPr/>
          <p:nvPr/>
        </p:nvSpPr>
        <p:spPr>
          <a:xfrm>
            <a:off x="460213" y="6498839"/>
            <a:ext cx="202128" cy="182880"/>
          </a:xfrm>
          <a:custGeom>
            <a:avLst/>
            <a:gdLst/>
            <a:ahLst/>
            <a:cxnLst/>
            <a:rect l="l" t="t" r="r" b="b"/>
            <a:pathLst>
              <a:path w="2696" h="2454" extrusionOk="0">
                <a:moveTo>
                  <a:pt x="2661" y="409"/>
                </a:moveTo>
                <a:lnTo>
                  <a:pt x="2661" y="271"/>
                </a:lnTo>
                <a:lnTo>
                  <a:pt x="2605" y="345"/>
                </a:lnTo>
                <a:lnTo>
                  <a:pt x="2593" y="345"/>
                </a:lnTo>
                <a:lnTo>
                  <a:pt x="2536" y="273"/>
                </a:lnTo>
                <a:lnTo>
                  <a:pt x="2536" y="409"/>
                </a:lnTo>
                <a:lnTo>
                  <a:pt x="2504" y="409"/>
                </a:lnTo>
                <a:lnTo>
                  <a:pt x="2504" y="213"/>
                </a:lnTo>
                <a:lnTo>
                  <a:pt x="2529" y="213"/>
                </a:lnTo>
                <a:lnTo>
                  <a:pt x="2600" y="305"/>
                </a:lnTo>
                <a:lnTo>
                  <a:pt x="2670" y="213"/>
                </a:lnTo>
                <a:lnTo>
                  <a:pt x="2695" y="213"/>
                </a:lnTo>
                <a:lnTo>
                  <a:pt x="2695" y="409"/>
                </a:lnTo>
                <a:lnTo>
                  <a:pt x="2661" y="409"/>
                </a:lnTo>
                <a:close/>
                <a:moveTo>
                  <a:pt x="2318" y="241"/>
                </a:moveTo>
                <a:lnTo>
                  <a:pt x="2318" y="213"/>
                </a:lnTo>
                <a:lnTo>
                  <a:pt x="2473" y="213"/>
                </a:lnTo>
                <a:lnTo>
                  <a:pt x="2473" y="241"/>
                </a:lnTo>
                <a:lnTo>
                  <a:pt x="2411" y="241"/>
                </a:lnTo>
                <a:lnTo>
                  <a:pt x="2411" y="409"/>
                </a:lnTo>
                <a:lnTo>
                  <a:pt x="2379" y="409"/>
                </a:lnTo>
                <a:lnTo>
                  <a:pt x="2379" y="241"/>
                </a:lnTo>
                <a:lnTo>
                  <a:pt x="2318" y="241"/>
                </a:lnTo>
                <a:close/>
                <a:moveTo>
                  <a:pt x="2395" y="1059"/>
                </a:moveTo>
                <a:lnTo>
                  <a:pt x="2104" y="1226"/>
                </a:lnTo>
                <a:lnTo>
                  <a:pt x="2395" y="1394"/>
                </a:lnTo>
                <a:cubicBezTo>
                  <a:pt x="2469" y="1436"/>
                  <a:pt x="2494" y="1530"/>
                  <a:pt x="2452" y="1602"/>
                </a:cubicBezTo>
                <a:cubicBezTo>
                  <a:pt x="2409" y="1674"/>
                  <a:pt x="2316" y="1699"/>
                  <a:pt x="2242" y="1658"/>
                </a:cubicBezTo>
                <a:lnTo>
                  <a:pt x="1722" y="1359"/>
                </a:lnTo>
                <a:cubicBezTo>
                  <a:pt x="1687" y="1339"/>
                  <a:pt x="1664" y="1307"/>
                  <a:pt x="1653" y="1272"/>
                </a:cubicBezTo>
                <a:cubicBezTo>
                  <a:pt x="1648" y="1256"/>
                  <a:pt x="1646" y="1239"/>
                  <a:pt x="1646" y="1223"/>
                </a:cubicBezTo>
                <a:cubicBezTo>
                  <a:pt x="1646" y="1211"/>
                  <a:pt x="1648" y="1198"/>
                  <a:pt x="1651" y="1188"/>
                </a:cubicBezTo>
                <a:cubicBezTo>
                  <a:pt x="1662" y="1151"/>
                  <a:pt x="1687" y="1117"/>
                  <a:pt x="1722" y="1096"/>
                </a:cubicBezTo>
                <a:lnTo>
                  <a:pt x="2242" y="798"/>
                </a:lnTo>
                <a:cubicBezTo>
                  <a:pt x="2314" y="756"/>
                  <a:pt x="2409" y="781"/>
                  <a:pt x="2452" y="855"/>
                </a:cubicBezTo>
                <a:cubicBezTo>
                  <a:pt x="2494" y="923"/>
                  <a:pt x="2469" y="1017"/>
                  <a:pt x="2395" y="1059"/>
                </a:cubicBezTo>
                <a:close/>
                <a:moveTo>
                  <a:pt x="2120" y="1870"/>
                </a:moveTo>
                <a:lnTo>
                  <a:pt x="1600" y="1572"/>
                </a:lnTo>
                <a:cubicBezTo>
                  <a:pt x="1572" y="1556"/>
                  <a:pt x="1542" y="1549"/>
                  <a:pt x="1512" y="1552"/>
                </a:cubicBezTo>
                <a:cubicBezTo>
                  <a:pt x="1433" y="1558"/>
                  <a:pt x="1371" y="1625"/>
                  <a:pt x="1371" y="1704"/>
                </a:cubicBezTo>
                <a:lnTo>
                  <a:pt x="1371" y="2301"/>
                </a:lnTo>
                <a:cubicBezTo>
                  <a:pt x="1371" y="2386"/>
                  <a:pt x="1440" y="2453"/>
                  <a:pt x="1525" y="2453"/>
                </a:cubicBezTo>
                <a:cubicBezTo>
                  <a:pt x="1609" y="2453"/>
                  <a:pt x="1678" y="2384"/>
                  <a:pt x="1678" y="2301"/>
                </a:cubicBezTo>
                <a:lnTo>
                  <a:pt x="1678" y="1967"/>
                </a:lnTo>
                <a:lnTo>
                  <a:pt x="1969" y="2134"/>
                </a:lnTo>
                <a:cubicBezTo>
                  <a:pt x="2041" y="2176"/>
                  <a:pt x="2136" y="2152"/>
                  <a:pt x="2178" y="2079"/>
                </a:cubicBezTo>
                <a:cubicBezTo>
                  <a:pt x="2219" y="2005"/>
                  <a:pt x="2194" y="1912"/>
                  <a:pt x="2120" y="1870"/>
                </a:cubicBezTo>
                <a:close/>
                <a:moveTo>
                  <a:pt x="1521" y="1285"/>
                </a:moveTo>
                <a:lnTo>
                  <a:pt x="1305" y="1500"/>
                </a:lnTo>
                <a:cubicBezTo>
                  <a:pt x="1298" y="1507"/>
                  <a:pt x="1288" y="1512"/>
                  <a:pt x="1279" y="1512"/>
                </a:cubicBezTo>
                <a:lnTo>
                  <a:pt x="1263" y="1512"/>
                </a:lnTo>
                <a:lnTo>
                  <a:pt x="1231" y="1512"/>
                </a:lnTo>
                <a:lnTo>
                  <a:pt x="1215" y="1512"/>
                </a:lnTo>
                <a:cubicBezTo>
                  <a:pt x="1207" y="1512"/>
                  <a:pt x="1194" y="1507"/>
                  <a:pt x="1189" y="1500"/>
                </a:cubicBezTo>
                <a:lnTo>
                  <a:pt x="972" y="1285"/>
                </a:lnTo>
                <a:cubicBezTo>
                  <a:pt x="965" y="1279"/>
                  <a:pt x="962" y="1267"/>
                  <a:pt x="962" y="1258"/>
                </a:cubicBezTo>
                <a:lnTo>
                  <a:pt x="962" y="1242"/>
                </a:lnTo>
                <a:lnTo>
                  <a:pt x="962" y="1211"/>
                </a:lnTo>
                <a:lnTo>
                  <a:pt x="962" y="1195"/>
                </a:lnTo>
                <a:cubicBezTo>
                  <a:pt x="962" y="1186"/>
                  <a:pt x="967" y="1174"/>
                  <a:pt x="972" y="1168"/>
                </a:cubicBezTo>
                <a:lnTo>
                  <a:pt x="1189" y="953"/>
                </a:lnTo>
                <a:cubicBezTo>
                  <a:pt x="1196" y="946"/>
                  <a:pt x="1207" y="943"/>
                  <a:pt x="1215" y="943"/>
                </a:cubicBezTo>
                <a:lnTo>
                  <a:pt x="1231" y="943"/>
                </a:lnTo>
                <a:lnTo>
                  <a:pt x="1263" y="943"/>
                </a:lnTo>
                <a:lnTo>
                  <a:pt x="1279" y="943"/>
                </a:lnTo>
                <a:cubicBezTo>
                  <a:pt x="1288" y="943"/>
                  <a:pt x="1300" y="948"/>
                  <a:pt x="1305" y="953"/>
                </a:cubicBezTo>
                <a:lnTo>
                  <a:pt x="1521" y="1168"/>
                </a:lnTo>
                <a:cubicBezTo>
                  <a:pt x="1526" y="1174"/>
                  <a:pt x="1532" y="1186"/>
                  <a:pt x="1532" y="1195"/>
                </a:cubicBezTo>
                <a:lnTo>
                  <a:pt x="1532" y="1211"/>
                </a:lnTo>
                <a:lnTo>
                  <a:pt x="1532" y="1242"/>
                </a:lnTo>
                <a:lnTo>
                  <a:pt x="1532" y="1258"/>
                </a:lnTo>
                <a:cubicBezTo>
                  <a:pt x="1532" y="1267"/>
                  <a:pt x="1528" y="1279"/>
                  <a:pt x="1521" y="1285"/>
                </a:cubicBezTo>
                <a:close/>
                <a:moveTo>
                  <a:pt x="1348" y="1225"/>
                </a:moveTo>
                <a:cubicBezTo>
                  <a:pt x="1348" y="1216"/>
                  <a:pt x="1343" y="1204"/>
                  <a:pt x="1336" y="1198"/>
                </a:cubicBezTo>
                <a:lnTo>
                  <a:pt x="1274" y="1137"/>
                </a:lnTo>
                <a:cubicBezTo>
                  <a:pt x="1268" y="1131"/>
                  <a:pt x="1256" y="1126"/>
                  <a:pt x="1247" y="1126"/>
                </a:cubicBezTo>
                <a:lnTo>
                  <a:pt x="1245" y="1126"/>
                </a:lnTo>
                <a:cubicBezTo>
                  <a:pt x="1237" y="1126"/>
                  <a:pt x="1224" y="1131"/>
                  <a:pt x="1219" y="1137"/>
                </a:cubicBezTo>
                <a:lnTo>
                  <a:pt x="1156" y="1198"/>
                </a:lnTo>
                <a:cubicBezTo>
                  <a:pt x="1148" y="1205"/>
                  <a:pt x="1145" y="1216"/>
                  <a:pt x="1145" y="1225"/>
                </a:cubicBezTo>
                <a:lnTo>
                  <a:pt x="1145" y="1226"/>
                </a:lnTo>
                <a:cubicBezTo>
                  <a:pt x="1145" y="1235"/>
                  <a:pt x="1150" y="1248"/>
                  <a:pt x="1156" y="1253"/>
                </a:cubicBezTo>
                <a:lnTo>
                  <a:pt x="1219" y="1315"/>
                </a:lnTo>
                <a:cubicBezTo>
                  <a:pt x="1224" y="1320"/>
                  <a:pt x="1237" y="1325"/>
                  <a:pt x="1245" y="1325"/>
                </a:cubicBezTo>
                <a:lnTo>
                  <a:pt x="1247" y="1325"/>
                </a:lnTo>
                <a:cubicBezTo>
                  <a:pt x="1256" y="1325"/>
                  <a:pt x="1268" y="1320"/>
                  <a:pt x="1274" y="1315"/>
                </a:cubicBezTo>
                <a:lnTo>
                  <a:pt x="1336" y="1253"/>
                </a:lnTo>
                <a:cubicBezTo>
                  <a:pt x="1341" y="1246"/>
                  <a:pt x="1348" y="1235"/>
                  <a:pt x="1348" y="1226"/>
                </a:cubicBezTo>
                <a:lnTo>
                  <a:pt x="1348" y="1225"/>
                </a:lnTo>
                <a:close/>
                <a:moveTo>
                  <a:pt x="373" y="583"/>
                </a:moveTo>
                <a:lnTo>
                  <a:pt x="893" y="881"/>
                </a:lnTo>
                <a:cubicBezTo>
                  <a:pt x="921" y="897"/>
                  <a:pt x="951" y="904"/>
                  <a:pt x="981" y="900"/>
                </a:cubicBezTo>
                <a:cubicBezTo>
                  <a:pt x="1060" y="895"/>
                  <a:pt x="1122" y="828"/>
                  <a:pt x="1122" y="749"/>
                </a:cubicBezTo>
                <a:lnTo>
                  <a:pt x="1122" y="151"/>
                </a:lnTo>
                <a:cubicBezTo>
                  <a:pt x="1122" y="67"/>
                  <a:pt x="1053" y="0"/>
                  <a:pt x="969" y="0"/>
                </a:cubicBezTo>
                <a:cubicBezTo>
                  <a:pt x="884" y="0"/>
                  <a:pt x="815" y="69"/>
                  <a:pt x="815" y="151"/>
                </a:cubicBezTo>
                <a:lnTo>
                  <a:pt x="815" y="486"/>
                </a:lnTo>
                <a:lnTo>
                  <a:pt x="525" y="319"/>
                </a:lnTo>
                <a:cubicBezTo>
                  <a:pt x="452" y="277"/>
                  <a:pt x="359" y="301"/>
                  <a:pt x="315" y="375"/>
                </a:cubicBezTo>
                <a:cubicBezTo>
                  <a:pt x="274" y="448"/>
                  <a:pt x="299" y="541"/>
                  <a:pt x="373" y="583"/>
                </a:cubicBezTo>
                <a:close/>
                <a:moveTo>
                  <a:pt x="1512" y="902"/>
                </a:moveTo>
                <a:cubicBezTo>
                  <a:pt x="1542" y="904"/>
                  <a:pt x="1572" y="899"/>
                  <a:pt x="1600" y="883"/>
                </a:cubicBezTo>
                <a:lnTo>
                  <a:pt x="2120" y="585"/>
                </a:lnTo>
                <a:cubicBezTo>
                  <a:pt x="2194" y="543"/>
                  <a:pt x="2219" y="449"/>
                  <a:pt x="2177" y="377"/>
                </a:cubicBezTo>
                <a:cubicBezTo>
                  <a:pt x="2134" y="305"/>
                  <a:pt x="2041" y="280"/>
                  <a:pt x="1967" y="321"/>
                </a:cubicBezTo>
                <a:lnTo>
                  <a:pt x="1676" y="488"/>
                </a:lnTo>
                <a:lnTo>
                  <a:pt x="1676" y="153"/>
                </a:lnTo>
                <a:cubicBezTo>
                  <a:pt x="1676" y="69"/>
                  <a:pt x="1607" y="2"/>
                  <a:pt x="1523" y="2"/>
                </a:cubicBezTo>
                <a:cubicBezTo>
                  <a:pt x="1438" y="2"/>
                  <a:pt x="1370" y="70"/>
                  <a:pt x="1370" y="153"/>
                </a:cubicBezTo>
                <a:lnTo>
                  <a:pt x="1370" y="751"/>
                </a:lnTo>
                <a:cubicBezTo>
                  <a:pt x="1371" y="830"/>
                  <a:pt x="1433" y="895"/>
                  <a:pt x="1512" y="902"/>
                </a:cubicBezTo>
                <a:close/>
                <a:moveTo>
                  <a:pt x="981" y="1551"/>
                </a:moveTo>
                <a:cubicBezTo>
                  <a:pt x="951" y="1549"/>
                  <a:pt x="919" y="1554"/>
                  <a:pt x="893" y="1570"/>
                </a:cubicBezTo>
                <a:lnTo>
                  <a:pt x="373" y="1868"/>
                </a:lnTo>
                <a:cubicBezTo>
                  <a:pt x="299" y="1910"/>
                  <a:pt x="274" y="2004"/>
                  <a:pt x="317" y="2076"/>
                </a:cubicBezTo>
                <a:cubicBezTo>
                  <a:pt x="359" y="2148"/>
                  <a:pt x="452" y="2173"/>
                  <a:pt x="526" y="2130"/>
                </a:cubicBezTo>
                <a:lnTo>
                  <a:pt x="817" y="1963"/>
                </a:lnTo>
                <a:lnTo>
                  <a:pt x="817" y="2298"/>
                </a:lnTo>
                <a:cubicBezTo>
                  <a:pt x="817" y="2382"/>
                  <a:pt x="886" y="2449"/>
                  <a:pt x="971" y="2449"/>
                </a:cubicBezTo>
                <a:cubicBezTo>
                  <a:pt x="1055" y="2449"/>
                  <a:pt x="1124" y="2381"/>
                  <a:pt x="1124" y="2298"/>
                </a:cubicBezTo>
                <a:lnTo>
                  <a:pt x="1124" y="1700"/>
                </a:lnTo>
                <a:cubicBezTo>
                  <a:pt x="1122" y="1623"/>
                  <a:pt x="1060" y="1556"/>
                  <a:pt x="981" y="1551"/>
                </a:cubicBezTo>
                <a:close/>
                <a:moveTo>
                  <a:pt x="840" y="1270"/>
                </a:moveTo>
                <a:cubicBezTo>
                  <a:pt x="845" y="1255"/>
                  <a:pt x="847" y="1237"/>
                  <a:pt x="847" y="1221"/>
                </a:cubicBezTo>
                <a:cubicBezTo>
                  <a:pt x="847" y="1209"/>
                  <a:pt x="845" y="1196"/>
                  <a:pt x="842" y="1186"/>
                </a:cubicBezTo>
                <a:cubicBezTo>
                  <a:pt x="831" y="1149"/>
                  <a:pt x="807" y="1115"/>
                  <a:pt x="771" y="1094"/>
                </a:cubicBezTo>
                <a:lnTo>
                  <a:pt x="252" y="796"/>
                </a:lnTo>
                <a:cubicBezTo>
                  <a:pt x="178" y="754"/>
                  <a:pt x="84" y="779"/>
                  <a:pt x="42" y="853"/>
                </a:cubicBezTo>
                <a:cubicBezTo>
                  <a:pt x="0" y="925"/>
                  <a:pt x="24" y="1018"/>
                  <a:pt x="98" y="1061"/>
                </a:cubicBezTo>
                <a:lnTo>
                  <a:pt x="389" y="1228"/>
                </a:lnTo>
                <a:lnTo>
                  <a:pt x="98" y="1396"/>
                </a:lnTo>
                <a:cubicBezTo>
                  <a:pt x="24" y="1438"/>
                  <a:pt x="0" y="1531"/>
                  <a:pt x="42" y="1604"/>
                </a:cubicBezTo>
                <a:cubicBezTo>
                  <a:pt x="84" y="1676"/>
                  <a:pt x="178" y="1700"/>
                  <a:pt x="252" y="1660"/>
                </a:cubicBezTo>
                <a:lnTo>
                  <a:pt x="771" y="1360"/>
                </a:lnTo>
                <a:cubicBezTo>
                  <a:pt x="805" y="1337"/>
                  <a:pt x="830" y="1306"/>
                  <a:pt x="840" y="1270"/>
                </a:cubicBezTo>
                <a:close/>
              </a:path>
            </a:pathLst>
          </a:custGeom>
          <a:solidFill>
            <a:srgbClr val="FFFFFF"/>
          </a:solidFill>
          <a:ln>
            <a:noFill/>
          </a:ln>
        </p:spPr>
        <p:txBody>
          <a:bodyPr spcFirstLastPara="1" wrap="square" lIns="121900" tIns="60925" rIns="121900" bIns="60925" anchor="ctr" anchorCtr="0">
            <a:noAutofit/>
          </a:bodyPr>
          <a:lstStyle/>
          <a:p>
            <a:pPr marL="0" marR="0" lvl="0" indent="0" algn="l" rtl="0">
              <a:spcBef>
                <a:spcPts val="0"/>
              </a:spcBef>
              <a:spcAft>
                <a:spcPts val="0"/>
              </a:spcAft>
              <a:buClr>
                <a:schemeClr val="dk1"/>
              </a:buClr>
              <a:buSzPts val="2400"/>
              <a:buFont typeface="Arial"/>
              <a:buNone/>
            </a:pPr>
            <a:endParaRPr sz="2400">
              <a:solidFill>
                <a:srgbClr val="FFFFFF"/>
              </a:solidFill>
              <a:latin typeface="Arial"/>
              <a:ea typeface="Arial"/>
              <a:cs typeface="Arial"/>
              <a:sym typeface="Arial"/>
            </a:endParaRPr>
          </a:p>
        </p:txBody>
      </p:sp>
      <p:grpSp>
        <p:nvGrpSpPr>
          <p:cNvPr id="98" name="Google Shape;98;p10"/>
          <p:cNvGrpSpPr/>
          <p:nvPr/>
        </p:nvGrpSpPr>
        <p:grpSpPr>
          <a:xfrm>
            <a:off x="0" y="1"/>
            <a:ext cx="12189400" cy="6858100"/>
            <a:chOff x="0" y="0"/>
            <a:chExt cx="12189400" cy="6858100"/>
          </a:xfrm>
        </p:grpSpPr>
        <p:cxnSp>
          <p:nvCxnSpPr>
            <p:cNvPr id="99" name="Google Shape;99;p10"/>
            <p:cNvCxnSpPr/>
            <p:nvPr/>
          </p:nvCxnSpPr>
          <p:spPr>
            <a:xfrm>
              <a:off x="0" y="3435350"/>
              <a:ext cx="1508700" cy="0"/>
            </a:xfrm>
            <a:prstGeom prst="straightConnector1">
              <a:avLst/>
            </a:prstGeom>
            <a:noFill/>
            <a:ln w="28575" cap="flat" cmpd="sng">
              <a:solidFill>
                <a:schemeClr val="lt1">
                  <a:alpha val="74509"/>
                </a:schemeClr>
              </a:solidFill>
              <a:prstDash val="solid"/>
              <a:miter lim="800000"/>
              <a:headEnd type="none" w="sm" len="sm"/>
              <a:tailEnd type="none" w="sm" len="sm"/>
            </a:ln>
          </p:spPr>
        </p:cxnSp>
        <p:cxnSp>
          <p:nvCxnSpPr>
            <p:cNvPr id="100" name="Google Shape;100;p10"/>
            <p:cNvCxnSpPr/>
            <p:nvPr/>
          </p:nvCxnSpPr>
          <p:spPr>
            <a:xfrm>
              <a:off x="6096000" y="0"/>
              <a:ext cx="0" cy="1511400"/>
            </a:xfrm>
            <a:prstGeom prst="straightConnector1">
              <a:avLst/>
            </a:prstGeom>
            <a:noFill/>
            <a:ln w="28575" cap="flat" cmpd="sng">
              <a:solidFill>
                <a:schemeClr val="lt1">
                  <a:alpha val="74509"/>
                </a:schemeClr>
              </a:solidFill>
              <a:prstDash val="solid"/>
              <a:miter lim="800000"/>
              <a:headEnd type="none" w="sm" len="sm"/>
              <a:tailEnd type="none" w="sm" len="sm"/>
            </a:ln>
          </p:spPr>
        </p:cxnSp>
        <p:cxnSp>
          <p:nvCxnSpPr>
            <p:cNvPr id="101" name="Google Shape;101;p10"/>
            <p:cNvCxnSpPr/>
            <p:nvPr/>
          </p:nvCxnSpPr>
          <p:spPr>
            <a:xfrm>
              <a:off x="10680700" y="3435350"/>
              <a:ext cx="1508700" cy="0"/>
            </a:xfrm>
            <a:prstGeom prst="straightConnector1">
              <a:avLst/>
            </a:prstGeom>
            <a:noFill/>
            <a:ln w="28575" cap="flat" cmpd="sng">
              <a:solidFill>
                <a:schemeClr val="lt1">
                  <a:alpha val="74509"/>
                </a:schemeClr>
              </a:solidFill>
              <a:prstDash val="solid"/>
              <a:miter lim="800000"/>
              <a:headEnd type="none" w="sm" len="sm"/>
              <a:tailEnd type="none" w="sm" len="sm"/>
            </a:ln>
          </p:spPr>
        </p:cxnSp>
        <p:cxnSp>
          <p:nvCxnSpPr>
            <p:cNvPr id="102" name="Google Shape;102;p10"/>
            <p:cNvCxnSpPr/>
            <p:nvPr/>
          </p:nvCxnSpPr>
          <p:spPr>
            <a:xfrm>
              <a:off x="6096000" y="5346700"/>
              <a:ext cx="0" cy="1511400"/>
            </a:xfrm>
            <a:prstGeom prst="straightConnector1">
              <a:avLst/>
            </a:prstGeom>
            <a:noFill/>
            <a:ln w="28575" cap="flat" cmpd="sng">
              <a:solidFill>
                <a:schemeClr val="lt1">
                  <a:alpha val="74509"/>
                </a:schemeClr>
              </a:solidFill>
              <a:prstDash val="solid"/>
              <a:miter lim="800000"/>
              <a:headEnd type="none" w="sm" len="sm"/>
              <a:tailEnd type="none" w="sm" len="sm"/>
            </a:ln>
          </p:spPr>
        </p:cxn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Quote - Violet">
  <p:cSld name="Quote - Violet">
    <p:spTree>
      <p:nvGrpSpPr>
        <p:cNvPr id="1" name="Shape 103"/>
        <p:cNvGrpSpPr/>
        <p:nvPr/>
      </p:nvGrpSpPr>
      <p:grpSpPr>
        <a:xfrm>
          <a:off x="0" y="0"/>
          <a:ext cx="0" cy="0"/>
          <a:chOff x="0" y="0"/>
          <a:chExt cx="0" cy="0"/>
        </a:xfrm>
      </p:grpSpPr>
      <p:sp>
        <p:nvSpPr>
          <p:cNvPr id="104" name="Google Shape;104;p11"/>
          <p:cNvSpPr txBox="1">
            <a:spLocks noGrp="1"/>
          </p:cNvSpPr>
          <p:nvPr>
            <p:ph type="body" idx="1"/>
          </p:nvPr>
        </p:nvSpPr>
        <p:spPr>
          <a:xfrm>
            <a:off x="1752600" y="1619251"/>
            <a:ext cx="8686800" cy="3619600"/>
          </a:xfrm>
          <a:prstGeom prst="rect">
            <a:avLst/>
          </a:prstGeom>
          <a:noFill/>
          <a:ln>
            <a:noFill/>
          </a:ln>
        </p:spPr>
        <p:txBody>
          <a:bodyPr spcFirstLastPara="1" wrap="square" lIns="68575" tIns="34275" rIns="68575" bIns="34275" anchor="ctr" anchorCtr="0">
            <a:noAutofit/>
          </a:bodyPr>
          <a:lstStyle>
            <a:lvl1pPr marL="457200" marR="0" lvl="0" indent="-228600" algn="ctr">
              <a:lnSpc>
                <a:spcPct val="80000"/>
              </a:lnSpc>
              <a:spcBef>
                <a:spcPts val="1067"/>
              </a:spcBef>
              <a:spcAft>
                <a:spcPts val="0"/>
              </a:spcAft>
              <a:buClr>
                <a:schemeClr val="lt1"/>
              </a:buClr>
              <a:buSzPts val="4100"/>
              <a:buFont typeface="Arial"/>
              <a:buNone/>
              <a:defRPr sz="5467" b="1" i="0" u="none" strike="noStrike" cap="none">
                <a:solidFill>
                  <a:schemeClr val="lt1"/>
                </a:solidFill>
                <a:latin typeface="Arial"/>
                <a:ea typeface="Arial"/>
                <a:cs typeface="Arial"/>
                <a:sym typeface="Arial"/>
              </a:defRPr>
            </a:lvl1pPr>
            <a:lvl2pPr marL="914400" marR="0" lvl="1"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371600" marR="0" lvl="2"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1828800" marR="0" lvl="3"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2286000" marR="0" lvl="4"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2743200" marR="0" lvl="5"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6pPr>
            <a:lvl7pPr marL="3200400" marR="0" lvl="6"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7pPr>
            <a:lvl8pPr marL="3657600" marR="0" lvl="7"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8pPr>
            <a:lvl9pPr marL="4114800" marR="0" lvl="8"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9pPr>
          </a:lstStyle>
          <a:p>
            <a:endParaRPr/>
          </a:p>
        </p:txBody>
      </p:sp>
      <p:sp>
        <p:nvSpPr>
          <p:cNvPr id="105" name="Google Shape;105;p11"/>
          <p:cNvSpPr/>
          <p:nvPr/>
        </p:nvSpPr>
        <p:spPr>
          <a:xfrm>
            <a:off x="636015" y="6491347"/>
            <a:ext cx="2709200" cy="215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800"/>
              <a:buFont typeface="Arial"/>
              <a:buNone/>
            </a:pPr>
            <a:r>
              <a:rPr lang="en-US" sz="800" b="0" i="0">
                <a:solidFill>
                  <a:schemeClr val="lt1"/>
                </a:solidFill>
                <a:latin typeface="Arial"/>
                <a:ea typeface="Arial"/>
                <a:cs typeface="Arial"/>
                <a:sym typeface="Arial"/>
              </a:rPr>
              <a:t>© </a:t>
            </a:r>
            <a:r>
              <a:rPr lang="en-US" sz="800">
                <a:solidFill>
                  <a:schemeClr val="lt1"/>
                </a:solidFill>
                <a:latin typeface="Arial"/>
                <a:ea typeface="Arial"/>
                <a:cs typeface="Arial"/>
                <a:sym typeface="Arial"/>
              </a:rPr>
              <a:t>2019 </a:t>
            </a:r>
            <a:r>
              <a:rPr lang="en-US" sz="800" b="0" i="0">
                <a:solidFill>
                  <a:schemeClr val="lt1"/>
                </a:solidFill>
                <a:latin typeface="Arial"/>
                <a:ea typeface="Arial"/>
                <a:cs typeface="Arial"/>
                <a:sym typeface="Arial"/>
              </a:rPr>
              <a:t>Snowflake Computing Inc. All Rights Reserved</a:t>
            </a:r>
            <a:endParaRPr sz="800">
              <a:solidFill>
                <a:schemeClr val="lt1"/>
              </a:solidFill>
              <a:latin typeface="Arial"/>
              <a:ea typeface="Arial"/>
              <a:cs typeface="Arial"/>
              <a:sym typeface="Arial"/>
            </a:endParaRPr>
          </a:p>
        </p:txBody>
      </p:sp>
      <p:sp>
        <p:nvSpPr>
          <p:cNvPr id="106" name="Google Shape;106;p11"/>
          <p:cNvSpPr/>
          <p:nvPr/>
        </p:nvSpPr>
        <p:spPr>
          <a:xfrm>
            <a:off x="460213" y="6498839"/>
            <a:ext cx="202128" cy="182880"/>
          </a:xfrm>
          <a:custGeom>
            <a:avLst/>
            <a:gdLst/>
            <a:ahLst/>
            <a:cxnLst/>
            <a:rect l="l" t="t" r="r" b="b"/>
            <a:pathLst>
              <a:path w="2696" h="2454" extrusionOk="0">
                <a:moveTo>
                  <a:pt x="2661" y="409"/>
                </a:moveTo>
                <a:lnTo>
                  <a:pt x="2661" y="271"/>
                </a:lnTo>
                <a:lnTo>
                  <a:pt x="2605" y="345"/>
                </a:lnTo>
                <a:lnTo>
                  <a:pt x="2593" y="345"/>
                </a:lnTo>
                <a:lnTo>
                  <a:pt x="2536" y="273"/>
                </a:lnTo>
                <a:lnTo>
                  <a:pt x="2536" y="409"/>
                </a:lnTo>
                <a:lnTo>
                  <a:pt x="2504" y="409"/>
                </a:lnTo>
                <a:lnTo>
                  <a:pt x="2504" y="213"/>
                </a:lnTo>
                <a:lnTo>
                  <a:pt x="2529" y="213"/>
                </a:lnTo>
                <a:lnTo>
                  <a:pt x="2600" y="305"/>
                </a:lnTo>
                <a:lnTo>
                  <a:pt x="2670" y="213"/>
                </a:lnTo>
                <a:lnTo>
                  <a:pt x="2695" y="213"/>
                </a:lnTo>
                <a:lnTo>
                  <a:pt x="2695" y="409"/>
                </a:lnTo>
                <a:lnTo>
                  <a:pt x="2661" y="409"/>
                </a:lnTo>
                <a:close/>
                <a:moveTo>
                  <a:pt x="2318" y="241"/>
                </a:moveTo>
                <a:lnTo>
                  <a:pt x="2318" y="213"/>
                </a:lnTo>
                <a:lnTo>
                  <a:pt x="2473" y="213"/>
                </a:lnTo>
                <a:lnTo>
                  <a:pt x="2473" y="241"/>
                </a:lnTo>
                <a:lnTo>
                  <a:pt x="2411" y="241"/>
                </a:lnTo>
                <a:lnTo>
                  <a:pt x="2411" y="409"/>
                </a:lnTo>
                <a:lnTo>
                  <a:pt x="2379" y="409"/>
                </a:lnTo>
                <a:lnTo>
                  <a:pt x="2379" y="241"/>
                </a:lnTo>
                <a:lnTo>
                  <a:pt x="2318" y="241"/>
                </a:lnTo>
                <a:close/>
                <a:moveTo>
                  <a:pt x="2395" y="1059"/>
                </a:moveTo>
                <a:lnTo>
                  <a:pt x="2104" y="1226"/>
                </a:lnTo>
                <a:lnTo>
                  <a:pt x="2395" y="1394"/>
                </a:lnTo>
                <a:cubicBezTo>
                  <a:pt x="2469" y="1436"/>
                  <a:pt x="2494" y="1530"/>
                  <a:pt x="2452" y="1602"/>
                </a:cubicBezTo>
                <a:cubicBezTo>
                  <a:pt x="2409" y="1674"/>
                  <a:pt x="2316" y="1699"/>
                  <a:pt x="2242" y="1658"/>
                </a:cubicBezTo>
                <a:lnTo>
                  <a:pt x="1722" y="1359"/>
                </a:lnTo>
                <a:cubicBezTo>
                  <a:pt x="1687" y="1339"/>
                  <a:pt x="1664" y="1307"/>
                  <a:pt x="1653" y="1272"/>
                </a:cubicBezTo>
                <a:cubicBezTo>
                  <a:pt x="1648" y="1256"/>
                  <a:pt x="1646" y="1239"/>
                  <a:pt x="1646" y="1223"/>
                </a:cubicBezTo>
                <a:cubicBezTo>
                  <a:pt x="1646" y="1211"/>
                  <a:pt x="1648" y="1198"/>
                  <a:pt x="1651" y="1188"/>
                </a:cubicBezTo>
                <a:cubicBezTo>
                  <a:pt x="1662" y="1151"/>
                  <a:pt x="1687" y="1117"/>
                  <a:pt x="1722" y="1096"/>
                </a:cubicBezTo>
                <a:lnTo>
                  <a:pt x="2242" y="798"/>
                </a:lnTo>
                <a:cubicBezTo>
                  <a:pt x="2314" y="756"/>
                  <a:pt x="2409" y="781"/>
                  <a:pt x="2452" y="855"/>
                </a:cubicBezTo>
                <a:cubicBezTo>
                  <a:pt x="2494" y="923"/>
                  <a:pt x="2469" y="1017"/>
                  <a:pt x="2395" y="1059"/>
                </a:cubicBezTo>
                <a:close/>
                <a:moveTo>
                  <a:pt x="2120" y="1870"/>
                </a:moveTo>
                <a:lnTo>
                  <a:pt x="1600" y="1572"/>
                </a:lnTo>
                <a:cubicBezTo>
                  <a:pt x="1572" y="1556"/>
                  <a:pt x="1542" y="1549"/>
                  <a:pt x="1512" y="1552"/>
                </a:cubicBezTo>
                <a:cubicBezTo>
                  <a:pt x="1433" y="1558"/>
                  <a:pt x="1371" y="1625"/>
                  <a:pt x="1371" y="1704"/>
                </a:cubicBezTo>
                <a:lnTo>
                  <a:pt x="1371" y="2301"/>
                </a:lnTo>
                <a:cubicBezTo>
                  <a:pt x="1371" y="2386"/>
                  <a:pt x="1440" y="2453"/>
                  <a:pt x="1525" y="2453"/>
                </a:cubicBezTo>
                <a:cubicBezTo>
                  <a:pt x="1609" y="2453"/>
                  <a:pt x="1678" y="2384"/>
                  <a:pt x="1678" y="2301"/>
                </a:cubicBezTo>
                <a:lnTo>
                  <a:pt x="1678" y="1967"/>
                </a:lnTo>
                <a:lnTo>
                  <a:pt x="1969" y="2134"/>
                </a:lnTo>
                <a:cubicBezTo>
                  <a:pt x="2041" y="2176"/>
                  <a:pt x="2136" y="2152"/>
                  <a:pt x="2178" y="2079"/>
                </a:cubicBezTo>
                <a:cubicBezTo>
                  <a:pt x="2219" y="2005"/>
                  <a:pt x="2194" y="1912"/>
                  <a:pt x="2120" y="1870"/>
                </a:cubicBezTo>
                <a:close/>
                <a:moveTo>
                  <a:pt x="1521" y="1285"/>
                </a:moveTo>
                <a:lnTo>
                  <a:pt x="1305" y="1500"/>
                </a:lnTo>
                <a:cubicBezTo>
                  <a:pt x="1298" y="1507"/>
                  <a:pt x="1288" y="1512"/>
                  <a:pt x="1279" y="1512"/>
                </a:cubicBezTo>
                <a:lnTo>
                  <a:pt x="1263" y="1512"/>
                </a:lnTo>
                <a:lnTo>
                  <a:pt x="1231" y="1512"/>
                </a:lnTo>
                <a:lnTo>
                  <a:pt x="1215" y="1512"/>
                </a:lnTo>
                <a:cubicBezTo>
                  <a:pt x="1207" y="1512"/>
                  <a:pt x="1194" y="1507"/>
                  <a:pt x="1189" y="1500"/>
                </a:cubicBezTo>
                <a:lnTo>
                  <a:pt x="972" y="1285"/>
                </a:lnTo>
                <a:cubicBezTo>
                  <a:pt x="965" y="1279"/>
                  <a:pt x="962" y="1267"/>
                  <a:pt x="962" y="1258"/>
                </a:cubicBezTo>
                <a:lnTo>
                  <a:pt x="962" y="1242"/>
                </a:lnTo>
                <a:lnTo>
                  <a:pt x="962" y="1211"/>
                </a:lnTo>
                <a:lnTo>
                  <a:pt x="962" y="1195"/>
                </a:lnTo>
                <a:cubicBezTo>
                  <a:pt x="962" y="1186"/>
                  <a:pt x="967" y="1174"/>
                  <a:pt x="972" y="1168"/>
                </a:cubicBezTo>
                <a:lnTo>
                  <a:pt x="1189" y="953"/>
                </a:lnTo>
                <a:cubicBezTo>
                  <a:pt x="1196" y="946"/>
                  <a:pt x="1207" y="943"/>
                  <a:pt x="1215" y="943"/>
                </a:cubicBezTo>
                <a:lnTo>
                  <a:pt x="1231" y="943"/>
                </a:lnTo>
                <a:lnTo>
                  <a:pt x="1263" y="943"/>
                </a:lnTo>
                <a:lnTo>
                  <a:pt x="1279" y="943"/>
                </a:lnTo>
                <a:cubicBezTo>
                  <a:pt x="1288" y="943"/>
                  <a:pt x="1300" y="948"/>
                  <a:pt x="1305" y="953"/>
                </a:cubicBezTo>
                <a:lnTo>
                  <a:pt x="1521" y="1168"/>
                </a:lnTo>
                <a:cubicBezTo>
                  <a:pt x="1526" y="1174"/>
                  <a:pt x="1532" y="1186"/>
                  <a:pt x="1532" y="1195"/>
                </a:cubicBezTo>
                <a:lnTo>
                  <a:pt x="1532" y="1211"/>
                </a:lnTo>
                <a:lnTo>
                  <a:pt x="1532" y="1242"/>
                </a:lnTo>
                <a:lnTo>
                  <a:pt x="1532" y="1258"/>
                </a:lnTo>
                <a:cubicBezTo>
                  <a:pt x="1532" y="1267"/>
                  <a:pt x="1528" y="1279"/>
                  <a:pt x="1521" y="1285"/>
                </a:cubicBezTo>
                <a:close/>
                <a:moveTo>
                  <a:pt x="1348" y="1225"/>
                </a:moveTo>
                <a:cubicBezTo>
                  <a:pt x="1348" y="1216"/>
                  <a:pt x="1343" y="1204"/>
                  <a:pt x="1336" y="1198"/>
                </a:cubicBezTo>
                <a:lnTo>
                  <a:pt x="1274" y="1137"/>
                </a:lnTo>
                <a:cubicBezTo>
                  <a:pt x="1268" y="1131"/>
                  <a:pt x="1256" y="1126"/>
                  <a:pt x="1247" y="1126"/>
                </a:cubicBezTo>
                <a:lnTo>
                  <a:pt x="1245" y="1126"/>
                </a:lnTo>
                <a:cubicBezTo>
                  <a:pt x="1237" y="1126"/>
                  <a:pt x="1224" y="1131"/>
                  <a:pt x="1219" y="1137"/>
                </a:cubicBezTo>
                <a:lnTo>
                  <a:pt x="1156" y="1198"/>
                </a:lnTo>
                <a:cubicBezTo>
                  <a:pt x="1148" y="1205"/>
                  <a:pt x="1145" y="1216"/>
                  <a:pt x="1145" y="1225"/>
                </a:cubicBezTo>
                <a:lnTo>
                  <a:pt x="1145" y="1226"/>
                </a:lnTo>
                <a:cubicBezTo>
                  <a:pt x="1145" y="1235"/>
                  <a:pt x="1150" y="1248"/>
                  <a:pt x="1156" y="1253"/>
                </a:cubicBezTo>
                <a:lnTo>
                  <a:pt x="1219" y="1315"/>
                </a:lnTo>
                <a:cubicBezTo>
                  <a:pt x="1224" y="1320"/>
                  <a:pt x="1237" y="1325"/>
                  <a:pt x="1245" y="1325"/>
                </a:cubicBezTo>
                <a:lnTo>
                  <a:pt x="1247" y="1325"/>
                </a:lnTo>
                <a:cubicBezTo>
                  <a:pt x="1256" y="1325"/>
                  <a:pt x="1268" y="1320"/>
                  <a:pt x="1274" y="1315"/>
                </a:cubicBezTo>
                <a:lnTo>
                  <a:pt x="1336" y="1253"/>
                </a:lnTo>
                <a:cubicBezTo>
                  <a:pt x="1341" y="1246"/>
                  <a:pt x="1348" y="1235"/>
                  <a:pt x="1348" y="1226"/>
                </a:cubicBezTo>
                <a:lnTo>
                  <a:pt x="1348" y="1225"/>
                </a:lnTo>
                <a:close/>
                <a:moveTo>
                  <a:pt x="373" y="583"/>
                </a:moveTo>
                <a:lnTo>
                  <a:pt x="893" y="881"/>
                </a:lnTo>
                <a:cubicBezTo>
                  <a:pt x="921" y="897"/>
                  <a:pt x="951" y="904"/>
                  <a:pt x="981" y="900"/>
                </a:cubicBezTo>
                <a:cubicBezTo>
                  <a:pt x="1060" y="895"/>
                  <a:pt x="1122" y="828"/>
                  <a:pt x="1122" y="749"/>
                </a:cubicBezTo>
                <a:lnTo>
                  <a:pt x="1122" y="151"/>
                </a:lnTo>
                <a:cubicBezTo>
                  <a:pt x="1122" y="67"/>
                  <a:pt x="1053" y="0"/>
                  <a:pt x="969" y="0"/>
                </a:cubicBezTo>
                <a:cubicBezTo>
                  <a:pt x="884" y="0"/>
                  <a:pt x="815" y="69"/>
                  <a:pt x="815" y="151"/>
                </a:cubicBezTo>
                <a:lnTo>
                  <a:pt x="815" y="486"/>
                </a:lnTo>
                <a:lnTo>
                  <a:pt x="525" y="319"/>
                </a:lnTo>
                <a:cubicBezTo>
                  <a:pt x="452" y="277"/>
                  <a:pt x="359" y="301"/>
                  <a:pt x="315" y="375"/>
                </a:cubicBezTo>
                <a:cubicBezTo>
                  <a:pt x="274" y="448"/>
                  <a:pt x="299" y="541"/>
                  <a:pt x="373" y="583"/>
                </a:cubicBezTo>
                <a:close/>
                <a:moveTo>
                  <a:pt x="1512" y="902"/>
                </a:moveTo>
                <a:cubicBezTo>
                  <a:pt x="1542" y="904"/>
                  <a:pt x="1572" y="899"/>
                  <a:pt x="1600" y="883"/>
                </a:cubicBezTo>
                <a:lnTo>
                  <a:pt x="2120" y="585"/>
                </a:lnTo>
                <a:cubicBezTo>
                  <a:pt x="2194" y="543"/>
                  <a:pt x="2219" y="449"/>
                  <a:pt x="2177" y="377"/>
                </a:cubicBezTo>
                <a:cubicBezTo>
                  <a:pt x="2134" y="305"/>
                  <a:pt x="2041" y="280"/>
                  <a:pt x="1967" y="321"/>
                </a:cubicBezTo>
                <a:lnTo>
                  <a:pt x="1676" y="488"/>
                </a:lnTo>
                <a:lnTo>
                  <a:pt x="1676" y="153"/>
                </a:lnTo>
                <a:cubicBezTo>
                  <a:pt x="1676" y="69"/>
                  <a:pt x="1607" y="2"/>
                  <a:pt x="1523" y="2"/>
                </a:cubicBezTo>
                <a:cubicBezTo>
                  <a:pt x="1438" y="2"/>
                  <a:pt x="1370" y="70"/>
                  <a:pt x="1370" y="153"/>
                </a:cubicBezTo>
                <a:lnTo>
                  <a:pt x="1370" y="751"/>
                </a:lnTo>
                <a:cubicBezTo>
                  <a:pt x="1371" y="830"/>
                  <a:pt x="1433" y="895"/>
                  <a:pt x="1512" y="902"/>
                </a:cubicBezTo>
                <a:close/>
                <a:moveTo>
                  <a:pt x="981" y="1551"/>
                </a:moveTo>
                <a:cubicBezTo>
                  <a:pt x="951" y="1549"/>
                  <a:pt x="919" y="1554"/>
                  <a:pt x="893" y="1570"/>
                </a:cubicBezTo>
                <a:lnTo>
                  <a:pt x="373" y="1868"/>
                </a:lnTo>
                <a:cubicBezTo>
                  <a:pt x="299" y="1910"/>
                  <a:pt x="274" y="2004"/>
                  <a:pt x="317" y="2076"/>
                </a:cubicBezTo>
                <a:cubicBezTo>
                  <a:pt x="359" y="2148"/>
                  <a:pt x="452" y="2173"/>
                  <a:pt x="526" y="2130"/>
                </a:cubicBezTo>
                <a:lnTo>
                  <a:pt x="817" y="1963"/>
                </a:lnTo>
                <a:lnTo>
                  <a:pt x="817" y="2298"/>
                </a:lnTo>
                <a:cubicBezTo>
                  <a:pt x="817" y="2382"/>
                  <a:pt x="886" y="2449"/>
                  <a:pt x="971" y="2449"/>
                </a:cubicBezTo>
                <a:cubicBezTo>
                  <a:pt x="1055" y="2449"/>
                  <a:pt x="1124" y="2381"/>
                  <a:pt x="1124" y="2298"/>
                </a:cubicBezTo>
                <a:lnTo>
                  <a:pt x="1124" y="1700"/>
                </a:lnTo>
                <a:cubicBezTo>
                  <a:pt x="1122" y="1623"/>
                  <a:pt x="1060" y="1556"/>
                  <a:pt x="981" y="1551"/>
                </a:cubicBezTo>
                <a:close/>
                <a:moveTo>
                  <a:pt x="840" y="1270"/>
                </a:moveTo>
                <a:cubicBezTo>
                  <a:pt x="845" y="1255"/>
                  <a:pt x="847" y="1237"/>
                  <a:pt x="847" y="1221"/>
                </a:cubicBezTo>
                <a:cubicBezTo>
                  <a:pt x="847" y="1209"/>
                  <a:pt x="845" y="1196"/>
                  <a:pt x="842" y="1186"/>
                </a:cubicBezTo>
                <a:cubicBezTo>
                  <a:pt x="831" y="1149"/>
                  <a:pt x="807" y="1115"/>
                  <a:pt x="771" y="1094"/>
                </a:cubicBezTo>
                <a:lnTo>
                  <a:pt x="252" y="796"/>
                </a:lnTo>
                <a:cubicBezTo>
                  <a:pt x="178" y="754"/>
                  <a:pt x="84" y="779"/>
                  <a:pt x="42" y="853"/>
                </a:cubicBezTo>
                <a:cubicBezTo>
                  <a:pt x="0" y="925"/>
                  <a:pt x="24" y="1018"/>
                  <a:pt x="98" y="1061"/>
                </a:cubicBezTo>
                <a:lnTo>
                  <a:pt x="389" y="1228"/>
                </a:lnTo>
                <a:lnTo>
                  <a:pt x="98" y="1396"/>
                </a:lnTo>
                <a:cubicBezTo>
                  <a:pt x="24" y="1438"/>
                  <a:pt x="0" y="1531"/>
                  <a:pt x="42" y="1604"/>
                </a:cubicBezTo>
                <a:cubicBezTo>
                  <a:pt x="84" y="1676"/>
                  <a:pt x="178" y="1700"/>
                  <a:pt x="252" y="1660"/>
                </a:cubicBezTo>
                <a:lnTo>
                  <a:pt x="771" y="1360"/>
                </a:lnTo>
                <a:cubicBezTo>
                  <a:pt x="805" y="1337"/>
                  <a:pt x="830" y="1306"/>
                  <a:pt x="840" y="1270"/>
                </a:cubicBezTo>
                <a:close/>
              </a:path>
            </a:pathLst>
          </a:custGeom>
          <a:solidFill>
            <a:srgbClr val="FFFFFF"/>
          </a:solidFill>
          <a:ln>
            <a:noFill/>
          </a:ln>
        </p:spPr>
        <p:txBody>
          <a:bodyPr spcFirstLastPara="1" wrap="square" lIns="121900" tIns="60925" rIns="121900" bIns="60925" anchor="ctr" anchorCtr="0">
            <a:noAutofit/>
          </a:bodyPr>
          <a:lstStyle/>
          <a:p>
            <a:pPr marL="0" marR="0" lvl="0" indent="0" algn="l" rtl="0">
              <a:spcBef>
                <a:spcPts val="0"/>
              </a:spcBef>
              <a:spcAft>
                <a:spcPts val="0"/>
              </a:spcAft>
              <a:buClr>
                <a:schemeClr val="dk1"/>
              </a:buClr>
              <a:buSzPts val="2400"/>
              <a:buFont typeface="Arial"/>
              <a:buNone/>
            </a:pPr>
            <a:endParaRPr sz="2400">
              <a:solidFill>
                <a:srgbClr val="FFFFFF"/>
              </a:solidFill>
              <a:latin typeface="Arial"/>
              <a:ea typeface="Arial"/>
              <a:cs typeface="Arial"/>
              <a:sym typeface="Arial"/>
            </a:endParaRPr>
          </a:p>
        </p:txBody>
      </p:sp>
      <p:grpSp>
        <p:nvGrpSpPr>
          <p:cNvPr id="107" name="Google Shape;107;p11"/>
          <p:cNvGrpSpPr/>
          <p:nvPr/>
        </p:nvGrpSpPr>
        <p:grpSpPr>
          <a:xfrm>
            <a:off x="0" y="1"/>
            <a:ext cx="12189400" cy="6858100"/>
            <a:chOff x="0" y="0"/>
            <a:chExt cx="12189400" cy="6858100"/>
          </a:xfrm>
        </p:grpSpPr>
        <p:cxnSp>
          <p:nvCxnSpPr>
            <p:cNvPr id="108" name="Google Shape;108;p11"/>
            <p:cNvCxnSpPr/>
            <p:nvPr/>
          </p:nvCxnSpPr>
          <p:spPr>
            <a:xfrm>
              <a:off x="0" y="3435350"/>
              <a:ext cx="1508700" cy="0"/>
            </a:xfrm>
            <a:prstGeom prst="straightConnector1">
              <a:avLst/>
            </a:prstGeom>
            <a:noFill/>
            <a:ln w="28575" cap="flat" cmpd="sng">
              <a:solidFill>
                <a:schemeClr val="lt1">
                  <a:alpha val="74509"/>
                </a:schemeClr>
              </a:solidFill>
              <a:prstDash val="solid"/>
              <a:miter lim="800000"/>
              <a:headEnd type="none" w="sm" len="sm"/>
              <a:tailEnd type="none" w="sm" len="sm"/>
            </a:ln>
          </p:spPr>
        </p:cxnSp>
        <p:cxnSp>
          <p:nvCxnSpPr>
            <p:cNvPr id="109" name="Google Shape;109;p11"/>
            <p:cNvCxnSpPr/>
            <p:nvPr/>
          </p:nvCxnSpPr>
          <p:spPr>
            <a:xfrm>
              <a:off x="6096000" y="0"/>
              <a:ext cx="0" cy="1511400"/>
            </a:xfrm>
            <a:prstGeom prst="straightConnector1">
              <a:avLst/>
            </a:prstGeom>
            <a:noFill/>
            <a:ln w="28575" cap="flat" cmpd="sng">
              <a:solidFill>
                <a:schemeClr val="lt1">
                  <a:alpha val="74509"/>
                </a:schemeClr>
              </a:solidFill>
              <a:prstDash val="solid"/>
              <a:miter lim="800000"/>
              <a:headEnd type="none" w="sm" len="sm"/>
              <a:tailEnd type="none" w="sm" len="sm"/>
            </a:ln>
          </p:spPr>
        </p:cxnSp>
        <p:cxnSp>
          <p:nvCxnSpPr>
            <p:cNvPr id="110" name="Google Shape;110;p11"/>
            <p:cNvCxnSpPr/>
            <p:nvPr/>
          </p:nvCxnSpPr>
          <p:spPr>
            <a:xfrm>
              <a:off x="10680700" y="3435350"/>
              <a:ext cx="1508700" cy="0"/>
            </a:xfrm>
            <a:prstGeom prst="straightConnector1">
              <a:avLst/>
            </a:prstGeom>
            <a:noFill/>
            <a:ln w="28575" cap="flat" cmpd="sng">
              <a:solidFill>
                <a:schemeClr val="lt1">
                  <a:alpha val="74509"/>
                </a:schemeClr>
              </a:solidFill>
              <a:prstDash val="solid"/>
              <a:miter lim="800000"/>
              <a:headEnd type="none" w="sm" len="sm"/>
              <a:tailEnd type="none" w="sm" len="sm"/>
            </a:ln>
          </p:spPr>
        </p:cxnSp>
        <p:cxnSp>
          <p:nvCxnSpPr>
            <p:cNvPr id="111" name="Google Shape;111;p11"/>
            <p:cNvCxnSpPr/>
            <p:nvPr/>
          </p:nvCxnSpPr>
          <p:spPr>
            <a:xfrm>
              <a:off x="6096000" y="5346700"/>
              <a:ext cx="0" cy="1511400"/>
            </a:xfrm>
            <a:prstGeom prst="straightConnector1">
              <a:avLst/>
            </a:prstGeom>
            <a:noFill/>
            <a:ln w="28575" cap="flat" cmpd="sng">
              <a:solidFill>
                <a:schemeClr val="lt1">
                  <a:alpha val="74509"/>
                </a:schemeClr>
              </a:solidFill>
              <a:prstDash val="solid"/>
              <a:miter lim="800000"/>
              <a:headEnd type="none" w="sm" len="sm"/>
              <a:tailEnd type="none" w="sm" len="sm"/>
            </a:ln>
          </p:spPr>
        </p:cxn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Quote - Punchy">
  <p:cSld name="Quote - Punchy">
    <p:spTree>
      <p:nvGrpSpPr>
        <p:cNvPr id="1" name="Shape 112"/>
        <p:cNvGrpSpPr/>
        <p:nvPr/>
      </p:nvGrpSpPr>
      <p:grpSpPr>
        <a:xfrm>
          <a:off x="0" y="0"/>
          <a:ext cx="0" cy="0"/>
          <a:chOff x="0" y="0"/>
          <a:chExt cx="0" cy="0"/>
        </a:xfrm>
      </p:grpSpPr>
      <p:sp>
        <p:nvSpPr>
          <p:cNvPr id="113" name="Google Shape;113;p12"/>
          <p:cNvSpPr txBox="1">
            <a:spLocks noGrp="1"/>
          </p:cNvSpPr>
          <p:nvPr>
            <p:ph type="body" idx="1"/>
          </p:nvPr>
        </p:nvSpPr>
        <p:spPr>
          <a:xfrm>
            <a:off x="1752600" y="1587500"/>
            <a:ext cx="8636000" cy="3651200"/>
          </a:xfrm>
          <a:prstGeom prst="rect">
            <a:avLst/>
          </a:prstGeom>
          <a:noFill/>
          <a:ln>
            <a:noFill/>
          </a:ln>
        </p:spPr>
        <p:txBody>
          <a:bodyPr spcFirstLastPara="1" wrap="square" lIns="68575" tIns="34275" rIns="68575" bIns="34275" anchor="ctr" anchorCtr="0">
            <a:noAutofit/>
          </a:bodyPr>
          <a:lstStyle>
            <a:lvl1pPr marL="457200" marR="0" lvl="0" indent="-228600" algn="ctr">
              <a:lnSpc>
                <a:spcPct val="80000"/>
              </a:lnSpc>
              <a:spcBef>
                <a:spcPts val="1067"/>
              </a:spcBef>
              <a:spcAft>
                <a:spcPts val="0"/>
              </a:spcAft>
              <a:buClr>
                <a:schemeClr val="lt1"/>
              </a:buClr>
              <a:buSzPts val="4100"/>
              <a:buFont typeface="Arial"/>
              <a:buNone/>
              <a:defRPr sz="5467" b="1" i="0" u="none" strike="noStrike" cap="none">
                <a:solidFill>
                  <a:schemeClr val="lt1"/>
                </a:solidFill>
                <a:latin typeface="Arial"/>
                <a:ea typeface="Arial"/>
                <a:cs typeface="Arial"/>
                <a:sym typeface="Arial"/>
              </a:defRPr>
            </a:lvl1pPr>
            <a:lvl2pPr marL="914400" marR="0" lvl="1"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371600" marR="0" lvl="2"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1828800" marR="0" lvl="3"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2286000" marR="0" lvl="4" indent="-304800" algn="l">
              <a:lnSpc>
                <a:spcPct val="90000"/>
              </a:lnSpc>
              <a:spcBef>
                <a:spcPts val="533"/>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2743200" marR="0" lvl="5"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6pPr>
            <a:lvl7pPr marL="3200400" marR="0" lvl="6"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7pPr>
            <a:lvl8pPr marL="3657600" marR="0" lvl="7"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8pPr>
            <a:lvl9pPr marL="4114800" marR="0" lvl="8" indent="-317500" algn="l">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Arial"/>
                <a:ea typeface="Arial"/>
                <a:cs typeface="Arial"/>
                <a:sym typeface="Arial"/>
              </a:defRPr>
            </a:lvl9pPr>
          </a:lstStyle>
          <a:p>
            <a:endParaRPr/>
          </a:p>
        </p:txBody>
      </p:sp>
      <p:sp>
        <p:nvSpPr>
          <p:cNvPr id="114" name="Google Shape;114;p12"/>
          <p:cNvSpPr/>
          <p:nvPr/>
        </p:nvSpPr>
        <p:spPr>
          <a:xfrm>
            <a:off x="636015" y="6491347"/>
            <a:ext cx="2709200" cy="215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800"/>
              <a:buFont typeface="Arial"/>
              <a:buNone/>
            </a:pPr>
            <a:r>
              <a:rPr lang="en-US" sz="800" b="0" i="0">
                <a:solidFill>
                  <a:schemeClr val="lt1"/>
                </a:solidFill>
                <a:latin typeface="Arial"/>
                <a:ea typeface="Arial"/>
                <a:cs typeface="Arial"/>
                <a:sym typeface="Arial"/>
              </a:rPr>
              <a:t>© </a:t>
            </a:r>
            <a:r>
              <a:rPr lang="en-US" sz="800">
                <a:solidFill>
                  <a:schemeClr val="lt1"/>
                </a:solidFill>
                <a:latin typeface="Arial"/>
                <a:ea typeface="Arial"/>
                <a:cs typeface="Arial"/>
                <a:sym typeface="Arial"/>
              </a:rPr>
              <a:t>2019 </a:t>
            </a:r>
            <a:r>
              <a:rPr lang="en-US" sz="800" b="0" i="0">
                <a:solidFill>
                  <a:schemeClr val="lt1"/>
                </a:solidFill>
                <a:latin typeface="Arial"/>
                <a:ea typeface="Arial"/>
                <a:cs typeface="Arial"/>
                <a:sym typeface="Arial"/>
              </a:rPr>
              <a:t>Snowflake Computing Inc. All Rights Reserved</a:t>
            </a:r>
            <a:endParaRPr sz="800">
              <a:solidFill>
                <a:schemeClr val="lt1"/>
              </a:solidFill>
              <a:latin typeface="Arial"/>
              <a:ea typeface="Arial"/>
              <a:cs typeface="Arial"/>
              <a:sym typeface="Arial"/>
            </a:endParaRPr>
          </a:p>
        </p:txBody>
      </p:sp>
      <p:sp>
        <p:nvSpPr>
          <p:cNvPr id="115" name="Google Shape;115;p12"/>
          <p:cNvSpPr/>
          <p:nvPr/>
        </p:nvSpPr>
        <p:spPr>
          <a:xfrm>
            <a:off x="460213" y="6498839"/>
            <a:ext cx="202128" cy="182880"/>
          </a:xfrm>
          <a:custGeom>
            <a:avLst/>
            <a:gdLst/>
            <a:ahLst/>
            <a:cxnLst/>
            <a:rect l="l" t="t" r="r" b="b"/>
            <a:pathLst>
              <a:path w="2696" h="2454" extrusionOk="0">
                <a:moveTo>
                  <a:pt x="2661" y="409"/>
                </a:moveTo>
                <a:lnTo>
                  <a:pt x="2661" y="271"/>
                </a:lnTo>
                <a:lnTo>
                  <a:pt x="2605" y="345"/>
                </a:lnTo>
                <a:lnTo>
                  <a:pt x="2593" y="345"/>
                </a:lnTo>
                <a:lnTo>
                  <a:pt x="2536" y="273"/>
                </a:lnTo>
                <a:lnTo>
                  <a:pt x="2536" y="409"/>
                </a:lnTo>
                <a:lnTo>
                  <a:pt x="2504" y="409"/>
                </a:lnTo>
                <a:lnTo>
                  <a:pt x="2504" y="213"/>
                </a:lnTo>
                <a:lnTo>
                  <a:pt x="2529" y="213"/>
                </a:lnTo>
                <a:lnTo>
                  <a:pt x="2600" y="305"/>
                </a:lnTo>
                <a:lnTo>
                  <a:pt x="2670" y="213"/>
                </a:lnTo>
                <a:lnTo>
                  <a:pt x="2695" y="213"/>
                </a:lnTo>
                <a:lnTo>
                  <a:pt x="2695" y="409"/>
                </a:lnTo>
                <a:lnTo>
                  <a:pt x="2661" y="409"/>
                </a:lnTo>
                <a:close/>
                <a:moveTo>
                  <a:pt x="2318" y="241"/>
                </a:moveTo>
                <a:lnTo>
                  <a:pt x="2318" y="213"/>
                </a:lnTo>
                <a:lnTo>
                  <a:pt x="2473" y="213"/>
                </a:lnTo>
                <a:lnTo>
                  <a:pt x="2473" y="241"/>
                </a:lnTo>
                <a:lnTo>
                  <a:pt x="2411" y="241"/>
                </a:lnTo>
                <a:lnTo>
                  <a:pt x="2411" y="409"/>
                </a:lnTo>
                <a:lnTo>
                  <a:pt x="2379" y="409"/>
                </a:lnTo>
                <a:lnTo>
                  <a:pt x="2379" y="241"/>
                </a:lnTo>
                <a:lnTo>
                  <a:pt x="2318" y="241"/>
                </a:lnTo>
                <a:close/>
                <a:moveTo>
                  <a:pt x="2395" y="1059"/>
                </a:moveTo>
                <a:lnTo>
                  <a:pt x="2104" y="1226"/>
                </a:lnTo>
                <a:lnTo>
                  <a:pt x="2395" y="1394"/>
                </a:lnTo>
                <a:cubicBezTo>
                  <a:pt x="2469" y="1436"/>
                  <a:pt x="2494" y="1530"/>
                  <a:pt x="2452" y="1602"/>
                </a:cubicBezTo>
                <a:cubicBezTo>
                  <a:pt x="2409" y="1674"/>
                  <a:pt x="2316" y="1699"/>
                  <a:pt x="2242" y="1658"/>
                </a:cubicBezTo>
                <a:lnTo>
                  <a:pt x="1722" y="1359"/>
                </a:lnTo>
                <a:cubicBezTo>
                  <a:pt x="1687" y="1339"/>
                  <a:pt x="1664" y="1307"/>
                  <a:pt x="1653" y="1272"/>
                </a:cubicBezTo>
                <a:cubicBezTo>
                  <a:pt x="1648" y="1256"/>
                  <a:pt x="1646" y="1239"/>
                  <a:pt x="1646" y="1223"/>
                </a:cubicBezTo>
                <a:cubicBezTo>
                  <a:pt x="1646" y="1211"/>
                  <a:pt x="1648" y="1198"/>
                  <a:pt x="1651" y="1188"/>
                </a:cubicBezTo>
                <a:cubicBezTo>
                  <a:pt x="1662" y="1151"/>
                  <a:pt x="1687" y="1117"/>
                  <a:pt x="1722" y="1096"/>
                </a:cubicBezTo>
                <a:lnTo>
                  <a:pt x="2242" y="798"/>
                </a:lnTo>
                <a:cubicBezTo>
                  <a:pt x="2314" y="756"/>
                  <a:pt x="2409" y="781"/>
                  <a:pt x="2452" y="855"/>
                </a:cubicBezTo>
                <a:cubicBezTo>
                  <a:pt x="2494" y="923"/>
                  <a:pt x="2469" y="1017"/>
                  <a:pt x="2395" y="1059"/>
                </a:cubicBezTo>
                <a:close/>
                <a:moveTo>
                  <a:pt x="2120" y="1870"/>
                </a:moveTo>
                <a:lnTo>
                  <a:pt x="1600" y="1572"/>
                </a:lnTo>
                <a:cubicBezTo>
                  <a:pt x="1572" y="1556"/>
                  <a:pt x="1542" y="1549"/>
                  <a:pt x="1512" y="1552"/>
                </a:cubicBezTo>
                <a:cubicBezTo>
                  <a:pt x="1433" y="1558"/>
                  <a:pt x="1371" y="1625"/>
                  <a:pt x="1371" y="1704"/>
                </a:cubicBezTo>
                <a:lnTo>
                  <a:pt x="1371" y="2301"/>
                </a:lnTo>
                <a:cubicBezTo>
                  <a:pt x="1371" y="2386"/>
                  <a:pt x="1440" y="2453"/>
                  <a:pt x="1525" y="2453"/>
                </a:cubicBezTo>
                <a:cubicBezTo>
                  <a:pt x="1609" y="2453"/>
                  <a:pt x="1678" y="2384"/>
                  <a:pt x="1678" y="2301"/>
                </a:cubicBezTo>
                <a:lnTo>
                  <a:pt x="1678" y="1967"/>
                </a:lnTo>
                <a:lnTo>
                  <a:pt x="1969" y="2134"/>
                </a:lnTo>
                <a:cubicBezTo>
                  <a:pt x="2041" y="2176"/>
                  <a:pt x="2136" y="2152"/>
                  <a:pt x="2178" y="2079"/>
                </a:cubicBezTo>
                <a:cubicBezTo>
                  <a:pt x="2219" y="2005"/>
                  <a:pt x="2194" y="1912"/>
                  <a:pt x="2120" y="1870"/>
                </a:cubicBezTo>
                <a:close/>
                <a:moveTo>
                  <a:pt x="1521" y="1285"/>
                </a:moveTo>
                <a:lnTo>
                  <a:pt x="1305" y="1500"/>
                </a:lnTo>
                <a:cubicBezTo>
                  <a:pt x="1298" y="1507"/>
                  <a:pt x="1288" y="1512"/>
                  <a:pt x="1279" y="1512"/>
                </a:cubicBezTo>
                <a:lnTo>
                  <a:pt x="1263" y="1512"/>
                </a:lnTo>
                <a:lnTo>
                  <a:pt x="1231" y="1512"/>
                </a:lnTo>
                <a:lnTo>
                  <a:pt x="1215" y="1512"/>
                </a:lnTo>
                <a:cubicBezTo>
                  <a:pt x="1207" y="1512"/>
                  <a:pt x="1194" y="1507"/>
                  <a:pt x="1189" y="1500"/>
                </a:cubicBezTo>
                <a:lnTo>
                  <a:pt x="972" y="1285"/>
                </a:lnTo>
                <a:cubicBezTo>
                  <a:pt x="965" y="1279"/>
                  <a:pt x="962" y="1267"/>
                  <a:pt x="962" y="1258"/>
                </a:cubicBezTo>
                <a:lnTo>
                  <a:pt x="962" y="1242"/>
                </a:lnTo>
                <a:lnTo>
                  <a:pt x="962" y="1211"/>
                </a:lnTo>
                <a:lnTo>
                  <a:pt x="962" y="1195"/>
                </a:lnTo>
                <a:cubicBezTo>
                  <a:pt x="962" y="1186"/>
                  <a:pt x="967" y="1174"/>
                  <a:pt x="972" y="1168"/>
                </a:cubicBezTo>
                <a:lnTo>
                  <a:pt x="1189" y="953"/>
                </a:lnTo>
                <a:cubicBezTo>
                  <a:pt x="1196" y="946"/>
                  <a:pt x="1207" y="943"/>
                  <a:pt x="1215" y="943"/>
                </a:cubicBezTo>
                <a:lnTo>
                  <a:pt x="1231" y="943"/>
                </a:lnTo>
                <a:lnTo>
                  <a:pt x="1263" y="943"/>
                </a:lnTo>
                <a:lnTo>
                  <a:pt x="1279" y="943"/>
                </a:lnTo>
                <a:cubicBezTo>
                  <a:pt x="1288" y="943"/>
                  <a:pt x="1300" y="948"/>
                  <a:pt x="1305" y="953"/>
                </a:cubicBezTo>
                <a:lnTo>
                  <a:pt x="1521" y="1168"/>
                </a:lnTo>
                <a:cubicBezTo>
                  <a:pt x="1526" y="1174"/>
                  <a:pt x="1532" y="1186"/>
                  <a:pt x="1532" y="1195"/>
                </a:cubicBezTo>
                <a:lnTo>
                  <a:pt x="1532" y="1211"/>
                </a:lnTo>
                <a:lnTo>
                  <a:pt x="1532" y="1242"/>
                </a:lnTo>
                <a:lnTo>
                  <a:pt x="1532" y="1258"/>
                </a:lnTo>
                <a:cubicBezTo>
                  <a:pt x="1532" y="1267"/>
                  <a:pt x="1528" y="1279"/>
                  <a:pt x="1521" y="1285"/>
                </a:cubicBezTo>
                <a:close/>
                <a:moveTo>
                  <a:pt x="1348" y="1225"/>
                </a:moveTo>
                <a:cubicBezTo>
                  <a:pt x="1348" y="1216"/>
                  <a:pt x="1343" y="1204"/>
                  <a:pt x="1336" y="1198"/>
                </a:cubicBezTo>
                <a:lnTo>
                  <a:pt x="1274" y="1137"/>
                </a:lnTo>
                <a:cubicBezTo>
                  <a:pt x="1268" y="1131"/>
                  <a:pt x="1256" y="1126"/>
                  <a:pt x="1247" y="1126"/>
                </a:cubicBezTo>
                <a:lnTo>
                  <a:pt x="1245" y="1126"/>
                </a:lnTo>
                <a:cubicBezTo>
                  <a:pt x="1237" y="1126"/>
                  <a:pt x="1224" y="1131"/>
                  <a:pt x="1219" y="1137"/>
                </a:cubicBezTo>
                <a:lnTo>
                  <a:pt x="1156" y="1198"/>
                </a:lnTo>
                <a:cubicBezTo>
                  <a:pt x="1148" y="1205"/>
                  <a:pt x="1145" y="1216"/>
                  <a:pt x="1145" y="1225"/>
                </a:cubicBezTo>
                <a:lnTo>
                  <a:pt x="1145" y="1226"/>
                </a:lnTo>
                <a:cubicBezTo>
                  <a:pt x="1145" y="1235"/>
                  <a:pt x="1150" y="1248"/>
                  <a:pt x="1156" y="1253"/>
                </a:cubicBezTo>
                <a:lnTo>
                  <a:pt x="1219" y="1315"/>
                </a:lnTo>
                <a:cubicBezTo>
                  <a:pt x="1224" y="1320"/>
                  <a:pt x="1237" y="1325"/>
                  <a:pt x="1245" y="1325"/>
                </a:cubicBezTo>
                <a:lnTo>
                  <a:pt x="1247" y="1325"/>
                </a:lnTo>
                <a:cubicBezTo>
                  <a:pt x="1256" y="1325"/>
                  <a:pt x="1268" y="1320"/>
                  <a:pt x="1274" y="1315"/>
                </a:cubicBezTo>
                <a:lnTo>
                  <a:pt x="1336" y="1253"/>
                </a:lnTo>
                <a:cubicBezTo>
                  <a:pt x="1341" y="1246"/>
                  <a:pt x="1348" y="1235"/>
                  <a:pt x="1348" y="1226"/>
                </a:cubicBezTo>
                <a:lnTo>
                  <a:pt x="1348" y="1225"/>
                </a:lnTo>
                <a:close/>
                <a:moveTo>
                  <a:pt x="373" y="583"/>
                </a:moveTo>
                <a:lnTo>
                  <a:pt x="893" y="881"/>
                </a:lnTo>
                <a:cubicBezTo>
                  <a:pt x="921" y="897"/>
                  <a:pt x="951" y="904"/>
                  <a:pt x="981" y="900"/>
                </a:cubicBezTo>
                <a:cubicBezTo>
                  <a:pt x="1060" y="895"/>
                  <a:pt x="1122" y="828"/>
                  <a:pt x="1122" y="749"/>
                </a:cubicBezTo>
                <a:lnTo>
                  <a:pt x="1122" y="151"/>
                </a:lnTo>
                <a:cubicBezTo>
                  <a:pt x="1122" y="67"/>
                  <a:pt x="1053" y="0"/>
                  <a:pt x="969" y="0"/>
                </a:cubicBezTo>
                <a:cubicBezTo>
                  <a:pt x="884" y="0"/>
                  <a:pt x="815" y="69"/>
                  <a:pt x="815" y="151"/>
                </a:cubicBezTo>
                <a:lnTo>
                  <a:pt x="815" y="486"/>
                </a:lnTo>
                <a:lnTo>
                  <a:pt x="525" y="319"/>
                </a:lnTo>
                <a:cubicBezTo>
                  <a:pt x="452" y="277"/>
                  <a:pt x="359" y="301"/>
                  <a:pt x="315" y="375"/>
                </a:cubicBezTo>
                <a:cubicBezTo>
                  <a:pt x="274" y="448"/>
                  <a:pt x="299" y="541"/>
                  <a:pt x="373" y="583"/>
                </a:cubicBezTo>
                <a:close/>
                <a:moveTo>
                  <a:pt x="1512" y="902"/>
                </a:moveTo>
                <a:cubicBezTo>
                  <a:pt x="1542" y="904"/>
                  <a:pt x="1572" y="899"/>
                  <a:pt x="1600" y="883"/>
                </a:cubicBezTo>
                <a:lnTo>
                  <a:pt x="2120" y="585"/>
                </a:lnTo>
                <a:cubicBezTo>
                  <a:pt x="2194" y="543"/>
                  <a:pt x="2219" y="449"/>
                  <a:pt x="2177" y="377"/>
                </a:cubicBezTo>
                <a:cubicBezTo>
                  <a:pt x="2134" y="305"/>
                  <a:pt x="2041" y="280"/>
                  <a:pt x="1967" y="321"/>
                </a:cubicBezTo>
                <a:lnTo>
                  <a:pt x="1676" y="488"/>
                </a:lnTo>
                <a:lnTo>
                  <a:pt x="1676" y="153"/>
                </a:lnTo>
                <a:cubicBezTo>
                  <a:pt x="1676" y="69"/>
                  <a:pt x="1607" y="2"/>
                  <a:pt x="1523" y="2"/>
                </a:cubicBezTo>
                <a:cubicBezTo>
                  <a:pt x="1438" y="2"/>
                  <a:pt x="1370" y="70"/>
                  <a:pt x="1370" y="153"/>
                </a:cubicBezTo>
                <a:lnTo>
                  <a:pt x="1370" y="751"/>
                </a:lnTo>
                <a:cubicBezTo>
                  <a:pt x="1371" y="830"/>
                  <a:pt x="1433" y="895"/>
                  <a:pt x="1512" y="902"/>
                </a:cubicBezTo>
                <a:close/>
                <a:moveTo>
                  <a:pt x="981" y="1551"/>
                </a:moveTo>
                <a:cubicBezTo>
                  <a:pt x="951" y="1549"/>
                  <a:pt x="919" y="1554"/>
                  <a:pt x="893" y="1570"/>
                </a:cubicBezTo>
                <a:lnTo>
                  <a:pt x="373" y="1868"/>
                </a:lnTo>
                <a:cubicBezTo>
                  <a:pt x="299" y="1910"/>
                  <a:pt x="274" y="2004"/>
                  <a:pt x="317" y="2076"/>
                </a:cubicBezTo>
                <a:cubicBezTo>
                  <a:pt x="359" y="2148"/>
                  <a:pt x="452" y="2173"/>
                  <a:pt x="526" y="2130"/>
                </a:cubicBezTo>
                <a:lnTo>
                  <a:pt x="817" y="1963"/>
                </a:lnTo>
                <a:lnTo>
                  <a:pt x="817" y="2298"/>
                </a:lnTo>
                <a:cubicBezTo>
                  <a:pt x="817" y="2382"/>
                  <a:pt x="886" y="2449"/>
                  <a:pt x="971" y="2449"/>
                </a:cubicBezTo>
                <a:cubicBezTo>
                  <a:pt x="1055" y="2449"/>
                  <a:pt x="1124" y="2381"/>
                  <a:pt x="1124" y="2298"/>
                </a:cubicBezTo>
                <a:lnTo>
                  <a:pt x="1124" y="1700"/>
                </a:lnTo>
                <a:cubicBezTo>
                  <a:pt x="1122" y="1623"/>
                  <a:pt x="1060" y="1556"/>
                  <a:pt x="981" y="1551"/>
                </a:cubicBezTo>
                <a:close/>
                <a:moveTo>
                  <a:pt x="840" y="1270"/>
                </a:moveTo>
                <a:cubicBezTo>
                  <a:pt x="845" y="1255"/>
                  <a:pt x="847" y="1237"/>
                  <a:pt x="847" y="1221"/>
                </a:cubicBezTo>
                <a:cubicBezTo>
                  <a:pt x="847" y="1209"/>
                  <a:pt x="845" y="1196"/>
                  <a:pt x="842" y="1186"/>
                </a:cubicBezTo>
                <a:cubicBezTo>
                  <a:pt x="831" y="1149"/>
                  <a:pt x="807" y="1115"/>
                  <a:pt x="771" y="1094"/>
                </a:cubicBezTo>
                <a:lnTo>
                  <a:pt x="252" y="796"/>
                </a:lnTo>
                <a:cubicBezTo>
                  <a:pt x="178" y="754"/>
                  <a:pt x="84" y="779"/>
                  <a:pt x="42" y="853"/>
                </a:cubicBezTo>
                <a:cubicBezTo>
                  <a:pt x="0" y="925"/>
                  <a:pt x="24" y="1018"/>
                  <a:pt x="98" y="1061"/>
                </a:cubicBezTo>
                <a:lnTo>
                  <a:pt x="389" y="1228"/>
                </a:lnTo>
                <a:lnTo>
                  <a:pt x="98" y="1396"/>
                </a:lnTo>
                <a:cubicBezTo>
                  <a:pt x="24" y="1438"/>
                  <a:pt x="0" y="1531"/>
                  <a:pt x="42" y="1604"/>
                </a:cubicBezTo>
                <a:cubicBezTo>
                  <a:pt x="84" y="1676"/>
                  <a:pt x="178" y="1700"/>
                  <a:pt x="252" y="1660"/>
                </a:cubicBezTo>
                <a:lnTo>
                  <a:pt x="771" y="1360"/>
                </a:lnTo>
                <a:cubicBezTo>
                  <a:pt x="805" y="1337"/>
                  <a:pt x="830" y="1306"/>
                  <a:pt x="840" y="1270"/>
                </a:cubicBezTo>
                <a:close/>
              </a:path>
            </a:pathLst>
          </a:custGeom>
          <a:solidFill>
            <a:srgbClr val="FFFFFF"/>
          </a:solidFill>
          <a:ln>
            <a:noFill/>
          </a:ln>
        </p:spPr>
        <p:txBody>
          <a:bodyPr spcFirstLastPara="1" wrap="square" lIns="121900" tIns="60925" rIns="121900" bIns="60925" anchor="ctr" anchorCtr="0">
            <a:noAutofit/>
          </a:bodyPr>
          <a:lstStyle/>
          <a:p>
            <a:pPr marL="0" marR="0" lvl="0" indent="0" algn="l" rtl="0">
              <a:spcBef>
                <a:spcPts val="0"/>
              </a:spcBef>
              <a:spcAft>
                <a:spcPts val="0"/>
              </a:spcAft>
              <a:buClr>
                <a:schemeClr val="dk1"/>
              </a:buClr>
              <a:buSzPts val="2400"/>
              <a:buFont typeface="Arial"/>
              <a:buNone/>
            </a:pPr>
            <a:endParaRPr sz="2400">
              <a:solidFill>
                <a:srgbClr val="FFFFFF"/>
              </a:solidFill>
              <a:latin typeface="Arial"/>
              <a:ea typeface="Arial"/>
              <a:cs typeface="Arial"/>
              <a:sym typeface="Arial"/>
            </a:endParaRPr>
          </a:p>
        </p:txBody>
      </p:sp>
      <p:grpSp>
        <p:nvGrpSpPr>
          <p:cNvPr id="116" name="Google Shape;116;p12"/>
          <p:cNvGrpSpPr/>
          <p:nvPr/>
        </p:nvGrpSpPr>
        <p:grpSpPr>
          <a:xfrm>
            <a:off x="0" y="1"/>
            <a:ext cx="12189400" cy="6858100"/>
            <a:chOff x="0" y="0"/>
            <a:chExt cx="12189400" cy="6858100"/>
          </a:xfrm>
        </p:grpSpPr>
        <p:cxnSp>
          <p:nvCxnSpPr>
            <p:cNvPr id="117" name="Google Shape;117;p12"/>
            <p:cNvCxnSpPr/>
            <p:nvPr/>
          </p:nvCxnSpPr>
          <p:spPr>
            <a:xfrm>
              <a:off x="0" y="3435350"/>
              <a:ext cx="1508700" cy="0"/>
            </a:xfrm>
            <a:prstGeom prst="straightConnector1">
              <a:avLst/>
            </a:prstGeom>
            <a:noFill/>
            <a:ln w="28575" cap="flat" cmpd="sng">
              <a:solidFill>
                <a:schemeClr val="lt1">
                  <a:alpha val="74509"/>
                </a:schemeClr>
              </a:solidFill>
              <a:prstDash val="solid"/>
              <a:miter lim="800000"/>
              <a:headEnd type="none" w="sm" len="sm"/>
              <a:tailEnd type="none" w="sm" len="sm"/>
            </a:ln>
          </p:spPr>
        </p:cxnSp>
        <p:cxnSp>
          <p:nvCxnSpPr>
            <p:cNvPr id="118" name="Google Shape;118;p12"/>
            <p:cNvCxnSpPr/>
            <p:nvPr/>
          </p:nvCxnSpPr>
          <p:spPr>
            <a:xfrm>
              <a:off x="6096000" y="0"/>
              <a:ext cx="0" cy="1511400"/>
            </a:xfrm>
            <a:prstGeom prst="straightConnector1">
              <a:avLst/>
            </a:prstGeom>
            <a:noFill/>
            <a:ln w="28575" cap="flat" cmpd="sng">
              <a:solidFill>
                <a:schemeClr val="lt1">
                  <a:alpha val="74509"/>
                </a:schemeClr>
              </a:solidFill>
              <a:prstDash val="solid"/>
              <a:miter lim="800000"/>
              <a:headEnd type="none" w="sm" len="sm"/>
              <a:tailEnd type="none" w="sm" len="sm"/>
            </a:ln>
          </p:spPr>
        </p:cxnSp>
        <p:cxnSp>
          <p:nvCxnSpPr>
            <p:cNvPr id="119" name="Google Shape;119;p12"/>
            <p:cNvCxnSpPr/>
            <p:nvPr/>
          </p:nvCxnSpPr>
          <p:spPr>
            <a:xfrm>
              <a:off x="10680700" y="3435350"/>
              <a:ext cx="1508700" cy="0"/>
            </a:xfrm>
            <a:prstGeom prst="straightConnector1">
              <a:avLst/>
            </a:prstGeom>
            <a:noFill/>
            <a:ln w="28575" cap="flat" cmpd="sng">
              <a:solidFill>
                <a:schemeClr val="lt1">
                  <a:alpha val="74509"/>
                </a:schemeClr>
              </a:solidFill>
              <a:prstDash val="solid"/>
              <a:miter lim="800000"/>
              <a:headEnd type="none" w="sm" len="sm"/>
              <a:tailEnd type="none" w="sm" len="sm"/>
            </a:ln>
          </p:spPr>
        </p:cxnSp>
        <p:cxnSp>
          <p:nvCxnSpPr>
            <p:cNvPr id="120" name="Google Shape;120;p12"/>
            <p:cNvCxnSpPr/>
            <p:nvPr/>
          </p:nvCxnSpPr>
          <p:spPr>
            <a:xfrm>
              <a:off x="6096000" y="5346700"/>
              <a:ext cx="0" cy="1511400"/>
            </a:xfrm>
            <a:prstGeom prst="straightConnector1">
              <a:avLst/>
            </a:prstGeom>
            <a:noFill/>
            <a:ln w="28575" cap="flat" cmpd="sng">
              <a:solidFill>
                <a:schemeClr val="lt1">
                  <a:alpha val="74509"/>
                </a:schemeClr>
              </a:solidFill>
              <a:prstDash val="solid"/>
              <a:miter lim="800000"/>
              <a:headEnd type="none" w="sm" len="sm"/>
              <a:tailEnd type="none" w="sm" len="sm"/>
            </a:ln>
          </p:spPr>
        </p:cxn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 Light">
  <p:cSld name="Title - Light">
    <p:spTree>
      <p:nvGrpSpPr>
        <p:cNvPr id="1" name="Shape 124"/>
        <p:cNvGrpSpPr/>
        <p:nvPr/>
      </p:nvGrpSpPr>
      <p:grpSpPr>
        <a:xfrm>
          <a:off x="0" y="0"/>
          <a:ext cx="0" cy="0"/>
          <a:chOff x="0" y="0"/>
          <a:chExt cx="0" cy="0"/>
        </a:xfrm>
      </p:grpSpPr>
      <p:pic>
        <p:nvPicPr>
          <p:cNvPr id="125" name="Google Shape;125;p14"/>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26" name="Google Shape;126;p14"/>
          <p:cNvSpPr/>
          <p:nvPr/>
        </p:nvSpPr>
        <p:spPr>
          <a:xfrm>
            <a:off x="0" y="2911046"/>
            <a:ext cx="2817257" cy="3946954"/>
          </a:xfrm>
          <a:custGeom>
            <a:avLst/>
            <a:gdLst/>
            <a:ahLst/>
            <a:cxnLst/>
            <a:rect l="l" t="t" r="r" b="b"/>
            <a:pathLst>
              <a:path w="2817257" h="3946954" extrusionOk="0">
                <a:moveTo>
                  <a:pt x="0" y="0"/>
                </a:moveTo>
                <a:lnTo>
                  <a:pt x="124981" y="72324"/>
                </a:lnTo>
                <a:cubicBezTo>
                  <a:pt x="643737" y="372513"/>
                  <a:pt x="1335412" y="772766"/>
                  <a:pt x="2257644" y="1306437"/>
                </a:cubicBezTo>
                <a:cubicBezTo>
                  <a:pt x="2524543" y="1459142"/>
                  <a:pt x="2702476" y="1704105"/>
                  <a:pt x="2778733" y="1977701"/>
                </a:cubicBezTo>
                <a:cubicBezTo>
                  <a:pt x="2800975" y="2063597"/>
                  <a:pt x="2813685" y="2152675"/>
                  <a:pt x="2816862" y="2241753"/>
                </a:cubicBezTo>
                <a:cubicBezTo>
                  <a:pt x="2820039" y="2362644"/>
                  <a:pt x="2804152" y="2486716"/>
                  <a:pt x="2766024" y="2604426"/>
                </a:cubicBezTo>
                <a:cubicBezTo>
                  <a:pt x="2686589" y="2865297"/>
                  <a:pt x="2511834" y="3097535"/>
                  <a:pt x="2257644" y="3243877"/>
                </a:cubicBezTo>
                <a:cubicBezTo>
                  <a:pt x="2257644" y="3243877"/>
                  <a:pt x="2257644" y="3243877"/>
                  <a:pt x="1047065" y="3946954"/>
                </a:cubicBezTo>
                <a:cubicBezTo>
                  <a:pt x="1047065" y="3946954"/>
                  <a:pt x="1047065" y="3946954"/>
                  <a:pt x="1511" y="3946954"/>
                </a:cubicBezTo>
                <a:lnTo>
                  <a:pt x="0" y="3946954"/>
                </a:lnTo>
                <a:close/>
              </a:path>
            </a:pathLst>
          </a:custGeom>
          <a:solidFill>
            <a:srgbClr val="00A7CD">
              <a:alpha val="149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b="0" i="0" u="none" strike="noStrike" cap="none">
              <a:solidFill>
                <a:schemeClr val="dk1"/>
              </a:solidFill>
              <a:latin typeface="Arial"/>
              <a:ea typeface="Arial"/>
              <a:cs typeface="Arial"/>
              <a:sym typeface="Arial"/>
            </a:endParaRPr>
          </a:p>
        </p:txBody>
      </p:sp>
      <p:sp>
        <p:nvSpPr>
          <p:cNvPr id="127" name="Google Shape;127;p14"/>
          <p:cNvSpPr txBox="1">
            <a:spLocks noGrp="1"/>
          </p:cNvSpPr>
          <p:nvPr>
            <p:ph type="body" idx="1"/>
          </p:nvPr>
        </p:nvSpPr>
        <p:spPr>
          <a:xfrm>
            <a:off x="571183" y="1569720"/>
            <a:ext cx="7177500" cy="2773500"/>
          </a:xfrm>
          <a:prstGeom prst="rect">
            <a:avLst/>
          </a:prstGeom>
          <a:noFill/>
          <a:ln>
            <a:noFill/>
          </a:ln>
        </p:spPr>
        <p:txBody>
          <a:bodyPr spcFirstLastPara="1" wrap="square" lIns="91425" tIns="45700" rIns="91425" bIns="45700" anchor="b" anchorCtr="0">
            <a:noAutofit/>
          </a:bodyPr>
          <a:lstStyle>
            <a:lvl1pPr marL="457200" marR="0" lvl="0" indent="-228600" algn="l" rtl="0">
              <a:lnSpc>
                <a:spcPct val="70000"/>
              </a:lnSpc>
              <a:spcBef>
                <a:spcPts val="1100"/>
              </a:spcBef>
              <a:spcAft>
                <a:spcPts val="0"/>
              </a:spcAft>
              <a:buClr>
                <a:schemeClr val="dk1"/>
              </a:buClr>
              <a:buSzPts val="6000"/>
              <a:buFont typeface="Arial"/>
              <a:buNone/>
              <a:defRPr sz="6000" b="1" i="0" u="none" strike="noStrike" cap="none">
                <a:solidFill>
                  <a:schemeClr val="dk1"/>
                </a:solidFill>
                <a:latin typeface="Arial"/>
                <a:ea typeface="Arial"/>
                <a:cs typeface="Arial"/>
                <a:sym typeface="Arial"/>
              </a:defRPr>
            </a:lvl1pPr>
            <a:lvl2pPr marL="914400" marR="0" lvl="1"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9pPr>
          </a:lstStyle>
          <a:p>
            <a:endParaRPr/>
          </a:p>
        </p:txBody>
      </p:sp>
      <p:sp>
        <p:nvSpPr>
          <p:cNvPr id="128" name="Google Shape;128;p14"/>
          <p:cNvSpPr txBox="1">
            <a:spLocks noGrp="1"/>
          </p:cNvSpPr>
          <p:nvPr>
            <p:ph type="body" idx="2"/>
          </p:nvPr>
        </p:nvSpPr>
        <p:spPr>
          <a:xfrm>
            <a:off x="571183" y="4419918"/>
            <a:ext cx="7185900" cy="9675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rgbClr val="5B5B5B"/>
              </a:buClr>
              <a:buSzPts val="2100"/>
              <a:buFont typeface="Arial"/>
              <a:buNone/>
              <a:defRPr sz="2100" b="0" i="0" u="none" strike="noStrike" cap="none">
                <a:solidFill>
                  <a:srgbClr val="5B5B5B"/>
                </a:solidFill>
                <a:latin typeface="Arial"/>
                <a:ea typeface="Arial"/>
                <a:cs typeface="Arial"/>
                <a:sym typeface="Arial"/>
              </a:defRPr>
            </a:lvl1pPr>
            <a:lvl2pPr marL="914400" marR="0" lvl="1"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9pPr>
          </a:lstStyle>
          <a:p>
            <a:endParaRPr/>
          </a:p>
        </p:txBody>
      </p:sp>
      <p:sp>
        <p:nvSpPr>
          <p:cNvPr id="129" name="Google Shape;129;p14"/>
          <p:cNvSpPr txBox="1">
            <a:spLocks noGrp="1"/>
          </p:cNvSpPr>
          <p:nvPr>
            <p:ph type="body" idx="3"/>
          </p:nvPr>
        </p:nvSpPr>
        <p:spPr>
          <a:xfrm>
            <a:off x="571183" y="6050598"/>
            <a:ext cx="8595600" cy="30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rgbClr val="5B5B5B"/>
              </a:buClr>
              <a:buSzPts val="1500"/>
              <a:buFont typeface="Arial"/>
              <a:buNone/>
              <a:defRPr sz="1500" b="1" i="0" u="none" strike="noStrike" cap="none">
                <a:solidFill>
                  <a:srgbClr val="5B5B5B"/>
                </a:solidFill>
                <a:latin typeface="Arial"/>
                <a:ea typeface="Arial"/>
                <a:cs typeface="Arial"/>
                <a:sym typeface="Arial"/>
              </a:defRPr>
            </a:lvl1pPr>
            <a:lvl2pPr marL="914400" marR="0" lvl="1"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9pPr>
          </a:lstStyle>
          <a:p>
            <a:endParaRPr/>
          </a:p>
        </p:txBody>
      </p:sp>
      <p:grpSp>
        <p:nvGrpSpPr>
          <p:cNvPr id="130" name="Google Shape;130;p14"/>
          <p:cNvGrpSpPr/>
          <p:nvPr/>
        </p:nvGrpSpPr>
        <p:grpSpPr>
          <a:xfrm>
            <a:off x="650875" y="666750"/>
            <a:ext cx="2604716" cy="613228"/>
            <a:chOff x="626" y="176"/>
            <a:chExt cx="5400" cy="1271"/>
          </a:xfrm>
        </p:grpSpPr>
        <p:sp>
          <p:nvSpPr>
            <p:cNvPr id="131" name="Google Shape;131;p14"/>
            <p:cNvSpPr/>
            <p:nvPr/>
          </p:nvSpPr>
          <p:spPr>
            <a:xfrm>
              <a:off x="2093" y="571"/>
              <a:ext cx="344" cy="485"/>
            </a:xfrm>
            <a:custGeom>
              <a:avLst/>
              <a:gdLst/>
              <a:ahLst/>
              <a:cxnLst/>
              <a:rect l="l" t="t" r="r" b="b"/>
              <a:pathLst>
                <a:path w="195" h="274" extrusionOk="0">
                  <a:moveTo>
                    <a:pt x="186" y="161"/>
                  </a:moveTo>
                  <a:cubicBezTo>
                    <a:pt x="178" y="147"/>
                    <a:pt x="165" y="138"/>
                    <a:pt x="150" y="131"/>
                  </a:cubicBezTo>
                  <a:cubicBezTo>
                    <a:pt x="135" y="123"/>
                    <a:pt x="118" y="118"/>
                    <a:pt x="101" y="113"/>
                  </a:cubicBezTo>
                  <a:cubicBezTo>
                    <a:pt x="85" y="107"/>
                    <a:pt x="69" y="103"/>
                    <a:pt x="58" y="97"/>
                  </a:cubicBezTo>
                  <a:cubicBezTo>
                    <a:pt x="52" y="94"/>
                    <a:pt x="47" y="91"/>
                    <a:pt x="45" y="87"/>
                  </a:cubicBezTo>
                  <a:cubicBezTo>
                    <a:pt x="42" y="83"/>
                    <a:pt x="40" y="80"/>
                    <a:pt x="40" y="75"/>
                  </a:cubicBezTo>
                  <a:cubicBezTo>
                    <a:pt x="40" y="68"/>
                    <a:pt x="42" y="62"/>
                    <a:pt x="45" y="57"/>
                  </a:cubicBezTo>
                  <a:cubicBezTo>
                    <a:pt x="51" y="50"/>
                    <a:pt x="59" y="44"/>
                    <a:pt x="68" y="41"/>
                  </a:cubicBezTo>
                  <a:cubicBezTo>
                    <a:pt x="78" y="37"/>
                    <a:pt x="88" y="35"/>
                    <a:pt x="95" y="35"/>
                  </a:cubicBezTo>
                  <a:cubicBezTo>
                    <a:pt x="116" y="35"/>
                    <a:pt x="129" y="42"/>
                    <a:pt x="140" y="49"/>
                  </a:cubicBezTo>
                  <a:cubicBezTo>
                    <a:pt x="145" y="53"/>
                    <a:pt x="149" y="57"/>
                    <a:pt x="153" y="60"/>
                  </a:cubicBezTo>
                  <a:cubicBezTo>
                    <a:pt x="155" y="62"/>
                    <a:pt x="157" y="63"/>
                    <a:pt x="159" y="64"/>
                  </a:cubicBezTo>
                  <a:cubicBezTo>
                    <a:pt x="162" y="65"/>
                    <a:pt x="164" y="66"/>
                    <a:pt x="167" y="66"/>
                  </a:cubicBezTo>
                  <a:cubicBezTo>
                    <a:pt x="169" y="66"/>
                    <a:pt x="170" y="66"/>
                    <a:pt x="172" y="65"/>
                  </a:cubicBezTo>
                  <a:cubicBezTo>
                    <a:pt x="174" y="64"/>
                    <a:pt x="175" y="63"/>
                    <a:pt x="176" y="62"/>
                  </a:cubicBezTo>
                  <a:cubicBezTo>
                    <a:pt x="178" y="61"/>
                    <a:pt x="179" y="59"/>
                    <a:pt x="180" y="58"/>
                  </a:cubicBezTo>
                  <a:cubicBezTo>
                    <a:pt x="181" y="56"/>
                    <a:pt x="181" y="54"/>
                    <a:pt x="181" y="52"/>
                  </a:cubicBezTo>
                  <a:cubicBezTo>
                    <a:pt x="181" y="49"/>
                    <a:pt x="180" y="46"/>
                    <a:pt x="178" y="43"/>
                  </a:cubicBezTo>
                  <a:cubicBezTo>
                    <a:pt x="175" y="38"/>
                    <a:pt x="171" y="33"/>
                    <a:pt x="166" y="28"/>
                  </a:cubicBezTo>
                  <a:cubicBezTo>
                    <a:pt x="157" y="21"/>
                    <a:pt x="147" y="14"/>
                    <a:pt x="135" y="8"/>
                  </a:cubicBezTo>
                  <a:cubicBezTo>
                    <a:pt x="123" y="3"/>
                    <a:pt x="111" y="0"/>
                    <a:pt x="99" y="0"/>
                  </a:cubicBezTo>
                  <a:cubicBezTo>
                    <a:pt x="71" y="0"/>
                    <a:pt x="48" y="6"/>
                    <a:pt x="31" y="17"/>
                  </a:cubicBezTo>
                  <a:cubicBezTo>
                    <a:pt x="22" y="23"/>
                    <a:pt x="15" y="30"/>
                    <a:pt x="9" y="39"/>
                  </a:cubicBezTo>
                  <a:cubicBezTo>
                    <a:pt x="4" y="48"/>
                    <a:pt x="0" y="60"/>
                    <a:pt x="0" y="74"/>
                  </a:cubicBezTo>
                  <a:cubicBezTo>
                    <a:pt x="0" y="75"/>
                    <a:pt x="0" y="76"/>
                    <a:pt x="0" y="76"/>
                  </a:cubicBezTo>
                  <a:cubicBezTo>
                    <a:pt x="0" y="91"/>
                    <a:pt x="5" y="102"/>
                    <a:pt x="12" y="112"/>
                  </a:cubicBezTo>
                  <a:cubicBezTo>
                    <a:pt x="23" y="125"/>
                    <a:pt x="39" y="134"/>
                    <a:pt x="55" y="140"/>
                  </a:cubicBezTo>
                  <a:cubicBezTo>
                    <a:pt x="71" y="146"/>
                    <a:pt x="87" y="149"/>
                    <a:pt x="97" y="152"/>
                  </a:cubicBezTo>
                  <a:cubicBezTo>
                    <a:pt x="111" y="157"/>
                    <a:pt x="126" y="162"/>
                    <a:pt x="137" y="169"/>
                  </a:cubicBezTo>
                  <a:cubicBezTo>
                    <a:pt x="142" y="172"/>
                    <a:pt x="147" y="176"/>
                    <a:pt x="150" y="180"/>
                  </a:cubicBezTo>
                  <a:cubicBezTo>
                    <a:pt x="153" y="184"/>
                    <a:pt x="154" y="189"/>
                    <a:pt x="155" y="194"/>
                  </a:cubicBezTo>
                  <a:cubicBezTo>
                    <a:pt x="155" y="195"/>
                    <a:pt x="155" y="195"/>
                    <a:pt x="155" y="195"/>
                  </a:cubicBezTo>
                  <a:cubicBezTo>
                    <a:pt x="154" y="203"/>
                    <a:pt x="152" y="209"/>
                    <a:pt x="148" y="214"/>
                  </a:cubicBezTo>
                  <a:cubicBezTo>
                    <a:pt x="142" y="222"/>
                    <a:pt x="133" y="228"/>
                    <a:pt x="123" y="232"/>
                  </a:cubicBezTo>
                  <a:cubicBezTo>
                    <a:pt x="112" y="235"/>
                    <a:pt x="102" y="237"/>
                    <a:pt x="95" y="237"/>
                  </a:cubicBezTo>
                  <a:cubicBezTo>
                    <a:pt x="71" y="237"/>
                    <a:pt x="54" y="231"/>
                    <a:pt x="43" y="225"/>
                  </a:cubicBezTo>
                  <a:cubicBezTo>
                    <a:pt x="37" y="222"/>
                    <a:pt x="32" y="219"/>
                    <a:pt x="28" y="217"/>
                  </a:cubicBezTo>
                  <a:cubicBezTo>
                    <a:pt x="26" y="216"/>
                    <a:pt x="24" y="214"/>
                    <a:pt x="22" y="214"/>
                  </a:cubicBezTo>
                  <a:cubicBezTo>
                    <a:pt x="19" y="213"/>
                    <a:pt x="17" y="212"/>
                    <a:pt x="15" y="212"/>
                  </a:cubicBezTo>
                  <a:cubicBezTo>
                    <a:pt x="13" y="212"/>
                    <a:pt x="12" y="212"/>
                    <a:pt x="10" y="213"/>
                  </a:cubicBezTo>
                  <a:cubicBezTo>
                    <a:pt x="9" y="214"/>
                    <a:pt x="7" y="215"/>
                    <a:pt x="6" y="216"/>
                  </a:cubicBezTo>
                  <a:cubicBezTo>
                    <a:pt x="4" y="217"/>
                    <a:pt x="3" y="219"/>
                    <a:pt x="2" y="221"/>
                  </a:cubicBezTo>
                  <a:cubicBezTo>
                    <a:pt x="1" y="223"/>
                    <a:pt x="0" y="225"/>
                    <a:pt x="0" y="227"/>
                  </a:cubicBezTo>
                  <a:cubicBezTo>
                    <a:pt x="0" y="231"/>
                    <a:pt x="2" y="234"/>
                    <a:pt x="4" y="237"/>
                  </a:cubicBezTo>
                  <a:cubicBezTo>
                    <a:pt x="7" y="242"/>
                    <a:pt x="11" y="246"/>
                    <a:pt x="17" y="250"/>
                  </a:cubicBezTo>
                  <a:cubicBezTo>
                    <a:pt x="23" y="254"/>
                    <a:pt x="30" y="257"/>
                    <a:pt x="38" y="261"/>
                  </a:cubicBezTo>
                  <a:cubicBezTo>
                    <a:pt x="55" y="269"/>
                    <a:pt x="78" y="274"/>
                    <a:pt x="95" y="274"/>
                  </a:cubicBezTo>
                  <a:cubicBezTo>
                    <a:pt x="95" y="274"/>
                    <a:pt x="95" y="274"/>
                    <a:pt x="95" y="274"/>
                  </a:cubicBezTo>
                  <a:cubicBezTo>
                    <a:pt x="121" y="274"/>
                    <a:pt x="144" y="268"/>
                    <a:pt x="164" y="254"/>
                  </a:cubicBezTo>
                  <a:cubicBezTo>
                    <a:pt x="164" y="254"/>
                    <a:pt x="164" y="254"/>
                    <a:pt x="164" y="254"/>
                  </a:cubicBezTo>
                  <a:cubicBezTo>
                    <a:pt x="164" y="254"/>
                    <a:pt x="164" y="254"/>
                    <a:pt x="164" y="254"/>
                  </a:cubicBezTo>
                  <a:cubicBezTo>
                    <a:pt x="183" y="239"/>
                    <a:pt x="195" y="218"/>
                    <a:pt x="195" y="194"/>
                  </a:cubicBezTo>
                  <a:cubicBezTo>
                    <a:pt x="195" y="181"/>
                    <a:pt x="191" y="170"/>
                    <a:pt x="186" y="161"/>
                  </a:cubicBezTo>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132" name="Google Shape;132;p14"/>
            <p:cNvSpPr/>
            <p:nvPr/>
          </p:nvSpPr>
          <p:spPr>
            <a:xfrm>
              <a:off x="2509" y="573"/>
              <a:ext cx="397" cy="483"/>
            </a:xfrm>
            <a:custGeom>
              <a:avLst/>
              <a:gdLst/>
              <a:ahLst/>
              <a:cxnLst/>
              <a:rect l="l" t="t" r="r" b="b"/>
              <a:pathLst>
                <a:path w="225" h="273" extrusionOk="0">
                  <a:moveTo>
                    <a:pt x="113" y="0"/>
                  </a:moveTo>
                  <a:cubicBezTo>
                    <a:pt x="84" y="0"/>
                    <a:pt x="57" y="11"/>
                    <a:pt x="37" y="29"/>
                  </a:cubicBezTo>
                  <a:cubicBezTo>
                    <a:pt x="37" y="18"/>
                    <a:pt x="37" y="18"/>
                    <a:pt x="37" y="18"/>
                  </a:cubicBezTo>
                  <a:cubicBezTo>
                    <a:pt x="37" y="13"/>
                    <a:pt x="35" y="9"/>
                    <a:pt x="32" y="5"/>
                  </a:cubicBezTo>
                  <a:cubicBezTo>
                    <a:pt x="29" y="2"/>
                    <a:pt x="24" y="0"/>
                    <a:pt x="19" y="0"/>
                  </a:cubicBezTo>
                  <a:cubicBezTo>
                    <a:pt x="13" y="0"/>
                    <a:pt x="9" y="2"/>
                    <a:pt x="5" y="5"/>
                  </a:cubicBezTo>
                  <a:cubicBezTo>
                    <a:pt x="2" y="9"/>
                    <a:pt x="0" y="13"/>
                    <a:pt x="0" y="18"/>
                  </a:cubicBezTo>
                  <a:cubicBezTo>
                    <a:pt x="0" y="260"/>
                    <a:pt x="0" y="260"/>
                    <a:pt x="0" y="260"/>
                  </a:cubicBezTo>
                  <a:cubicBezTo>
                    <a:pt x="1" y="261"/>
                    <a:pt x="1" y="261"/>
                    <a:pt x="1" y="261"/>
                  </a:cubicBezTo>
                  <a:cubicBezTo>
                    <a:pt x="1" y="261"/>
                    <a:pt x="1" y="261"/>
                    <a:pt x="1" y="261"/>
                  </a:cubicBezTo>
                  <a:cubicBezTo>
                    <a:pt x="1" y="262"/>
                    <a:pt x="2" y="263"/>
                    <a:pt x="2" y="264"/>
                  </a:cubicBezTo>
                  <a:cubicBezTo>
                    <a:pt x="5" y="268"/>
                    <a:pt x="9" y="272"/>
                    <a:pt x="14" y="273"/>
                  </a:cubicBezTo>
                  <a:cubicBezTo>
                    <a:pt x="15" y="273"/>
                    <a:pt x="15" y="273"/>
                    <a:pt x="15" y="273"/>
                  </a:cubicBezTo>
                  <a:cubicBezTo>
                    <a:pt x="19" y="273"/>
                    <a:pt x="19" y="273"/>
                    <a:pt x="19" y="273"/>
                  </a:cubicBezTo>
                  <a:cubicBezTo>
                    <a:pt x="21" y="273"/>
                    <a:pt x="24" y="273"/>
                    <a:pt x="27" y="272"/>
                  </a:cubicBezTo>
                  <a:cubicBezTo>
                    <a:pt x="29" y="271"/>
                    <a:pt x="31" y="269"/>
                    <a:pt x="32" y="267"/>
                  </a:cubicBezTo>
                  <a:cubicBezTo>
                    <a:pt x="33" y="267"/>
                    <a:pt x="33" y="267"/>
                    <a:pt x="33" y="267"/>
                  </a:cubicBezTo>
                  <a:cubicBezTo>
                    <a:pt x="33" y="267"/>
                    <a:pt x="33" y="266"/>
                    <a:pt x="33" y="266"/>
                  </a:cubicBezTo>
                  <a:cubicBezTo>
                    <a:pt x="33" y="266"/>
                    <a:pt x="33" y="266"/>
                    <a:pt x="33" y="266"/>
                  </a:cubicBezTo>
                  <a:cubicBezTo>
                    <a:pt x="34" y="265"/>
                    <a:pt x="35" y="263"/>
                    <a:pt x="36" y="262"/>
                  </a:cubicBezTo>
                  <a:cubicBezTo>
                    <a:pt x="36" y="261"/>
                    <a:pt x="36" y="259"/>
                    <a:pt x="37" y="258"/>
                  </a:cubicBezTo>
                  <a:cubicBezTo>
                    <a:pt x="37" y="258"/>
                    <a:pt x="37" y="258"/>
                    <a:pt x="37" y="258"/>
                  </a:cubicBezTo>
                  <a:cubicBezTo>
                    <a:pt x="37" y="112"/>
                    <a:pt x="37" y="112"/>
                    <a:pt x="37" y="112"/>
                  </a:cubicBezTo>
                  <a:cubicBezTo>
                    <a:pt x="37" y="91"/>
                    <a:pt x="46" y="73"/>
                    <a:pt x="60" y="59"/>
                  </a:cubicBezTo>
                  <a:cubicBezTo>
                    <a:pt x="73" y="45"/>
                    <a:pt x="92" y="37"/>
                    <a:pt x="113" y="37"/>
                  </a:cubicBezTo>
                  <a:cubicBezTo>
                    <a:pt x="134" y="37"/>
                    <a:pt x="152" y="45"/>
                    <a:pt x="166" y="59"/>
                  </a:cubicBezTo>
                  <a:cubicBezTo>
                    <a:pt x="180" y="73"/>
                    <a:pt x="188" y="91"/>
                    <a:pt x="188" y="112"/>
                  </a:cubicBezTo>
                  <a:cubicBezTo>
                    <a:pt x="188" y="255"/>
                    <a:pt x="188" y="255"/>
                    <a:pt x="188" y="255"/>
                  </a:cubicBezTo>
                  <a:cubicBezTo>
                    <a:pt x="188" y="260"/>
                    <a:pt x="190" y="265"/>
                    <a:pt x="194" y="268"/>
                  </a:cubicBezTo>
                  <a:cubicBezTo>
                    <a:pt x="197" y="271"/>
                    <a:pt x="202" y="273"/>
                    <a:pt x="207" y="273"/>
                  </a:cubicBezTo>
                  <a:cubicBezTo>
                    <a:pt x="212" y="273"/>
                    <a:pt x="216" y="271"/>
                    <a:pt x="220" y="268"/>
                  </a:cubicBezTo>
                  <a:cubicBezTo>
                    <a:pt x="223" y="265"/>
                    <a:pt x="225" y="260"/>
                    <a:pt x="225" y="255"/>
                  </a:cubicBezTo>
                  <a:cubicBezTo>
                    <a:pt x="225" y="112"/>
                    <a:pt x="225" y="112"/>
                    <a:pt x="225" y="112"/>
                  </a:cubicBezTo>
                  <a:cubicBezTo>
                    <a:pt x="225" y="50"/>
                    <a:pt x="175" y="0"/>
                    <a:pt x="113" y="0"/>
                  </a:cubicBezTo>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133" name="Google Shape;133;p14"/>
            <p:cNvSpPr/>
            <p:nvPr/>
          </p:nvSpPr>
          <p:spPr>
            <a:xfrm>
              <a:off x="5557" y="571"/>
              <a:ext cx="469" cy="485"/>
            </a:xfrm>
            <a:custGeom>
              <a:avLst/>
              <a:gdLst/>
              <a:ahLst/>
              <a:cxnLst/>
              <a:rect l="l" t="t" r="r" b="b"/>
              <a:pathLst>
                <a:path w="266" h="274" extrusionOk="0">
                  <a:moveTo>
                    <a:pt x="266" y="128"/>
                  </a:moveTo>
                  <a:cubicBezTo>
                    <a:pt x="263" y="92"/>
                    <a:pt x="248" y="60"/>
                    <a:pt x="224" y="37"/>
                  </a:cubicBezTo>
                  <a:cubicBezTo>
                    <a:pt x="201" y="14"/>
                    <a:pt x="169" y="0"/>
                    <a:pt x="134" y="0"/>
                  </a:cubicBezTo>
                  <a:cubicBezTo>
                    <a:pt x="96" y="0"/>
                    <a:pt x="63" y="15"/>
                    <a:pt x="39" y="40"/>
                  </a:cubicBezTo>
                  <a:cubicBezTo>
                    <a:pt x="15" y="65"/>
                    <a:pt x="0" y="100"/>
                    <a:pt x="0" y="138"/>
                  </a:cubicBezTo>
                  <a:cubicBezTo>
                    <a:pt x="0" y="175"/>
                    <a:pt x="15" y="209"/>
                    <a:pt x="39" y="234"/>
                  </a:cubicBezTo>
                  <a:cubicBezTo>
                    <a:pt x="63" y="259"/>
                    <a:pt x="96" y="274"/>
                    <a:pt x="133" y="274"/>
                  </a:cubicBezTo>
                  <a:cubicBezTo>
                    <a:pt x="145" y="274"/>
                    <a:pt x="145" y="274"/>
                    <a:pt x="145" y="274"/>
                  </a:cubicBezTo>
                  <a:cubicBezTo>
                    <a:pt x="169" y="274"/>
                    <a:pt x="191" y="267"/>
                    <a:pt x="210" y="254"/>
                  </a:cubicBezTo>
                  <a:cubicBezTo>
                    <a:pt x="229" y="242"/>
                    <a:pt x="245" y="225"/>
                    <a:pt x="256" y="206"/>
                  </a:cubicBezTo>
                  <a:cubicBezTo>
                    <a:pt x="256" y="206"/>
                    <a:pt x="256" y="206"/>
                    <a:pt x="256" y="206"/>
                  </a:cubicBezTo>
                  <a:cubicBezTo>
                    <a:pt x="256" y="206"/>
                    <a:pt x="256" y="206"/>
                    <a:pt x="256" y="206"/>
                  </a:cubicBezTo>
                  <a:cubicBezTo>
                    <a:pt x="258" y="203"/>
                    <a:pt x="259" y="200"/>
                    <a:pt x="259" y="197"/>
                  </a:cubicBezTo>
                  <a:cubicBezTo>
                    <a:pt x="259" y="190"/>
                    <a:pt x="256" y="184"/>
                    <a:pt x="250" y="180"/>
                  </a:cubicBezTo>
                  <a:cubicBezTo>
                    <a:pt x="250" y="180"/>
                    <a:pt x="250" y="180"/>
                    <a:pt x="250" y="180"/>
                  </a:cubicBezTo>
                  <a:cubicBezTo>
                    <a:pt x="250" y="180"/>
                    <a:pt x="250" y="180"/>
                    <a:pt x="250" y="180"/>
                  </a:cubicBezTo>
                  <a:cubicBezTo>
                    <a:pt x="247" y="178"/>
                    <a:pt x="244" y="178"/>
                    <a:pt x="241" y="178"/>
                  </a:cubicBezTo>
                  <a:cubicBezTo>
                    <a:pt x="238" y="178"/>
                    <a:pt x="235" y="178"/>
                    <a:pt x="232" y="180"/>
                  </a:cubicBezTo>
                  <a:cubicBezTo>
                    <a:pt x="229" y="181"/>
                    <a:pt x="227" y="183"/>
                    <a:pt x="225" y="186"/>
                  </a:cubicBezTo>
                  <a:cubicBezTo>
                    <a:pt x="216" y="200"/>
                    <a:pt x="205" y="213"/>
                    <a:pt x="191" y="222"/>
                  </a:cubicBezTo>
                  <a:cubicBezTo>
                    <a:pt x="177" y="232"/>
                    <a:pt x="161" y="237"/>
                    <a:pt x="145" y="237"/>
                  </a:cubicBezTo>
                  <a:cubicBezTo>
                    <a:pt x="133" y="237"/>
                    <a:pt x="133" y="237"/>
                    <a:pt x="133" y="237"/>
                  </a:cubicBezTo>
                  <a:cubicBezTo>
                    <a:pt x="84" y="237"/>
                    <a:pt x="43" y="199"/>
                    <a:pt x="38" y="148"/>
                  </a:cubicBezTo>
                  <a:cubicBezTo>
                    <a:pt x="247" y="148"/>
                    <a:pt x="247" y="148"/>
                    <a:pt x="247" y="148"/>
                  </a:cubicBezTo>
                  <a:cubicBezTo>
                    <a:pt x="252" y="148"/>
                    <a:pt x="257" y="146"/>
                    <a:pt x="260" y="143"/>
                  </a:cubicBezTo>
                  <a:cubicBezTo>
                    <a:pt x="264" y="140"/>
                    <a:pt x="266" y="135"/>
                    <a:pt x="266" y="130"/>
                  </a:cubicBezTo>
                  <a:cubicBezTo>
                    <a:pt x="266" y="128"/>
                    <a:pt x="266" y="128"/>
                    <a:pt x="266" y="128"/>
                  </a:cubicBezTo>
                  <a:cubicBezTo>
                    <a:pt x="266" y="128"/>
                    <a:pt x="266" y="128"/>
                    <a:pt x="266" y="128"/>
                  </a:cubicBezTo>
                  <a:moveTo>
                    <a:pt x="40" y="111"/>
                  </a:moveTo>
                  <a:cubicBezTo>
                    <a:pt x="52" y="67"/>
                    <a:pt x="89" y="37"/>
                    <a:pt x="134" y="37"/>
                  </a:cubicBezTo>
                  <a:cubicBezTo>
                    <a:pt x="177" y="37"/>
                    <a:pt x="214" y="68"/>
                    <a:pt x="225" y="111"/>
                  </a:cubicBezTo>
                  <a:lnTo>
                    <a:pt x="40" y="111"/>
                  </a:lnTo>
                  <a:close/>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134" name="Google Shape;134;p14"/>
            <p:cNvSpPr/>
            <p:nvPr/>
          </p:nvSpPr>
          <p:spPr>
            <a:xfrm>
              <a:off x="5158" y="371"/>
              <a:ext cx="379" cy="685"/>
            </a:xfrm>
            <a:custGeom>
              <a:avLst/>
              <a:gdLst/>
              <a:ahLst/>
              <a:cxnLst/>
              <a:rect l="l" t="t" r="r" b="b"/>
              <a:pathLst>
                <a:path w="215" h="387" extrusionOk="0">
                  <a:moveTo>
                    <a:pt x="211" y="357"/>
                  </a:moveTo>
                  <a:cubicBezTo>
                    <a:pt x="112" y="237"/>
                    <a:pt x="112" y="237"/>
                    <a:pt x="112" y="237"/>
                  </a:cubicBezTo>
                  <a:cubicBezTo>
                    <a:pt x="210" y="142"/>
                    <a:pt x="210" y="142"/>
                    <a:pt x="210" y="142"/>
                  </a:cubicBezTo>
                  <a:cubicBezTo>
                    <a:pt x="210" y="142"/>
                    <a:pt x="210" y="142"/>
                    <a:pt x="210" y="142"/>
                  </a:cubicBezTo>
                  <a:cubicBezTo>
                    <a:pt x="213" y="139"/>
                    <a:pt x="215" y="134"/>
                    <a:pt x="215" y="129"/>
                  </a:cubicBezTo>
                  <a:cubicBezTo>
                    <a:pt x="215" y="124"/>
                    <a:pt x="213" y="119"/>
                    <a:pt x="210" y="116"/>
                  </a:cubicBezTo>
                  <a:cubicBezTo>
                    <a:pt x="210" y="116"/>
                    <a:pt x="210" y="116"/>
                    <a:pt x="210" y="116"/>
                  </a:cubicBezTo>
                  <a:cubicBezTo>
                    <a:pt x="210" y="116"/>
                    <a:pt x="210" y="116"/>
                    <a:pt x="210" y="116"/>
                  </a:cubicBezTo>
                  <a:cubicBezTo>
                    <a:pt x="209" y="116"/>
                    <a:pt x="209" y="116"/>
                    <a:pt x="209" y="116"/>
                  </a:cubicBezTo>
                  <a:cubicBezTo>
                    <a:pt x="209" y="116"/>
                    <a:pt x="209" y="116"/>
                    <a:pt x="209" y="116"/>
                  </a:cubicBezTo>
                  <a:cubicBezTo>
                    <a:pt x="206" y="112"/>
                    <a:pt x="201" y="110"/>
                    <a:pt x="196" y="110"/>
                  </a:cubicBezTo>
                  <a:cubicBezTo>
                    <a:pt x="192" y="110"/>
                    <a:pt x="187" y="112"/>
                    <a:pt x="183" y="116"/>
                  </a:cubicBezTo>
                  <a:cubicBezTo>
                    <a:pt x="37" y="258"/>
                    <a:pt x="37" y="258"/>
                    <a:pt x="37" y="258"/>
                  </a:cubicBezTo>
                  <a:cubicBezTo>
                    <a:pt x="37" y="19"/>
                    <a:pt x="37" y="19"/>
                    <a:pt x="37" y="19"/>
                  </a:cubicBezTo>
                  <a:cubicBezTo>
                    <a:pt x="37" y="9"/>
                    <a:pt x="29" y="0"/>
                    <a:pt x="18" y="0"/>
                  </a:cubicBezTo>
                  <a:cubicBezTo>
                    <a:pt x="13" y="0"/>
                    <a:pt x="8" y="2"/>
                    <a:pt x="5" y="6"/>
                  </a:cubicBezTo>
                  <a:cubicBezTo>
                    <a:pt x="2" y="9"/>
                    <a:pt x="0" y="14"/>
                    <a:pt x="0" y="19"/>
                  </a:cubicBezTo>
                  <a:cubicBezTo>
                    <a:pt x="0" y="369"/>
                    <a:pt x="0" y="369"/>
                    <a:pt x="0" y="369"/>
                  </a:cubicBezTo>
                  <a:cubicBezTo>
                    <a:pt x="0" y="374"/>
                    <a:pt x="2" y="379"/>
                    <a:pt x="5" y="382"/>
                  </a:cubicBezTo>
                  <a:cubicBezTo>
                    <a:pt x="8" y="385"/>
                    <a:pt x="13" y="387"/>
                    <a:pt x="18" y="387"/>
                  </a:cubicBezTo>
                  <a:cubicBezTo>
                    <a:pt x="29" y="387"/>
                    <a:pt x="37" y="379"/>
                    <a:pt x="37" y="369"/>
                  </a:cubicBezTo>
                  <a:cubicBezTo>
                    <a:pt x="37" y="311"/>
                    <a:pt x="37" y="311"/>
                    <a:pt x="37" y="311"/>
                  </a:cubicBezTo>
                  <a:cubicBezTo>
                    <a:pt x="85" y="264"/>
                    <a:pt x="85" y="264"/>
                    <a:pt x="85" y="264"/>
                  </a:cubicBezTo>
                  <a:cubicBezTo>
                    <a:pt x="182" y="380"/>
                    <a:pt x="182" y="380"/>
                    <a:pt x="182" y="380"/>
                  </a:cubicBezTo>
                  <a:cubicBezTo>
                    <a:pt x="184" y="383"/>
                    <a:pt x="186" y="385"/>
                    <a:pt x="188" y="386"/>
                  </a:cubicBezTo>
                  <a:cubicBezTo>
                    <a:pt x="191" y="387"/>
                    <a:pt x="194" y="387"/>
                    <a:pt x="196" y="387"/>
                  </a:cubicBezTo>
                  <a:cubicBezTo>
                    <a:pt x="200" y="387"/>
                    <a:pt x="204" y="387"/>
                    <a:pt x="209" y="383"/>
                  </a:cubicBezTo>
                  <a:cubicBezTo>
                    <a:pt x="209" y="383"/>
                    <a:pt x="209" y="383"/>
                    <a:pt x="209" y="383"/>
                  </a:cubicBezTo>
                  <a:cubicBezTo>
                    <a:pt x="209" y="383"/>
                    <a:pt x="209" y="383"/>
                    <a:pt x="209" y="383"/>
                  </a:cubicBezTo>
                  <a:cubicBezTo>
                    <a:pt x="213" y="379"/>
                    <a:pt x="215" y="374"/>
                    <a:pt x="215" y="369"/>
                  </a:cubicBezTo>
                  <a:cubicBezTo>
                    <a:pt x="215" y="365"/>
                    <a:pt x="214" y="360"/>
                    <a:pt x="211" y="357"/>
                  </a:cubicBezTo>
                  <a:cubicBezTo>
                    <a:pt x="211" y="357"/>
                    <a:pt x="211" y="357"/>
                    <a:pt x="211" y="357"/>
                  </a:cubicBezTo>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135" name="Google Shape;135;p14"/>
            <p:cNvSpPr/>
            <p:nvPr/>
          </p:nvSpPr>
          <p:spPr>
            <a:xfrm>
              <a:off x="4613" y="571"/>
              <a:ext cx="460" cy="485"/>
            </a:xfrm>
            <a:custGeom>
              <a:avLst/>
              <a:gdLst/>
              <a:ahLst/>
              <a:cxnLst/>
              <a:rect l="l" t="t" r="r" b="b"/>
              <a:pathLst>
                <a:path w="261" h="274" extrusionOk="0">
                  <a:moveTo>
                    <a:pt x="255" y="5"/>
                  </a:moveTo>
                  <a:cubicBezTo>
                    <a:pt x="252" y="2"/>
                    <a:pt x="247" y="0"/>
                    <a:pt x="242" y="0"/>
                  </a:cubicBezTo>
                  <a:cubicBezTo>
                    <a:pt x="237" y="0"/>
                    <a:pt x="232" y="2"/>
                    <a:pt x="229" y="5"/>
                  </a:cubicBezTo>
                  <a:cubicBezTo>
                    <a:pt x="226" y="9"/>
                    <a:pt x="223" y="13"/>
                    <a:pt x="223" y="19"/>
                  </a:cubicBezTo>
                  <a:cubicBezTo>
                    <a:pt x="223" y="41"/>
                    <a:pt x="223" y="41"/>
                    <a:pt x="223" y="41"/>
                  </a:cubicBezTo>
                  <a:cubicBezTo>
                    <a:pt x="200" y="16"/>
                    <a:pt x="167" y="0"/>
                    <a:pt x="130" y="0"/>
                  </a:cubicBezTo>
                  <a:cubicBezTo>
                    <a:pt x="94" y="0"/>
                    <a:pt x="61" y="16"/>
                    <a:pt x="38" y="41"/>
                  </a:cubicBezTo>
                  <a:cubicBezTo>
                    <a:pt x="15" y="65"/>
                    <a:pt x="0" y="100"/>
                    <a:pt x="0" y="137"/>
                  </a:cubicBezTo>
                  <a:cubicBezTo>
                    <a:pt x="0" y="175"/>
                    <a:pt x="15" y="209"/>
                    <a:pt x="38" y="234"/>
                  </a:cubicBezTo>
                  <a:cubicBezTo>
                    <a:pt x="61" y="259"/>
                    <a:pt x="94" y="274"/>
                    <a:pt x="130" y="274"/>
                  </a:cubicBezTo>
                  <a:cubicBezTo>
                    <a:pt x="167" y="274"/>
                    <a:pt x="200" y="258"/>
                    <a:pt x="223" y="233"/>
                  </a:cubicBezTo>
                  <a:cubicBezTo>
                    <a:pt x="223" y="256"/>
                    <a:pt x="223" y="256"/>
                    <a:pt x="223" y="256"/>
                  </a:cubicBezTo>
                  <a:cubicBezTo>
                    <a:pt x="223" y="261"/>
                    <a:pt x="226" y="266"/>
                    <a:pt x="229" y="269"/>
                  </a:cubicBezTo>
                  <a:cubicBezTo>
                    <a:pt x="232" y="272"/>
                    <a:pt x="237" y="274"/>
                    <a:pt x="242" y="274"/>
                  </a:cubicBezTo>
                  <a:cubicBezTo>
                    <a:pt x="247" y="274"/>
                    <a:pt x="252" y="272"/>
                    <a:pt x="255" y="269"/>
                  </a:cubicBezTo>
                  <a:cubicBezTo>
                    <a:pt x="259" y="266"/>
                    <a:pt x="261" y="261"/>
                    <a:pt x="261" y="256"/>
                  </a:cubicBezTo>
                  <a:cubicBezTo>
                    <a:pt x="261" y="19"/>
                    <a:pt x="261" y="19"/>
                    <a:pt x="261" y="19"/>
                  </a:cubicBezTo>
                  <a:cubicBezTo>
                    <a:pt x="261" y="13"/>
                    <a:pt x="259" y="9"/>
                    <a:pt x="255" y="5"/>
                  </a:cubicBezTo>
                  <a:moveTo>
                    <a:pt x="196" y="208"/>
                  </a:moveTo>
                  <a:cubicBezTo>
                    <a:pt x="179" y="226"/>
                    <a:pt x="156" y="237"/>
                    <a:pt x="130" y="237"/>
                  </a:cubicBezTo>
                  <a:cubicBezTo>
                    <a:pt x="105" y="237"/>
                    <a:pt x="82" y="226"/>
                    <a:pt x="65" y="208"/>
                  </a:cubicBezTo>
                  <a:cubicBezTo>
                    <a:pt x="48" y="190"/>
                    <a:pt x="37" y="165"/>
                    <a:pt x="37" y="137"/>
                  </a:cubicBezTo>
                  <a:cubicBezTo>
                    <a:pt x="37" y="109"/>
                    <a:pt x="48" y="84"/>
                    <a:pt x="65" y="66"/>
                  </a:cubicBezTo>
                  <a:cubicBezTo>
                    <a:pt x="82" y="48"/>
                    <a:pt x="105" y="37"/>
                    <a:pt x="130" y="37"/>
                  </a:cubicBezTo>
                  <a:cubicBezTo>
                    <a:pt x="156" y="37"/>
                    <a:pt x="179" y="48"/>
                    <a:pt x="196" y="66"/>
                  </a:cubicBezTo>
                  <a:cubicBezTo>
                    <a:pt x="213" y="84"/>
                    <a:pt x="223" y="109"/>
                    <a:pt x="223" y="137"/>
                  </a:cubicBezTo>
                  <a:cubicBezTo>
                    <a:pt x="223" y="165"/>
                    <a:pt x="213" y="190"/>
                    <a:pt x="196" y="208"/>
                  </a:cubicBezTo>
                  <a:close/>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136" name="Google Shape;136;p14"/>
            <p:cNvSpPr/>
            <p:nvPr/>
          </p:nvSpPr>
          <p:spPr>
            <a:xfrm>
              <a:off x="4477" y="371"/>
              <a:ext cx="67" cy="685"/>
            </a:xfrm>
            <a:custGeom>
              <a:avLst/>
              <a:gdLst/>
              <a:ahLst/>
              <a:cxnLst/>
              <a:rect l="l" t="t" r="r" b="b"/>
              <a:pathLst>
                <a:path w="38" h="387" extrusionOk="0">
                  <a:moveTo>
                    <a:pt x="19" y="0"/>
                  </a:moveTo>
                  <a:cubicBezTo>
                    <a:pt x="14" y="0"/>
                    <a:pt x="9" y="2"/>
                    <a:pt x="6" y="6"/>
                  </a:cubicBezTo>
                  <a:cubicBezTo>
                    <a:pt x="3" y="9"/>
                    <a:pt x="0" y="14"/>
                    <a:pt x="0" y="19"/>
                  </a:cubicBezTo>
                  <a:cubicBezTo>
                    <a:pt x="0" y="369"/>
                    <a:pt x="0" y="369"/>
                    <a:pt x="0" y="369"/>
                  </a:cubicBezTo>
                  <a:cubicBezTo>
                    <a:pt x="0" y="374"/>
                    <a:pt x="3" y="379"/>
                    <a:pt x="6" y="382"/>
                  </a:cubicBezTo>
                  <a:cubicBezTo>
                    <a:pt x="9" y="385"/>
                    <a:pt x="14" y="387"/>
                    <a:pt x="19" y="387"/>
                  </a:cubicBezTo>
                  <a:cubicBezTo>
                    <a:pt x="30" y="387"/>
                    <a:pt x="38" y="379"/>
                    <a:pt x="38" y="369"/>
                  </a:cubicBezTo>
                  <a:cubicBezTo>
                    <a:pt x="38" y="19"/>
                    <a:pt x="38" y="19"/>
                    <a:pt x="38" y="19"/>
                  </a:cubicBezTo>
                  <a:cubicBezTo>
                    <a:pt x="38" y="9"/>
                    <a:pt x="30" y="0"/>
                    <a:pt x="19" y="0"/>
                  </a:cubicBezTo>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137" name="Google Shape;137;p14"/>
            <p:cNvSpPr/>
            <p:nvPr/>
          </p:nvSpPr>
          <p:spPr>
            <a:xfrm>
              <a:off x="4145" y="372"/>
              <a:ext cx="263" cy="686"/>
            </a:xfrm>
            <a:custGeom>
              <a:avLst/>
              <a:gdLst/>
              <a:ahLst/>
              <a:cxnLst/>
              <a:rect l="l" t="t" r="r" b="b"/>
              <a:pathLst>
                <a:path w="149" h="387" extrusionOk="0">
                  <a:moveTo>
                    <a:pt x="88" y="59"/>
                  </a:moveTo>
                  <a:cubicBezTo>
                    <a:pt x="90" y="53"/>
                    <a:pt x="92" y="49"/>
                    <a:pt x="94" y="46"/>
                  </a:cubicBezTo>
                  <a:cubicBezTo>
                    <a:pt x="96" y="44"/>
                    <a:pt x="99" y="42"/>
                    <a:pt x="103" y="40"/>
                  </a:cubicBezTo>
                  <a:cubicBezTo>
                    <a:pt x="107" y="39"/>
                    <a:pt x="114" y="38"/>
                    <a:pt x="122" y="38"/>
                  </a:cubicBezTo>
                  <a:cubicBezTo>
                    <a:pt x="123" y="38"/>
                    <a:pt x="123" y="38"/>
                    <a:pt x="123" y="38"/>
                  </a:cubicBezTo>
                  <a:cubicBezTo>
                    <a:pt x="123" y="38"/>
                    <a:pt x="124" y="38"/>
                    <a:pt x="124" y="38"/>
                  </a:cubicBezTo>
                  <a:cubicBezTo>
                    <a:pt x="125" y="38"/>
                    <a:pt x="125" y="38"/>
                    <a:pt x="126" y="38"/>
                  </a:cubicBezTo>
                  <a:cubicBezTo>
                    <a:pt x="128" y="38"/>
                    <a:pt x="128" y="38"/>
                    <a:pt x="128" y="38"/>
                  </a:cubicBezTo>
                  <a:cubicBezTo>
                    <a:pt x="130" y="38"/>
                    <a:pt x="130" y="38"/>
                    <a:pt x="130" y="38"/>
                  </a:cubicBezTo>
                  <a:cubicBezTo>
                    <a:pt x="141" y="38"/>
                    <a:pt x="149" y="30"/>
                    <a:pt x="149" y="19"/>
                  </a:cubicBezTo>
                  <a:cubicBezTo>
                    <a:pt x="149" y="9"/>
                    <a:pt x="141" y="0"/>
                    <a:pt x="130" y="0"/>
                  </a:cubicBezTo>
                  <a:cubicBezTo>
                    <a:pt x="126" y="0"/>
                    <a:pt x="126" y="0"/>
                    <a:pt x="126" y="0"/>
                  </a:cubicBezTo>
                  <a:cubicBezTo>
                    <a:pt x="125" y="0"/>
                    <a:pt x="125" y="0"/>
                    <a:pt x="124" y="0"/>
                  </a:cubicBezTo>
                  <a:cubicBezTo>
                    <a:pt x="124" y="0"/>
                    <a:pt x="123" y="0"/>
                    <a:pt x="123" y="0"/>
                  </a:cubicBezTo>
                  <a:cubicBezTo>
                    <a:pt x="112" y="0"/>
                    <a:pt x="101" y="1"/>
                    <a:pt x="92" y="5"/>
                  </a:cubicBezTo>
                  <a:cubicBezTo>
                    <a:pt x="82" y="8"/>
                    <a:pt x="73" y="13"/>
                    <a:pt x="66" y="21"/>
                  </a:cubicBezTo>
                  <a:cubicBezTo>
                    <a:pt x="66" y="21"/>
                    <a:pt x="66" y="21"/>
                    <a:pt x="66" y="21"/>
                  </a:cubicBezTo>
                  <a:cubicBezTo>
                    <a:pt x="66" y="21"/>
                    <a:pt x="66" y="21"/>
                    <a:pt x="66" y="21"/>
                  </a:cubicBezTo>
                  <a:cubicBezTo>
                    <a:pt x="66" y="21"/>
                    <a:pt x="66" y="21"/>
                    <a:pt x="66" y="21"/>
                  </a:cubicBezTo>
                  <a:cubicBezTo>
                    <a:pt x="59" y="29"/>
                    <a:pt x="54" y="38"/>
                    <a:pt x="52" y="49"/>
                  </a:cubicBezTo>
                  <a:cubicBezTo>
                    <a:pt x="49" y="60"/>
                    <a:pt x="48" y="72"/>
                    <a:pt x="47" y="86"/>
                  </a:cubicBezTo>
                  <a:cubicBezTo>
                    <a:pt x="47" y="113"/>
                    <a:pt x="47" y="113"/>
                    <a:pt x="47" y="113"/>
                  </a:cubicBezTo>
                  <a:cubicBezTo>
                    <a:pt x="18" y="113"/>
                    <a:pt x="18" y="113"/>
                    <a:pt x="18" y="113"/>
                  </a:cubicBezTo>
                  <a:cubicBezTo>
                    <a:pt x="8" y="113"/>
                    <a:pt x="0" y="121"/>
                    <a:pt x="0" y="131"/>
                  </a:cubicBezTo>
                  <a:cubicBezTo>
                    <a:pt x="0" y="136"/>
                    <a:pt x="2" y="141"/>
                    <a:pt x="5" y="145"/>
                  </a:cubicBezTo>
                  <a:cubicBezTo>
                    <a:pt x="8" y="148"/>
                    <a:pt x="13" y="150"/>
                    <a:pt x="18" y="151"/>
                  </a:cubicBezTo>
                  <a:cubicBezTo>
                    <a:pt x="47" y="151"/>
                    <a:pt x="47" y="151"/>
                    <a:pt x="47" y="151"/>
                  </a:cubicBezTo>
                  <a:cubicBezTo>
                    <a:pt x="47" y="368"/>
                    <a:pt x="47" y="368"/>
                    <a:pt x="47" y="368"/>
                  </a:cubicBezTo>
                  <a:cubicBezTo>
                    <a:pt x="47" y="369"/>
                    <a:pt x="47" y="369"/>
                    <a:pt x="47" y="369"/>
                  </a:cubicBezTo>
                  <a:cubicBezTo>
                    <a:pt x="47" y="374"/>
                    <a:pt x="50" y="379"/>
                    <a:pt x="53" y="382"/>
                  </a:cubicBezTo>
                  <a:cubicBezTo>
                    <a:pt x="56" y="385"/>
                    <a:pt x="61" y="387"/>
                    <a:pt x="66" y="387"/>
                  </a:cubicBezTo>
                  <a:cubicBezTo>
                    <a:pt x="76" y="387"/>
                    <a:pt x="85" y="379"/>
                    <a:pt x="85" y="369"/>
                  </a:cubicBezTo>
                  <a:cubicBezTo>
                    <a:pt x="85" y="151"/>
                    <a:pt x="85" y="151"/>
                    <a:pt x="85" y="151"/>
                  </a:cubicBezTo>
                  <a:cubicBezTo>
                    <a:pt x="116" y="151"/>
                    <a:pt x="116" y="151"/>
                    <a:pt x="116" y="151"/>
                  </a:cubicBezTo>
                  <a:cubicBezTo>
                    <a:pt x="121" y="150"/>
                    <a:pt x="126" y="148"/>
                    <a:pt x="129" y="145"/>
                  </a:cubicBezTo>
                  <a:cubicBezTo>
                    <a:pt x="133" y="141"/>
                    <a:pt x="135" y="137"/>
                    <a:pt x="135" y="131"/>
                  </a:cubicBezTo>
                  <a:cubicBezTo>
                    <a:pt x="135" y="131"/>
                    <a:pt x="135" y="131"/>
                    <a:pt x="135" y="131"/>
                  </a:cubicBezTo>
                  <a:cubicBezTo>
                    <a:pt x="135" y="121"/>
                    <a:pt x="127" y="113"/>
                    <a:pt x="117" y="113"/>
                  </a:cubicBezTo>
                  <a:cubicBezTo>
                    <a:pt x="85" y="113"/>
                    <a:pt x="85" y="113"/>
                    <a:pt x="85" y="113"/>
                  </a:cubicBezTo>
                  <a:cubicBezTo>
                    <a:pt x="85" y="86"/>
                    <a:pt x="85" y="86"/>
                    <a:pt x="85" y="86"/>
                  </a:cubicBezTo>
                  <a:cubicBezTo>
                    <a:pt x="85" y="74"/>
                    <a:pt x="86" y="65"/>
                    <a:pt x="88" y="59"/>
                  </a:cubicBezTo>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138" name="Google Shape;138;p14"/>
            <p:cNvSpPr/>
            <p:nvPr/>
          </p:nvSpPr>
          <p:spPr>
            <a:xfrm>
              <a:off x="3460" y="573"/>
              <a:ext cx="634" cy="483"/>
            </a:xfrm>
            <a:custGeom>
              <a:avLst/>
              <a:gdLst/>
              <a:ahLst/>
              <a:cxnLst/>
              <a:rect l="l" t="t" r="r" b="b"/>
              <a:pathLst>
                <a:path w="359" h="273" extrusionOk="0">
                  <a:moveTo>
                    <a:pt x="359" y="18"/>
                  </a:moveTo>
                  <a:cubicBezTo>
                    <a:pt x="359" y="11"/>
                    <a:pt x="355" y="4"/>
                    <a:pt x="348" y="1"/>
                  </a:cubicBezTo>
                  <a:cubicBezTo>
                    <a:pt x="348" y="1"/>
                    <a:pt x="348" y="1"/>
                    <a:pt x="348" y="1"/>
                  </a:cubicBezTo>
                  <a:cubicBezTo>
                    <a:pt x="348" y="1"/>
                    <a:pt x="348" y="1"/>
                    <a:pt x="348" y="1"/>
                  </a:cubicBezTo>
                  <a:cubicBezTo>
                    <a:pt x="346" y="0"/>
                    <a:pt x="344" y="0"/>
                    <a:pt x="341" y="0"/>
                  </a:cubicBezTo>
                  <a:cubicBezTo>
                    <a:pt x="338" y="0"/>
                    <a:pt x="334" y="1"/>
                    <a:pt x="331" y="3"/>
                  </a:cubicBezTo>
                  <a:cubicBezTo>
                    <a:pt x="328" y="5"/>
                    <a:pt x="325" y="7"/>
                    <a:pt x="324" y="11"/>
                  </a:cubicBezTo>
                  <a:cubicBezTo>
                    <a:pt x="324" y="11"/>
                    <a:pt x="324" y="11"/>
                    <a:pt x="324" y="11"/>
                  </a:cubicBezTo>
                  <a:cubicBezTo>
                    <a:pt x="253" y="206"/>
                    <a:pt x="253" y="206"/>
                    <a:pt x="253" y="206"/>
                  </a:cubicBezTo>
                  <a:cubicBezTo>
                    <a:pt x="198" y="75"/>
                    <a:pt x="198" y="75"/>
                    <a:pt x="198" y="75"/>
                  </a:cubicBezTo>
                  <a:cubicBezTo>
                    <a:pt x="198" y="75"/>
                    <a:pt x="198" y="75"/>
                    <a:pt x="198" y="75"/>
                  </a:cubicBezTo>
                  <a:cubicBezTo>
                    <a:pt x="196" y="72"/>
                    <a:pt x="193" y="69"/>
                    <a:pt x="190" y="67"/>
                  </a:cubicBezTo>
                  <a:cubicBezTo>
                    <a:pt x="187" y="65"/>
                    <a:pt x="183" y="64"/>
                    <a:pt x="179" y="64"/>
                  </a:cubicBezTo>
                  <a:cubicBezTo>
                    <a:pt x="176" y="64"/>
                    <a:pt x="172" y="65"/>
                    <a:pt x="169" y="67"/>
                  </a:cubicBezTo>
                  <a:cubicBezTo>
                    <a:pt x="166" y="69"/>
                    <a:pt x="163" y="72"/>
                    <a:pt x="162" y="75"/>
                  </a:cubicBezTo>
                  <a:cubicBezTo>
                    <a:pt x="162" y="75"/>
                    <a:pt x="162" y="75"/>
                    <a:pt x="162" y="75"/>
                  </a:cubicBezTo>
                  <a:cubicBezTo>
                    <a:pt x="107" y="206"/>
                    <a:pt x="107" y="206"/>
                    <a:pt x="107" y="206"/>
                  </a:cubicBezTo>
                  <a:cubicBezTo>
                    <a:pt x="35" y="11"/>
                    <a:pt x="35" y="11"/>
                    <a:pt x="35" y="11"/>
                  </a:cubicBezTo>
                  <a:cubicBezTo>
                    <a:pt x="35" y="11"/>
                    <a:pt x="35" y="11"/>
                    <a:pt x="35" y="11"/>
                  </a:cubicBezTo>
                  <a:cubicBezTo>
                    <a:pt x="34" y="8"/>
                    <a:pt x="31" y="5"/>
                    <a:pt x="28" y="3"/>
                  </a:cubicBezTo>
                  <a:cubicBezTo>
                    <a:pt x="25" y="1"/>
                    <a:pt x="22" y="0"/>
                    <a:pt x="18" y="0"/>
                  </a:cubicBezTo>
                  <a:cubicBezTo>
                    <a:pt x="15" y="0"/>
                    <a:pt x="13" y="0"/>
                    <a:pt x="11" y="1"/>
                  </a:cubicBezTo>
                  <a:cubicBezTo>
                    <a:pt x="11" y="1"/>
                    <a:pt x="11" y="1"/>
                    <a:pt x="11" y="1"/>
                  </a:cubicBezTo>
                  <a:cubicBezTo>
                    <a:pt x="11" y="1"/>
                    <a:pt x="11" y="1"/>
                    <a:pt x="11" y="1"/>
                  </a:cubicBezTo>
                  <a:cubicBezTo>
                    <a:pt x="4" y="4"/>
                    <a:pt x="0" y="11"/>
                    <a:pt x="0" y="18"/>
                  </a:cubicBezTo>
                  <a:cubicBezTo>
                    <a:pt x="0" y="20"/>
                    <a:pt x="0" y="23"/>
                    <a:pt x="1" y="25"/>
                  </a:cubicBezTo>
                  <a:cubicBezTo>
                    <a:pt x="1" y="25"/>
                    <a:pt x="1" y="25"/>
                    <a:pt x="1" y="25"/>
                  </a:cubicBezTo>
                  <a:cubicBezTo>
                    <a:pt x="89" y="262"/>
                    <a:pt x="89" y="262"/>
                    <a:pt x="89" y="262"/>
                  </a:cubicBezTo>
                  <a:cubicBezTo>
                    <a:pt x="89" y="262"/>
                    <a:pt x="89" y="262"/>
                    <a:pt x="89" y="262"/>
                  </a:cubicBezTo>
                  <a:cubicBezTo>
                    <a:pt x="90" y="264"/>
                    <a:pt x="91" y="265"/>
                    <a:pt x="92" y="267"/>
                  </a:cubicBezTo>
                  <a:cubicBezTo>
                    <a:pt x="93" y="268"/>
                    <a:pt x="95" y="269"/>
                    <a:pt x="96" y="270"/>
                  </a:cubicBezTo>
                  <a:cubicBezTo>
                    <a:pt x="97" y="270"/>
                    <a:pt x="97" y="271"/>
                    <a:pt x="98" y="271"/>
                  </a:cubicBezTo>
                  <a:cubicBezTo>
                    <a:pt x="99" y="272"/>
                    <a:pt x="100" y="272"/>
                    <a:pt x="101" y="272"/>
                  </a:cubicBezTo>
                  <a:cubicBezTo>
                    <a:pt x="102" y="273"/>
                    <a:pt x="104" y="273"/>
                    <a:pt x="107" y="273"/>
                  </a:cubicBezTo>
                  <a:cubicBezTo>
                    <a:pt x="111" y="273"/>
                    <a:pt x="114" y="272"/>
                    <a:pt x="117" y="270"/>
                  </a:cubicBezTo>
                  <a:cubicBezTo>
                    <a:pt x="120" y="268"/>
                    <a:pt x="122" y="266"/>
                    <a:pt x="123" y="262"/>
                  </a:cubicBezTo>
                  <a:cubicBezTo>
                    <a:pt x="124" y="262"/>
                    <a:pt x="124" y="262"/>
                    <a:pt x="124" y="262"/>
                  </a:cubicBezTo>
                  <a:cubicBezTo>
                    <a:pt x="179" y="129"/>
                    <a:pt x="179" y="129"/>
                    <a:pt x="179" y="129"/>
                  </a:cubicBezTo>
                  <a:cubicBezTo>
                    <a:pt x="235" y="261"/>
                    <a:pt x="235" y="261"/>
                    <a:pt x="235" y="261"/>
                  </a:cubicBezTo>
                  <a:cubicBezTo>
                    <a:pt x="235" y="261"/>
                    <a:pt x="235" y="261"/>
                    <a:pt x="235" y="261"/>
                  </a:cubicBezTo>
                  <a:cubicBezTo>
                    <a:pt x="237" y="265"/>
                    <a:pt x="239" y="268"/>
                    <a:pt x="241" y="270"/>
                  </a:cubicBezTo>
                  <a:cubicBezTo>
                    <a:pt x="244" y="272"/>
                    <a:pt x="247" y="273"/>
                    <a:pt x="251" y="273"/>
                  </a:cubicBezTo>
                  <a:cubicBezTo>
                    <a:pt x="253" y="273"/>
                    <a:pt x="253" y="273"/>
                    <a:pt x="253" y="273"/>
                  </a:cubicBezTo>
                  <a:cubicBezTo>
                    <a:pt x="255" y="273"/>
                    <a:pt x="257" y="273"/>
                    <a:pt x="259" y="272"/>
                  </a:cubicBezTo>
                  <a:cubicBezTo>
                    <a:pt x="261" y="272"/>
                    <a:pt x="263" y="271"/>
                    <a:pt x="264" y="270"/>
                  </a:cubicBezTo>
                  <a:cubicBezTo>
                    <a:pt x="267" y="267"/>
                    <a:pt x="269" y="264"/>
                    <a:pt x="271" y="261"/>
                  </a:cubicBezTo>
                  <a:cubicBezTo>
                    <a:pt x="271" y="261"/>
                    <a:pt x="271" y="261"/>
                    <a:pt x="271" y="261"/>
                  </a:cubicBezTo>
                  <a:cubicBezTo>
                    <a:pt x="358" y="25"/>
                    <a:pt x="358" y="25"/>
                    <a:pt x="358" y="25"/>
                  </a:cubicBezTo>
                  <a:cubicBezTo>
                    <a:pt x="359" y="23"/>
                    <a:pt x="359" y="20"/>
                    <a:pt x="359" y="18"/>
                  </a:cubicBezTo>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139" name="Google Shape;139;p14"/>
            <p:cNvSpPr/>
            <p:nvPr/>
          </p:nvSpPr>
          <p:spPr>
            <a:xfrm>
              <a:off x="626" y="567"/>
              <a:ext cx="436" cy="491"/>
            </a:xfrm>
            <a:custGeom>
              <a:avLst/>
              <a:gdLst/>
              <a:ahLst/>
              <a:cxnLst/>
              <a:rect l="l" t="t" r="r" b="b"/>
              <a:pathLst>
                <a:path w="247" h="277" extrusionOk="0">
                  <a:moveTo>
                    <a:pt x="245" y="152"/>
                  </a:moveTo>
                  <a:cubicBezTo>
                    <a:pt x="246" y="147"/>
                    <a:pt x="247" y="142"/>
                    <a:pt x="247" y="137"/>
                  </a:cubicBezTo>
                  <a:cubicBezTo>
                    <a:pt x="247" y="134"/>
                    <a:pt x="246" y="130"/>
                    <a:pt x="245" y="127"/>
                  </a:cubicBezTo>
                  <a:cubicBezTo>
                    <a:pt x="242" y="116"/>
                    <a:pt x="235" y="106"/>
                    <a:pt x="224" y="100"/>
                  </a:cubicBezTo>
                  <a:cubicBezTo>
                    <a:pt x="73" y="12"/>
                    <a:pt x="73" y="12"/>
                    <a:pt x="73" y="12"/>
                  </a:cubicBezTo>
                  <a:cubicBezTo>
                    <a:pt x="52" y="0"/>
                    <a:pt x="24" y="7"/>
                    <a:pt x="12" y="29"/>
                  </a:cubicBezTo>
                  <a:cubicBezTo>
                    <a:pt x="0" y="50"/>
                    <a:pt x="7" y="77"/>
                    <a:pt x="28" y="90"/>
                  </a:cubicBezTo>
                  <a:cubicBezTo>
                    <a:pt x="113" y="138"/>
                    <a:pt x="113" y="138"/>
                    <a:pt x="113" y="138"/>
                  </a:cubicBezTo>
                  <a:cubicBezTo>
                    <a:pt x="28" y="187"/>
                    <a:pt x="28" y="187"/>
                    <a:pt x="28" y="187"/>
                  </a:cubicBezTo>
                  <a:cubicBezTo>
                    <a:pt x="7" y="200"/>
                    <a:pt x="0" y="227"/>
                    <a:pt x="12" y="248"/>
                  </a:cubicBezTo>
                  <a:cubicBezTo>
                    <a:pt x="24" y="270"/>
                    <a:pt x="52" y="277"/>
                    <a:pt x="73" y="265"/>
                  </a:cubicBezTo>
                  <a:cubicBezTo>
                    <a:pt x="224" y="177"/>
                    <a:pt x="224" y="177"/>
                    <a:pt x="224" y="177"/>
                  </a:cubicBezTo>
                  <a:cubicBezTo>
                    <a:pt x="235" y="171"/>
                    <a:pt x="242" y="162"/>
                    <a:pt x="245" y="152"/>
                  </a:cubicBezTo>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140" name="Google Shape;140;p14"/>
            <p:cNvSpPr/>
            <p:nvPr/>
          </p:nvSpPr>
          <p:spPr>
            <a:xfrm>
              <a:off x="768" y="176"/>
              <a:ext cx="435" cy="469"/>
            </a:xfrm>
            <a:custGeom>
              <a:avLst/>
              <a:gdLst/>
              <a:ahLst/>
              <a:cxnLst/>
              <a:rect l="l" t="t" r="r" b="b"/>
              <a:pathLst>
                <a:path w="247" h="265" extrusionOk="0">
                  <a:moveTo>
                    <a:pt x="28" y="171"/>
                  </a:moveTo>
                  <a:cubicBezTo>
                    <a:pt x="180" y="259"/>
                    <a:pt x="180" y="259"/>
                    <a:pt x="180" y="259"/>
                  </a:cubicBezTo>
                  <a:cubicBezTo>
                    <a:pt x="188" y="263"/>
                    <a:pt x="197" y="265"/>
                    <a:pt x="206" y="264"/>
                  </a:cubicBezTo>
                  <a:cubicBezTo>
                    <a:pt x="229" y="263"/>
                    <a:pt x="247" y="243"/>
                    <a:pt x="247" y="220"/>
                  </a:cubicBezTo>
                  <a:cubicBezTo>
                    <a:pt x="247" y="45"/>
                    <a:pt x="247" y="45"/>
                    <a:pt x="247" y="45"/>
                  </a:cubicBezTo>
                  <a:cubicBezTo>
                    <a:pt x="247" y="20"/>
                    <a:pt x="227" y="0"/>
                    <a:pt x="202" y="0"/>
                  </a:cubicBezTo>
                  <a:cubicBezTo>
                    <a:pt x="178" y="0"/>
                    <a:pt x="158" y="20"/>
                    <a:pt x="158" y="45"/>
                  </a:cubicBezTo>
                  <a:cubicBezTo>
                    <a:pt x="158" y="143"/>
                    <a:pt x="158" y="143"/>
                    <a:pt x="158" y="143"/>
                  </a:cubicBezTo>
                  <a:cubicBezTo>
                    <a:pt x="73" y="94"/>
                    <a:pt x="73" y="94"/>
                    <a:pt x="73" y="94"/>
                  </a:cubicBezTo>
                  <a:cubicBezTo>
                    <a:pt x="52" y="82"/>
                    <a:pt x="24" y="89"/>
                    <a:pt x="12" y="110"/>
                  </a:cubicBezTo>
                  <a:cubicBezTo>
                    <a:pt x="0" y="132"/>
                    <a:pt x="7" y="159"/>
                    <a:pt x="28" y="171"/>
                  </a:cubicBezTo>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141" name="Google Shape;141;p14"/>
            <p:cNvSpPr/>
            <p:nvPr/>
          </p:nvSpPr>
          <p:spPr>
            <a:xfrm>
              <a:off x="1332" y="176"/>
              <a:ext cx="436" cy="469"/>
            </a:xfrm>
            <a:custGeom>
              <a:avLst/>
              <a:gdLst/>
              <a:ahLst/>
              <a:cxnLst/>
              <a:rect l="l" t="t" r="r" b="b"/>
              <a:pathLst>
                <a:path w="247" h="265" extrusionOk="0">
                  <a:moveTo>
                    <a:pt x="41" y="264"/>
                  </a:moveTo>
                  <a:cubicBezTo>
                    <a:pt x="50" y="265"/>
                    <a:pt x="59" y="263"/>
                    <a:pt x="67" y="259"/>
                  </a:cubicBezTo>
                  <a:cubicBezTo>
                    <a:pt x="218" y="171"/>
                    <a:pt x="218" y="171"/>
                    <a:pt x="218" y="171"/>
                  </a:cubicBezTo>
                  <a:cubicBezTo>
                    <a:pt x="240" y="159"/>
                    <a:pt x="247" y="132"/>
                    <a:pt x="235" y="110"/>
                  </a:cubicBezTo>
                  <a:cubicBezTo>
                    <a:pt x="222" y="89"/>
                    <a:pt x="195" y="82"/>
                    <a:pt x="174" y="94"/>
                  </a:cubicBezTo>
                  <a:cubicBezTo>
                    <a:pt x="89" y="143"/>
                    <a:pt x="89" y="143"/>
                    <a:pt x="89" y="143"/>
                  </a:cubicBezTo>
                  <a:cubicBezTo>
                    <a:pt x="89" y="45"/>
                    <a:pt x="89" y="45"/>
                    <a:pt x="89" y="45"/>
                  </a:cubicBezTo>
                  <a:cubicBezTo>
                    <a:pt x="89" y="20"/>
                    <a:pt x="69" y="0"/>
                    <a:pt x="44" y="0"/>
                  </a:cubicBezTo>
                  <a:cubicBezTo>
                    <a:pt x="20" y="0"/>
                    <a:pt x="0" y="20"/>
                    <a:pt x="0" y="45"/>
                  </a:cubicBezTo>
                  <a:cubicBezTo>
                    <a:pt x="0" y="220"/>
                    <a:pt x="0" y="220"/>
                    <a:pt x="0" y="220"/>
                  </a:cubicBezTo>
                  <a:cubicBezTo>
                    <a:pt x="0" y="243"/>
                    <a:pt x="18" y="263"/>
                    <a:pt x="41" y="264"/>
                  </a:cubicBezTo>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142" name="Google Shape;142;p14"/>
            <p:cNvSpPr/>
            <p:nvPr/>
          </p:nvSpPr>
          <p:spPr>
            <a:xfrm>
              <a:off x="768" y="980"/>
              <a:ext cx="435" cy="467"/>
            </a:xfrm>
            <a:custGeom>
              <a:avLst/>
              <a:gdLst/>
              <a:ahLst/>
              <a:cxnLst/>
              <a:rect l="l" t="t" r="r" b="b"/>
              <a:pathLst>
                <a:path w="247" h="264" extrusionOk="0">
                  <a:moveTo>
                    <a:pt x="206" y="0"/>
                  </a:moveTo>
                  <a:cubicBezTo>
                    <a:pt x="197" y="0"/>
                    <a:pt x="188" y="2"/>
                    <a:pt x="180" y="6"/>
                  </a:cubicBezTo>
                  <a:cubicBezTo>
                    <a:pt x="28" y="94"/>
                    <a:pt x="28" y="94"/>
                    <a:pt x="28" y="94"/>
                  </a:cubicBezTo>
                  <a:cubicBezTo>
                    <a:pt x="7" y="106"/>
                    <a:pt x="0" y="133"/>
                    <a:pt x="12" y="155"/>
                  </a:cubicBezTo>
                  <a:cubicBezTo>
                    <a:pt x="24" y="176"/>
                    <a:pt x="52" y="183"/>
                    <a:pt x="73" y="171"/>
                  </a:cubicBezTo>
                  <a:cubicBezTo>
                    <a:pt x="158" y="122"/>
                    <a:pt x="158" y="122"/>
                    <a:pt x="158" y="122"/>
                  </a:cubicBezTo>
                  <a:cubicBezTo>
                    <a:pt x="158" y="220"/>
                    <a:pt x="158" y="220"/>
                    <a:pt x="158" y="220"/>
                  </a:cubicBezTo>
                  <a:cubicBezTo>
                    <a:pt x="158" y="244"/>
                    <a:pt x="178" y="264"/>
                    <a:pt x="202" y="264"/>
                  </a:cubicBezTo>
                  <a:cubicBezTo>
                    <a:pt x="227" y="264"/>
                    <a:pt x="247" y="244"/>
                    <a:pt x="247" y="220"/>
                  </a:cubicBezTo>
                  <a:cubicBezTo>
                    <a:pt x="247" y="45"/>
                    <a:pt x="247" y="45"/>
                    <a:pt x="247" y="45"/>
                  </a:cubicBezTo>
                  <a:cubicBezTo>
                    <a:pt x="247" y="21"/>
                    <a:pt x="229" y="2"/>
                    <a:pt x="206" y="0"/>
                  </a:cubicBezTo>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143" name="Google Shape;143;p14"/>
            <p:cNvSpPr/>
            <p:nvPr/>
          </p:nvSpPr>
          <p:spPr>
            <a:xfrm>
              <a:off x="1121" y="665"/>
              <a:ext cx="294" cy="295"/>
            </a:xfrm>
            <a:custGeom>
              <a:avLst/>
              <a:gdLst/>
              <a:ahLst/>
              <a:cxnLst/>
              <a:rect l="l" t="t" r="r" b="b"/>
              <a:pathLst>
                <a:path w="167" h="167" extrusionOk="0">
                  <a:moveTo>
                    <a:pt x="167" y="93"/>
                  </a:moveTo>
                  <a:cubicBezTo>
                    <a:pt x="167" y="88"/>
                    <a:pt x="167" y="88"/>
                    <a:pt x="167" y="88"/>
                  </a:cubicBezTo>
                  <a:cubicBezTo>
                    <a:pt x="167" y="85"/>
                    <a:pt x="167" y="81"/>
                    <a:pt x="167" y="79"/>
                  </a:cubicBezTo>
                  <a:cubicBezTo>
                    <a:pt x="167" y="74"/>
                    <a:pt x="167" y="74"/>
                    <a:pt x="167" y="74"/>
                  </a:cubicBezTo>
                  <a:cubicBezTo>
                    <a:pt x="167" y="72"/>
                    <a:pt x="165" y="68"/>
                    <a:pt x="163" y="66"/>
                  </a:cubicBezTo>
                  <a:cubicBezTo>
                    <a:pt x="101" y="3"/>
                    <a:pt x="101" y="3"/>
                    <a:pt x="101" y="3"/>
                  </a:cubicBezTo>
                  <a:cubicBezTo>
                    <a:pt x="99" y="1"/>
                    <a:pt x="95" y="0"/>
                    <a:pt x="93" y="0"/>
                  </a:cubicBezTo>
                  <a:cubicBezTo>
                    <a:pt x="88" y="0"/>
                    <a:pt x="88" y="0"/>
                    <a:pt x="88" y="0"/>
                  </a:cubicBezTo>
                  <a:cubicBezTo>
                    <a:pt x="85" y="0"/>
                    <a:pt x="81" y="0"/>
                    <a:pt x="79" y="0"/>
                  </a:cubicBezTo>
                  <a:cubicBezTo>
                    <a:pt x="74" y="0"/>
                    <a:pt x="74" y="0"/>
                    <a:pt x="74" y="0"/>
                  </a:cubicBezTo>
                  <a:cubicBezTo>
                    <a:pt x="72" y="0"/>
                    <a:pt x="68" y="1"/>
                    <a:pt x="66" y="3"/>
                  </a:cubicBezTo>
                  <a:cubicBezTo>
                    <a:pt x="3" y="66"/>
                    <a:pt x="3" y="66"/>
                    <a:pt x="3" y="66"/>
                  </a:cubicBezTo>
                  <a:cubicBezTo>
                    <a:pt x="1" y="68"/>
                    <a:pt x="0" y="72"/>
                    <a:pt x="0" y="74"/>
                  </a:cubicBezTo>
                  <a:cubicBezTo>
                    <a:pt x="0" y="79"/>
                    <a:pt x="0" y="79"/>
                    <a:pt x="0" y="79"/>
                  </a:cubicBezTo>
                  <a:cubicBezTo>
                    <a:pt x="0" y="81"/>
                    <a:pt x="0" y="85"/>
                    <a:pt x="0" y="88"/>
                  </a:cubicBezTo>
                  <a:cubicBezTo>
                    <a:pt x="0" y="93"/>
                    <a:pt x="0" y="93"/>
                    <a:pt x="0" y="93"/>
                  </a:cubicBezTo>
                  <a:cubicBezTo>
                    <a:pt x="0" y="95"/>
                    <a:pt x="1" y="99"/>
                    <a:pt x="3" y="101"/>
                  </a:cubicBezTo>
                  <a:cubicBezTo>
                    <a:pt x="66" y="163"/>
                    <a:pt x="66" y="163"/>
                    <a:pt x="66" y="163"/>
                  </a:cubicBezTo>
                  <a:cubicBezTo>
                    <a:pt x="68" y="165"/>
                    <a:pt x="72" y="167"/>
                    <a:pt x="74" y="167"/>
                  </a:cubicBezTo>
                  <a:cubicBezTo>
                    <a:pt x="79" y="167"/>
                    <a:pt x="79" y="167"/>
                    <a:pt x="79" y="167"/>
                  </a:cubicBezTo>
                  <a:cubicBezTo>
                    <a:pt x="81" y="167"/>
                    <a:pt x="85" y="167"/>
                    <a:pt x="88" y="167"/>
                  </a:cubicBezTo>
                  <a:cubicBezTo>
                    <a:pt x="93" y="167"/>
                    <a:pt x="93" y="167"/>
                    <a:pt x="93" y="167"/>
                  </a:cubicBezTo>
                  <a:cubicBezTo>
                    <a:pt x="95" y="167"/>
                    <a:pt x="99" y="165"/>
                    <a:pt x="101" y="163"/>
                  </a:cubicBezTo>
                  <a:cubicBezTo>
                    <a:pt x="163" y="101"/>
                    <a:pt x="163" y="101"/>
                    <a:pt x="163" y="101"/>
                  </a:cubicBezTo>
                  <a:cubicBezTo>
                    <a:pt x="165" y="99"/>
                    <a:pt x="167" y="95"/>
                    <a:pt x="167" y="93"/>
                  </a:cubicBezTo>
                  <a:moveTo>
                    <a:pt x="113" y="84"/>
                  </a:moveTo>
                  <a:cubicBezTo>
                    <a:pt x="113" y="86"/>
                    <a:pt x="112" y="90"/>
                    <a:pt x="110" y="92"/>
                  </a:cubicBezTo>
                  <a:cubicBezTo>
                    <a:pt x="92" y="110"/>
                    <a:pt x="92" y="110"/>
                    <a:pt x="92" y="110"/>
                  </a:cubicBezTo>
                  <a:cubicBezTo>
                    <a:pt x="90" y="112"/>
                    <a:pt x="86" y="113"/>
                    <a:pt x="84" y="113"/>
                  </a:cubicBezTo>
                  <a:cubicBezTo>
                    <a:pt x="83" y="113"/>
                    <a:pt x="83" y="113"/>
                    <a:pt x="83" y="113"/>
                  </a:cubicBezTo>
                  <a:cubicBezTo>
                    <a:pt x="80" y="113"/>
                    <a:pt x="77" y="112"/>
                    <a:pt x="75" y="110"/>
                  </a:cubicBezTo>
                  <a:cubicBezTo>
                    <a:pt x="57" y="92"/>
                    <a:pt x="57" y="92"/>
                    <a:pt x="57" y="92"/>
                  </a:cubicBezTo>
                  <a:cubicBezTo>
                    <a:pt x="55" y="90"/>
                    <a:pt x="54" y="86"/>
                    <a:pt x="54" y="84"/>
                  </a:cubicBezTo>
                  <a:cubicBezTo>
                    <a:pt x="54" y="84"/>
                    <a:pt x="54" y="83"/>
                    <a:pt x="54" y="83"/>
                  </a:cubicBezTo>
                  <a:cubicBezTo>
                    <a:pt x="54" y="81"/>
                    <a:pt x="55" y="77"/>
                    <a:pt x="57" y="75"/>
                  </a:cubicBezTo>
                  <a:cubicBezTo>
                    <a:pt x="75" y="57"/>
                    <a:pt x="75" y="57"/>
                    <a:pt x="75" y="57"/>
                  </a:cubicBezTo>
                  <a:cubicBezTo>
                    <a:pt x="77" y="55"/>
                    <a:pt x="80" y="54"/>
                    <a:pt x="83" y="54"/>
                  </a:cubicBezTo>
                  <a:cubicBezTo>
                    <a:pt x="83" y="54"/>
                    <a:pt x="83" y="54"/>
                    <a:pt x="84" y="54"/>
                  </a:cubicBezTo>
                  <a:cubicBezTo>
                    <a:pt x="86" y="54"/>
                    <a:pt x="90" y="55"/>
                    <a:pt x="92" y="57"/>
                  </a:cubicBezTo>
                  <a:cubicBezTo>
                    <a:pt x="110" y="75"/>
                    <a:pt x="110" y="75"/>
                    <a:pt x="110" y="75"/>
                  </a:cubicBezTo>
                  <a:cubicBezTo>
                    <a:pt x="112" y="77"/>
                    <a:pt x="113" y="81"/>
                    <a:pt x="113" y="83"/>
                  </a:cubicBezTo>
                  <a:cubicBezTo>
                    <a:pt x="113" y="83"/>
                    <a:pt x="113" y="84"/>
                    <a:pt x="113" y="84"/>
                  </a:cubicBezTo>
                  <a:close/>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144" name="Google Shape;144;p14"/>
            <p:cNvSpPr/>
            <p:nvPr/>
          </p:nvSpPr>
          <p:spPr>
            <a:xfrm>
              <a:off x="1332" y="980"/>
              <a:ext cx="436" cy="467"/>
            </a:xfrm>
            <a:custGeom>
              <a:avLst/>
              <a:gdLst/>
              <a:ahLst/>
              <a:cxnLst/>
              <a:rect l="l" t="t" r="r" b="b"/>
              <a:pathLst>
                <a:path w="247" h="264" extrusionOk="0">
                  <a:moveTo>
                    <a:pt x="218" y="94"/>
                  </a:moveTo>
                  <a:cubicBezTo>
                    <a:pt x="67" y="6"/>
                    <a:pt x="67" y="6"/>
                    <a:pt x="67" y="6"/>
                  </a:cubicBezTo>
                  <a:cubicBezTo>
                    <a:pt x="59" y="2"/>
                    <a:pt x="50" y="0"/>
                    <a:pt x="41" y="0"/>
                  </a:cubicBezTo>
                  <a:cubicBezTo>
                    <a:pt x="18" y="2"/>
                    <a:pt x="0" y="21"/>
                    <a:pt x="0" y="45"/>
                  </a:cubicBezTo>
                  <a:cubicBezTo>
                    <a:pt x="0" y="220"/>
                    <a:pt x="0" y="220"/>
                    <a:pt x="0" y="220"/>
                  </a:cubicBezTo>
                  <a:cubicBezTo>
                    <a:pt x="0" y="244"/>
                    <a:pt x="20" y="264"/>
                    <a:pt x="44" y="264"/>
                  </a:cubicBezTo>
                  <a:cubicBezTo>
                    <a:pt x="69" y="264"/>
                    <a:pt x="89" y="244"/>
                    <a:pt x="89" y="220"/>
                  </a:cubicBezTo>
                  <a:cubicBezTo>
                    <a:pt x="89" y="122"/>
                    <a:pt x="89" y="122"/>
                    <a:pt x="89" y="122"/>
                  </a:cubicBezTo>
                  <a:cubicBezTo>
                    <a:pt x="174" y="171"/>
                    <a:pt x="174" y="171"/>
                    <a:pt x="174" y="171"/>
                  </a:cubicBezTo>
                  <a:cubicBezTo>
                    <a:pt x="195" y="183"/>
                    <a:pt x="222" y="176"/>
                    <a:pt x="235" y="155"/>
                  </a:cubicBezTo>
                  <a:cubicBezTo>
                    <a:pt x="247" y="133"/>
                    <a:pt x="240" y="106"/>
                    <a:pt x="218" y="94"/>
                  </a:cubicBezTo>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145" name="Google Shape;145;p14"/>
            <p:cNvSpPr/>
            <p:nvPr/>
          </p:nvSpPr>
          <p:spPr>
            <a:xfrm>
              <a:off x="1473" y="567"/>
              <a:ext cx="436" cy="491"/>
            </a:xfrm>
            <a:custGeom>
              <a:avLst/>
              <a:gdLst/>
              <a:ahLst/>
              <a:cxnLst/>
              <a:rect l="l" t="t" r="r" b="b"/>
              <a:pathLst>
                <a:path w="247" h="277" extrusionOk="0">
                  <a:moveTo>
                    <a:pt x="218" y="187"/>
                  </a:moveTo>
                  <a:cubicBezTo>
                    <a:pt x="134" y="138"/>
                    <a:pt x="134" y="138"/>
                    <a:pt x="134" y="138"/>
                  </a:cubicBezTo>
                  <a:cubicBezTo>
                    <a:pt x="218" y="90"/>
                    <a:pt x="218" y="90"/>
                    <a:pt x="218" y="90"/>
                  </a:cubicBezTo>
                  <a:cubicBezTo>
                    <a:pt x="240" y="77"/>
                    <a:pt x="247" y="50"/>
                    <a:pt x="235" y="29"/>
                  </a:cubicBezTo>
                  <a:cubicBezTo>
                    <a:pt x="222" y="7"/>
                    <a:pt x="195" y="0"/>
                    <a:pt x="174" y="12"/>
                  </a:cubicBezTo>
                  <a:cubicBezTo>
                    <a:pt x="22" y="100"/>
                    <a:pt x="22" y="100"/>
                    <a:pt x="22" y="100"/>
                  </a:cubicBezTo>
                  <a:cubicBezTo>
                    <a:pt x="12" y="106"/>
                    <a:pt x="5" y="116"/>
                    <a:pt x="2" y="127"/>
                  </a:cubicBezTo>
                  <a:cubicBezTo>
                    <a:pt x="1" y="130"/>
                    <a:pt x="0" y="134"/>
                    <a:pt x="0" y="137"/>
                  </a:cubicBezTo>
                  <a:cubicBezTo>
                    <a:pt x="0" y="142"/>
                    <a:pt x="1" y="147"/>
                    <a:pt x="2" y="152"/>
                  </a:cubicBezTo>
                  <a:cubicBezTo>
                    <a:pt x="5" y="162"/>
                    <a:pt x="12" y="171"/>
                    <a:pt x="22" y="177"/>
                  </a:cubicBezTo>
                  <a:cubicBezTo>
                    <a:pt x="174" y="265"/>
                    <a:pt x="174" y="265"/>
                    <a:pt x="174" y="265"/>
                  </a:cubicBezTo>
                  <a:cubicBezTo>
                    <a:pt x="195" y="277"/>
                    <a:pt x="222" y="270"/>
                    <a:pt x="235" y="248"/>
                  </a:cubicBezTo>
                  <a:cubicBezTo>
                    <a:pt x="247" y="227"/>
                    <a:pt x="240" y="200"/>
                    <a:pt x="218" y="187"/>
                  </a:cubicBezTo>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146" name="Google Shape;146;p14"/>
            <p:cNvSpPr/>
            <p:nvPr/>
          </p:nvSpPr>
          <p:spPr>
            <a:xfrm>
              <a:off x="2970" y="571"/>
              <a:ext cx="460" cy="485"/>
            </a:xfrm>
            <a:custGeom>
              <a:avLst/>
              <a:gdLst/>
              <a:ahLst/>
              <a:cxnLst/>
              <a:rect l="l" t="t" r="r" b="b"/>
              <a:pathLst>
                <a:path w="261" h="274" extrusionOk="0">
                  <a:moveTo>
                    <a:pt x="223" y="41"/>
                  </a:moveTo>
                  <a:cubicBezTo>
                    <a:pt x="199" y="16"/>
                    <a:pt x="167" y="0"/>
                    <a:pt x="130" y="0"/>
                  </a:cubicBezTo>
                  <a:cubicBezTo>
                    <a:pt x="94" y="0"/>
                    <a:pt x="62" y="16"/>
                    <a:pt x="38" y="41"/>
                  </a:cubicBezTo>
                  <a:cubicBezTo>
                    <a:pt x="15" y="66"/>
                    <a:pt x="0" y="100"/>
                    <a:pt x="0" y="137"/>
                  </a:cubicBezTo>
                  <a:cubicBezTo>
                    <a:pt x="0" y="174"/>
                    <a:pt x="15" y="209"/>
                    <a:pt x="38" y="234"/>
                  </a:cubicBezTo>
                  <a:cubicBezTo>
                    <a:pt x="62" y="259"/>
                    <a:pt x="94" y="274"/>
                    <a:pt x="130" y="274"/>
                  </a:cubicBezTo>
                  <a:cubicBezTo>
                    <a:pt x="167" y="274"/>
                    <a:pt x="199" y="259"/>
                    <a:pt x="223" y="234"/>
                  </a:cubicBezTo>
                  <a:cubicBezTo>
                    <a:pt x="246" y="209"/>
                    <a:pt x="261" y="174"/>
                    <a:pt x="261" y="137"/>
                  </a:cubicBezTo>
                  <a:cubicBezTo>
                    <a:pt x="261" y="100"/>
                    <a:pt x="246" y="66"/>
                    <a:pt x="223" y="41"/>
                  </a:cubicBezTo>
                  <a:moveTo>
                    <a:pt x="196" y="208"/>
                  </a:moveTo>
                  <a:cubicBezTo>
                    <a:pt x="179" y="226"/>
                    <a:pt x="155" y="237"/>
                    <a:pt x="130" y="237"/>
                  </a:cubicBezTo>
                  <a:cubicBezTo>
                    <a:pt x="105" y="237"/>
                    <a:pt x="82" y="226"/>
                    <a:pt x="65" y="208"/>
                  </a:cubicBezTo>
                  <a:cubicBezTo>
                    <a:pt x="48" y="190"/>
                    <a:pt x="37" y="165"/>
                    <a:pt x="37" y="137"/>
                  </a:cubicBezTo>
                  <a:cubicBezTo>
                    <a:pt x="37" y="109"/>
                    <a:pt x="48" y="84"/>
                    <a:pt x="65" y="66"/>
                  </a:cubicBezTo>
                  <a:cubicBezTo>
                    <a:pt x="82" y="48"/>
                    <a:pt x="105" y="37"/>
                    <a:pt x="130" y="37"/>
                  </a:cubicBezTo>
                  <a:cubicBezTo>
                    <a:pt x="155" y="37"/>
                    <a:pt x="179" y="48"/>
                    <a:pt x="196" y="66"/>
                  </a:cubicBezTo>
                  <a:cubicBezTo>
                    <a:pt x="213" y="84"/>
                    <a:pt x="223" y="109"/>
                    <a:pt x="223" y="137"/>
                  </a:cubicBezTo>
                  <a:cubicBezTo>
                    <a:pt x="223" y="165"/>
                    <a:pt x="213" y="190"/>
                    <a:pt x="196" y="208"/>
                  </a:cubicBezTo>
                  <a:close/>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grpSp>
      <p:sp>
        <p:nvSpPr>
          <p:cNvPr id="147" name="Google Shape;147;p14"/>
          <p:cNvSpPr/>
          <p:nvPr/>
        </p:nvSpPr>
        <p:spPr>
          <a:xfrm rot="-5400000">
            <a:off x="7850327" y="2516325"/>
            <a:ext cx="2902655" cy="5780692"/>
          </a:xfrm>
          <a:custGeom>
            <a:avLst/>
            <a:gdLst/>
            <a:ahLst/>
            <a:cxnLst/>
            <a:rect l="l" t="t" r="r" b="b"/>
            <a:pathLst>
              <a:path w="2902655" h="5780692" extrusionOk="0">
                <a:moveTo>
                  <a:pt x="2902655" y="5004581"/>
                </a:moveTo>
                <a:lnTo>
                  <a:pt x="2452511" y="5780692"/>
                </a:lnTo>
                <a:lnTo>
                  <a:pt x="0" y="5780692"/>
                </a:lnTo>
                <a:lnTo>
                  <a:pt x="0" y="0"/>
                </a:lnTo>
                <a:close/>
              </a:path>
            </a:pathLst>
          </a:custGeom>
          <a:solidFill>
            <a:srgbClr val="66757A">
              <a:alpha val="471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148" name="Google Shape;148;p14"/>
          <p:cNvSpPr/>
          <p:nvPr/>
        </p:nvSpPr>
        <p:spPr>
          <a:xfrm>
            <a:off x="7829550" y="282575"/>
            <a:ext cx="4362450" cy="6445253"/>
          </a:xfrm>
          <a:custGeom>
            <a:avLst/>
            <a:gdLst/>
            <a:ahLst/>
            <a:cxnLst/>
            <a:rect l="l" t="t" r="r" b="b"/>
            <a:pathLst>
              <a:path w="1373" h="2026" extrusionOk="0">
                <a:moveTo>
                  <a:pt x="15" y="911"/>
                </a:moveTo>
                <a:cubicBezTo>
                  <a:pt x="6" y="941"/>
                  <a:pt x="2" y="971"/>
                  <a:pt x="1" y="1001"/>
                </a:cubicBezTo>
                <a:cubicBezTo>
                  <a:pt x="0" y="1043"/>
                  <a:pt x="5" y="1085"/>
                  <a:pt x="18" y="1125"/>
                </a:cubicBezTo>
                <a:cubicBezTo>
                  <a:pt x="33" y="1175"/>
                  <a:pt x="58" y="1221"/>
                  <a:pt x="92" y="1260"/>
                </a:cubicBezTo>
                <a:cubicBezTo>
                  <a:pt x="120" y="1293"/>
                  <a:pt x="153" y="1321"/>
                  <a:pt x="193" y="1344"/>
                </a:cubicBezTo>
                <a:cubicBezTo>
                  <a:pt x="1090" y="1862"/>
                  <a:pt x="1090" y="1862"/>
                  <a:pt x="1090" y="1862"/>
                </a:cubicBezTo>
                <a:cubicBezTo>
                  <a:pt x="1373" y="2026"/>
                  <a:pt x="1373" y="2026"/>
                  <a:pt x="1373" y="2026"/>
                </a:cubicBezTo>
                <a:cubicBezTo>
                  <a:pt x="1373" y="1143"/>
                  <a:pt x="1373" y="1143"/>
                  <a:pt x="1373" y="1143"/>
                </a:cubicBezTo>
                <a:cubicBezTo>
                  <a:pt x="1148" y="1013"/>
                  <a:pt x="1148" y="1013"/>
                  <a:pt x="1148" y="1013"/>
                </a:cubicBezTo>
                <a:cubicBezTo>
                  <a:pt x="1373" y="883"/>
                  <a:pt x="1373" y="883"/>
                  <a:pt x="1373" y="883"/>
                </a:cubicBezTo>
                <a:cubicBezTo>
                  <a:pt x="1373" y="0"/>
                  <a:pt x="1373" y="0"/>
                  <a:pt x="1373" y="0"/>
                </a:cubicBezTo>
                <a:cubicBezTo>
                  <a:pt x="193" y="681"/>
                  <a:pt x="193" y="681"/>
                  <a:pt x="193" y="681"/>
                </a:cubicBezTo>
                <a:cubicBezTo>
                  <a:pt x="101" y="734"/>
                  <a:pt x="40" y="817"/>
                  <a:pt x="15" y="911"/>
                </a:cubicBezTo>
                <a:close/>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149" name="Google Shape;149;p14"/>
          <p:cNvSpPr/>
          <p:nvPr/>
        </p:nvSpPr>
        <p:spPr>
          <a:xfrm>
            <a:off x="636014" y="6491347"/>
            <a:ext cx="2709300" cy="215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800" b="0" i="0" dirty="0">
                <a:solidFill>
                  <a:srgbClr val="929292"/>
                </a:solidFill>
                <a:latin typeface="Arial"/>
                <a:ea typeface="Arial"/>
                <a:cs typeface="Arial"/>
                <a:sym typeface="Arial"/>
              </a:rPr>
              <a:t>© </a:t>
            </a:r>
            <a:r>
              <a:rPr lang="en-US" sz="800" dirty="0">
                <a:solidFill>
                  <a:srgbClr val="929292"/>
                </a:solidFill>
              </a:rPr>
              <a:t>2021 </a:t>
            </a:r>
            <a:r>
              <a:rPr lang="en-US" sz="800" b="0" i="0" dirty="0">
                <a:solidFill>
                  <a:srgbClr val="929292"/>
                </a:solidFill>
                <a:latin typeface="Arial"/>
                <a:ea typeface="Arial"/>
                <a:cs typeface="Arial"/>
                <a:sym typeface="Arial"/>
              </a:rPr>
              <a:t>Snowflake Inc. All Rights Reserved</a:t>
            </a:r>
            <a:endParaRPr sz="800" dirty="0">
              <a:solidFill>
                <a:srgbClr val="929292"/>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 Image">
  <p:cSld name="Title - Image">
    <p:spTree>
      <p:nvGrpSpPr>
        <p:cNvPr id="1" name="Shape 150"/>
        <p:cNvGrpSpPr/>
        <p:nvPr/>
      </p:nvGrpSpPr>
      <p:grpSpPr>
        <a:xfrm>
          <a:off x="0" y="0"/>
          <a:ext cx="0" cy="0"/>
          <a:chOff x="0" y="0"/>
          <a:chExt cx="0" cy="0"/>
        </a:xfrm>
      </p:grpSpPr>
      <p:sp>
        <p:nvSpPr>
          <p:cNvPr id="151" name="Google Shape;151;p15"/>
          <p:cNvSpPr txBox="1">
            <a:spLocks noGrp="1"/>
          </p:cNvSpPr>
          <p:nvPr>
            <p:ph type="body" idx="1"/>
          </p:nvPr>
        </p:nvSpPr>
        <p:spPr>
          <a:xfrm>
            <a:off x="571183" y="1569720"/>
            <a:ext cx="7177500" cy="2773500"/>
          </a:xfrm>
          <a:prstGeom prst="rect">
            <a:avLst/>
          </a:prstGeom>
          <a:noFill/>
          <a:ln>
            <a:noFill/>
          </a:ln>
        </p:spPr>
        <p:txBody>
          <a:bodyPr spcFirstLastPara="1" wrap="square" lIns="91425" tIns="45700" rIns="91425" bIns="45700" anchor="b" anchorCtr="0">
            <a:noAutofit/>
          </a:bodyPr>
          <a:lstStyle>
            <a:lvl1pPr marL="457200" marR="0" lvl="0" indent="-228600" algn="l" rtl="0">
              <a:lnSpc>
                <a:spcPct val="70000"/>
              </a:lnSpc>
              <a:spcBef>
                <a:spcPts val="1100"/>
              </a:spcBef>
              <a:spcAft>
                <a:spcPts val="0"/>
              </a:spcAft>
              <a:buClr>
                <a:schemeClr val="lt1"/>
              </a:buClr>
              <a:buSzPts val="6000"/>
              <a:buFont typeface="Arial"/>
              <a:buNone/>
              <a:defRPr sz="6000" b="1" i="0" u="none" strike="noStrike" cap="none">
                <a:solidFill>
                  <a:schemeClr val="lt1"/>
                </a:solidFill>
                <a:latin typeface="Arial"/>
                <a:ea typeface="Arial"/>
                <a:cs typeface="Arial"/>
                <a:sym typeface="Arial"/>
              </a:defRPr>
            </a:lvl1pPr>
            <a:lvl2pPr marL="914400" marR="0" lvl="1"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9pPr>
          </a:lstStyle>
          <a:p>
            <a:endParaRPr/>
          </a:p>
        </p:txBody>
      </p:sp>
      <p:sp>
        <p:nvSpPr>
          <p:cNvPr id="152" name="Google Shape;152;p15"/>
          <p:cNvSpPr txBox="1">
            <a:spLocks noGrp="1"/>
          </p:cNvSpPr>
          <p:nvPr>
            <p:ph type="body" idx="2"/>
          </p:nvPr>
        </p:nvSpPr>
        <p:spPr>
          <a:xfrm>
            <a:off x="571183" y="4419918"/>
            <a:ext cx="7185900" cy="9675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lt1"/>
              </a:buClr>
              <a:buSzPts val="2100"/>
              <a:buFont typeface="Arial"/>
              <a:buNone/>
              <a:defRPr sz="2100" b="0" i="0" u="none" strike="noStrike" cap="none">
                <a:solidFill>
                  <a:schemeClr val="lt1"/>
                </a:solidFill>
                <a:latin typeface="Arial"/>
                <a:ea typeface="Arial"/>
                <a:cs typeface="Arial"/>
                <a:sym typeface="Arial"/>
              </a:defRPr>
            </a:lvl1pPr>
            <a:lvl2pPr marL="914400" marR="0" lvl="1"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9pPr>
          </a:lstStyle>
          <a:p>
            <a:endParaRPr/>
          </a:p>
        </p:txBody>
      </p:sp>
      <p:sp>
        <p:nvSpPr>
          <p:cNvPr id="153" name="Google Shape;153;p15"/>
          <p:cNvSpPr txBox="1">
            <a:spLocks noGrp="1"/>
          </p:cNvSpPr>
          <p:nvPr>
            <p:ph type="body" idx="3"/>
          </p:nvPr>
        </p:nvSpPr>
        <p:spPr>
          <a:xfrm>
            <a:off x="571183" y="6050598"/>
            <a:ext cx="8595600" cy="30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lt1"/>
              </a:buClr>
              <a:buSzPts val="1500"/>
              <a:buFont typeface="Arial"/>
              <a:buNone/>
              <a:defRPr sz="1500" b="1" i="0" u="none" strike="noStrike" cap="none">
                <a:solidFill>
                  <a:schemeClr val="lt1"/>
                </a:solidFill>
                <a:latin typeface="Arial"/>
                <a:ea typeface="Arial"/>
                <a:cs typeface="Arial"/>
                <a:sym typeface="Arial"/>
              </a:defRPr>
            </a:lvl1pPr>
            <a:lvl2pPr marL="914400" marR="0" lvl="1"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9pPr>
          </a:lstStyle>
          <a:p>
            <a:endParaRPr/>
          </a:p>
        </p:txBody>
      </p:sp>
      <p:sp>
        <p:nvSpPr>
          <p:cNvPr id="154" name="Google Shape;154;p15"/>
          <p:cNvSpPr txBox="1">
            <a:spLocks noGrp="1"/>
          </p:cNvSpPr>
          <p:nvPr>
            <p:ph type="sldNum" idx="12"/>
          </p:nvPr>
        </p:nvSpPr>
        <p:spPr>
          <a:xfrm>
            <a:off x="11543868" y="6494180"/>
            <a:ext cx="342900" cy="215700"/>
          </a:xfrm>
          <a:prstGeom prst="rect">
            <a:avLst/>
          </a:prstGeom>
          <a:noFill/>
          <a:ln>
            <a:noFill/>
          </a:ln>
        </p:spPr>
        <p:txBody>
          <a:bodyPr spcFirstLastPara="1" wrap="square" lIns="91425" tIns="45700" rIns="91425" bIns="45700" anchor="b" anchorCtr="0">
            <a:noAutofit/>
          </a:bodyPr>
          <a:lstStyle>
            <a:lvl1pPr marL="0" marR="0" lvl="0" indent="0" algn="r" rtl="0">
              <a:spcBef>
                <a:spcPts val="0"/>
              </a:spcBef>
              <a:buNone/>
              <a:defRPr sz="800" b="0" i="0">
                <a:solidFill>
                  <a:srgbClr val="929292"/>
                </a:solidFill>
                <a:latin typeface="Arial"/>
                <a:ea typeface="Arial"/>
                <a:cs typeface="Arial"/>
                <a:sym typeface="Arial"/>
              </a:defRPr>
            </a:lvl1pPr>
            <a:lvl2pPr marL="0" marR="0" lvl="1" indent="0" algn="r" rtl="0">
              <a:spcBef>
                <a:spcPts val="0"/>
              </a:spcBef>
              <a:buNone/>
              <a:defRPr sz="800" b="0" i="0">
                <a:solidFill>
                  <a:srgbClr val="929292"/>
                </a:solidFill>
                <a:latin typeface="Arial"/>
                <a:ea typeface="Arial"/>
                <a:cs typeface="Arial"/>
                <a:sym typeface="Arial"/>
              </a:defRPr>
            </a:lvl2pPr>
            <a:lvl3pPr marL="0" marR="0" lvl="2" indent="0" algn="r" rtl="0">
              <a:spcBef>
                <a:spcPts val="0"/>
              </a:spcBef>
              <a:buNone/>
              <a:defRPr sz="800" b="0" i="0">
                <a:solidFill>
                  <a:srgbClr val="929292"/>
                </a:solidFill>
                <a:latin typeface="Arial"/>
                <a:ea typeface="Arial"/>
                <a:cs typeface="Arial"/>
                <a:sym typeface="Arial"/>
              </a:defRPr>
            </a:lvl3pPr>
            <a:lvl4pPr marL="0" marR="0" lvl="3" indent="0" algn="r" rtl="0">
              <a:spcBef>
                <a:spcPts val="0"/>
              </a:spcBef>
              <a:buNone/>
              <a:defRPr sz="800" b="0" i="0">
                <a:solidFill>
                  <a:srgbClr val="929292"/>
                </a:solidFill>
                <a:latin typeface="Arial"/>
                <a:ea typeface="Arial"/>
                <a:cs typeface="Arial"/>
                <a:sym typeface="Arial"/>
              </a:defRPr>
            </a:lvl4pPr>
            <a:lvl5pPr marL="0" marR="0" lvl="4" indent="0" algn="r" rtl="0">
              <a:spcBef>
                <a:spcPts val="0"/>
              </a:spcBef>
              <a:buNone/>
              <a:defRPr sz="800" b="0" i="0">
                <a:solidFill>
                  <a:srgbClr val="929292"/>
                </a:solidFill>
                <a:latin typeface="Arial"/>
                <a:ea typeface="Arial"/>
                <a:cs typeface="Arial"/>
                <a:sym typeface="Arial"/>
              </a:defRPr>
            </a:lvl5pPr>
            <a:lvl6pPr marL="0" marR="0" lvl="5" indent="0" algn="r" rtl="0">
              <a:spcBef>
                <a:spcPts val="0"/>
              </a:spcBef>
              <a:buNone/>
              <a:defRPr sz="800" b="0" i="0">
                <a:solidFill>
                  <a:srgbClr val="929292"/>
                </a:solidFill>
                <a:latin typeface="Arial"/>
                <a:ea typeface="Arial"/>
                <a:cs typeface="Arial"/>
                <a:sym typeface="Arial"/>
              </a:defRPr>
            </a:lvl6pPr>
            <a:lvl7pPr marL="0" marR="0" lvl="6" indent="0" algn="r" rtl="0">
              <a:spcBef>
                <a:spcPts val="0"/>
              </a:spcBef>
              <a:buNone/>
              <a:defRPr sz="800" b="0" i="0">
                <a:solidFill>
                  <a:srgbClr val="929292"/>
                </a:solidFill>
                <a:latin typeface="Arial"/>
                <a:ea typeface="Arial"/>
                <a:cs typeface="Arial"/>
                <a:sym typeface="Arial"/>
              </a:defRPr>
            </a:lvl7pPr>
            <a:lvl8pPr marL="0" marR="0" lvl="7" indent="0" algn="r" rtl="0">
              <a:spcBef>
                <a:spcPts val="0"/>
              </a:spcBef>
              <a:buNone/>
              <a:defRPr sz="800" b="0" i="0">
                <a:solidFill>
                  <a:srgbClr val="929292"/>
                </a:solidFill>
                <a:latin typeface="Arial"/>
                <a:ea typeface="Arial"/>
                <a:cs typeface="Arial"/>
                <a:sym typeface="Arial"/>
              </a:defRPr>
            </a:lvl8pPr>
            <a:lvl9pPr marL="0" marR="0" lvl="8" indent="0" algn="r" rtl="0">
              <a:spcBef>
                <a:spcPts val="0"/>
              </a:spcBef>
              <a:buNone/>
              <a:defRPr sz="800" b="0" i="0">
                <a:solidFill>
                  <a:srgbClr val="92929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Multi-use layout">
  <p:cSld name="Multi-use layout">
    <p:spTree>
      <p:nvGrpSpPr>
        <p:cNvPr id="1" name="Shape 155"/>
        <p:cNvGrpSpPr/>
        <p:nvPr/>
      </p:nvGrpSpPr>
      <p:grpSpPr>
        <a:xfrm>
          <a:off x="0" y="0"/>
          <a:ext cx="0" cy="0"/>
          <a:chOff x="0" y="0"/>
          <a:chExt cx="0" cy="0"/>
        </a:xfrm>
      </p:grpSpPr>
      <p:sp>
        <p:nvSpPr>
          <p:cNvPr id="156" name="Google Shape;156;p16"/>
          <p:cNvSpPr/>
          <p:nvPr/>
        </p:nvSpPr>
        <p:spPr>
          <a:xfrm>
            <a:off x="0" y="6377940"/>
            <a:ext cx="815100" cy="480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900">
              <a:solidFill>
                <a:schemeClr val="lt1"/>
              </a:solidFill>
              <a:latin typeface="Arial"/>
              <a:ea typeface="Arial"/>
              <a:cs typeface="Arial"/>
              <a:sym typeface="Arial"/>
            </a:endParaRPr>
          </a:p>
        </p:txBody>
      </p:sp>
      <p:sp>
        <p:nvSpPr>
          <p:cNvPr id="157" name="Google Shape;157;p16"/>
          <p:cNvSpPr txBox="1">
            <a:spLocks noGrp="1"/>
          </p:cNvSpPr>
          <p:nvPr>
            <p:ph type="body" idx="1"/>
          </p:nvPr>
        </p:nvSpPr>
        <p:spPr>
          <a:xfrm>
            <a:off x="403860" y="512763"/>
            <a:ext cx="11452800" cy="723900"/>
          </a:xfrm>
          <a:prstGeom prst="rect">
            <a:avLst/>
          </a:prstGeom>
          <a:noFill/>
          <a:ln>
            <a:noFill/>
          </a:ln>
        </p:spPr>
        <p:txBody>
          <a:bodyPr spcFirstLastPara="1" wrap="square" lIns="91425" tIns="45700" rIns="91425" bIns="45700" anchor="b" anchorCtr="0">
            <a:noAutofit/>
          </a:bodyPr>
          <a:lstStyle>
            <a:lvl1pPr marL="457200" marR="0" lvl="0" indent="-228600" algn="ctr" rtl="0">
              <a:lnSpc>
                <a:spcPct val="90000"/>
              </a:lnSpc>
              <a:spcBef>
                <a:spcPts val="1100"/>
              </a:spcBef>
              <a:spcAft>
                <a:spcPts val="0"/>
              </a:spcAft>
              <a:buClr>
                <a:schemeClr val="dk1"/>
              </a:buClr>
              <a:buSzPts val="3600"/>
              <a:buFont typeface="Arial"/>
              <a:buNone/>
              <a:defRPr sz="3600" b="1" i="0" u="none" strike="noStrike" cap="none">
                <a:solidFill>
                  <a:schemeClr val="dk1"/>
                </a:solidFill>
                <a:latin typeface="Arial"/>
                <a:ea typeface="Arial"/>
                <a:cs typeface="Arial"/>
                <a:sym typeface="Arial"/>
              </a:defRPr>
            </a:lvl1pPr>
            <a:lvl2pPr marL="914400" marR="0" lvl="1"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9pPr>
          </a:lstStyle>
          <a:p>
            <a:endParaRPr/>
          </a:p>
        </p:txBody>
      </p:sp>
      <p:grpSp>
        <p:nvGrpSpPr>
          <p:cNvPr id="158" name="Google Shape;158;p16"/>
          <p:cNvGrpSpPr/>
          <p:nvPr/>
        </p:nvGrpSpPr>
        <p:grpSpPr>
          <a:xfrm>
            <a:off x="460203" y="6501362"/>
            <a:ext cx="180165" cy="177825"/>
            <a:chOff x="2940050" y="1514475"/>
            <a:chExt cx="4643437" cy="4583110"/>
          </a:xfrm>
        </p:grpSpPr>
        <p:sp>
          <p:nvSpPr>
            <p:cNvPr id="159" name="Google Shape;159;p16"/>
            <p:cNvSpPr/>
            <p:nvPr/>
          </p:nvSpPr>
          <p:spPr>
            <a:xfrm>
              <a:off x="5507038" y="1514475"/>
              <a:ext cx="1576386" cy="1741489"/>
            </a:xfrm>
            <a:custGeom>
              <a:avLst/>
              <a:gdLst/>
              <a:ahLst/>
              <a:cxnLst/>
              <a:rect l="l" t="t" r="r" b="b"/>
              <a:pathLst>
                <a:path w="4378" h="4837" extrusionOk="0">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160" name="Google Shape;160;p16"/>
            <p:cNvSpPr/>
            <p:nvPr/>
          </p:nvSpPr>
          <p:spPr>
            <a:xfrm>
              <a:off x="5970588" y="2924175"/>
              <a:ext cx="1612899" cy="1784347"/>
            </a:xfrm>
            <a:custGeom>
              <a:avLst/>
              <a:gdLst/>
              <a:ahLst/>
              <a:cxnLst/>
              <a:rect l="l" t="t" r="r" b="b"/>
              <a:pathLst>
                <a:path w="4479" h="4958" extrusionOk="0">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161" name="Google Shape;161;p16"/>
            <p:cNvSpPr/>
            <p:nvPr/>
          </p:nvSpPr>
          <p:spPr>
            <a:xfrm>
              <a:off x="5499100" y="4398963"/>
              <a:ext cx="1590674" cy="1698622"/>
            </a:xfrm>
            <a:custGeom>
              <a:avLst/>
              <a:gdLst/>
              <a:ahLst/>
              <a:cxnLst/>
              <a:rect l="l" t="t" r="r" b="b"/>
              <a:pathLst>
                <a:path w="4419" h="4720" extrusionOk="0">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162" name="Google Shape;162;p16"/>
            <p:cNvSpPr/>
            <p:nvPr/>
          </p:nvSpPr>
          <p:spPr>
            <a:xfrm>
              <a:off x="3435350" y="4359275"/>
              <a:ext cx="1571629" cy="1736721"/>
            </a:xfrm>
            <a:custGeom>
              <a:avLst/>
              <a:gdLst/>
              <a:ahLst/>
              <a:cxnLst/>
              <a:rect l="l" t="t" r="r" b="b"/>
              <a:pathLst>
                <a:path w="4367" h="4826" extrusionOk="0">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163" name="Google Shape;163;p16"/>
            <p:cNvSpPr/>
            <p:nvPr/>
          </p:nvSpPr>
          <p:spPr>
            <a:xfrm>
              <a:off x="2940050" y="2924175"/>
              <a:ext cx="1606554" cy="1771655"/>
            </a:xfrm>
            <a:custGeom>
              <a:avLst/>
              <a:gdLst/>
              <a:ahLst/>
              <a:cxnLst/>
              <a:rect l="l" t="t" r="r" b="b"/>
              <a:pathLst>
                <a:path w="4462" h="4920" extrusionOk="0">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164" name="Google Shape;164;p16"/>
            <p:cNvSpPr/>
            <p:nvPr/>
          </p:nvSpPr>
          <p:spPr>
            <a:xfrm>
              <a:off x="3424238" y="1514475"/>
              <a:ext cx="1598617" cy="1708145"/>
            </a:xfrm>
            <a:custGeom>
              <a:avLst/>
              <a:gdLst/>
              <a:ahLst/>
              <a:cxnLst/>
              <a:rect l="l" t="t" r="r" b="b"/>
              <a:pathLst>
                <a:path w="4439" h="4746" extrusionOk="0">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165" name="Google Shape;165;p16"/>
            <p:cNvSpPr/>
            <p:nvPr/>
          </p:nvSpPr>
          <p:spPr>
            <a:xfrm>
              <a:off x="4724400" y="3267075"/>
              <a:ext cx="1071564" cy="1093786"/>
            </a:xfrm>
            <a:custGeom>
              <a:avLst/>
              <a:gdLst/>
              <a:ahLst/>
              <a:cxnLst/>
              <a:rect l="l" t="t" r="r" b="b"/>
              <a:pathLst>
                <a:path w="2977" h="3038" extrusionOk="0">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grpSp>
      <p:sp>
        <p:nvSpPr>
          <p:cNvPr id="166" name="Google Shape;166;p16"/>
          <p:cNvSpPr txBox="1">
            <a:spLocks noGrp="1"/>
          </p:cNvSpPr>
          <p:nvPr>
            <p:ph type="body" idx="2"/>
          </p:nvPr>
        </p:nvSpPr>
        <p:spPr>
          <a:xfrm>
            <a:off x="406083" y="1257618"/>
            <a:ext cx="11468400" cy="3933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100"/>
              </a:spcBef>
              <a:spcAft>
                <a:spcPts val="0"/>
              </a:spcAft>
              <a:buClr>
                <a:srgbClr val="5B5B5B"/>
              </a:buClr>
              <a:buSzPts val="2100"/>
              <a:buFont typeface="Arial"/>
              <a:buNone/>
              <a:defRPr sz="2100" b="0" i="0" u="none" strike="noStrike" cap="none">
                <a:solidFill>
                  <a:srgbClr val="5B5B5B"/>
                </a:solidFill>
                <a:latin typeface="Arial"/>
                <a:ea typeface="Arial"/>
                <a:cs typeface="Arial"/>
                <a:sym typeface="Arial"/>
              </a:defRPr>
            </a:lvl1pPr>
            <a:lvl2pPr marL="914400" marR="0" lvl="1"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9pPr>
          </a:lstStyle>
          <a:p>
            <a:endParaRPr/>
          </a:p>
        </p:txBody>
      </p:sp>
      <p:grpSp>
        <p:nvGrpSpPr>
          <p:cNvPr id="167" name="Google Shape;167;p16"/>
          <p:cNvGrpSpPr/>
          <p:nvPr/>
        </p:nvGrpSpPr>
        <p:grpSpPr>
          <a:xfrm>
            <a:off x="460203" y="6501362"/>
            <a:ext cx="180165" cy="177825"/>
            <a:chOff x="2940050" y="1514475"/>
            <a:chExt cx="4643437" cy="4583110"/>
          </a:xfrm>
        </p:grpSpPr>
        <p:sp>
          <p:nvSpPr>
            <p:cNvPr id="168" name="Google Shape;168;p16"/>
            <p:cNvSpPr/>
            <p:nvPr/>
          </p:nvSpPr>
          <p:spPr>
            <a:xfrm>
              <a:off x="5507038" y="1514475"/>
              <a:ext cx="1576386" cy="1741489"/>
            </a:xfrm>
            <a:custGeom>
              <a:avLst/>
              <a:gdLst/>
              <a:ahLst/>
              <a:cxnLst/>
              <a:rect l="l" t="t" r="r" b="b"/>
              <a:pathLst>
                <a:path w="4378" h="4837" extrusionOk="0">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169" name="Google Shape;169;p16"/>
            <p:cNvSpPr/>
            <p:nvPr/>
          </p:nvSpPr>
          <p:spPr>
            <a:xfrm>
              <a:off x="5970588" y="2924175"/>
              <a:ext cx="1612899" cy="1784347"/>
            </a:xfrm>
            <a:custGeom>
              <a:avLst/>
              <a:gdLst/>
              <a:ahLst/>
              <a:cxnLst/>
              <a:rect l="l" t="t" r="r" b="b"/>
              <a:pathLst>
                <a:path w="4479" h="4958" extrusionOk="0">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170" name="Google Shape;170;p16"/>
            <p:cNvSpPr/>
            <p:nvPr/>
          </p:nvSpPr>
          <p:spPr>
            <a:xfrm>
              <a:off x="5499100" y="4398963"/>
              <a:ext cx="1590674" cy="1698622"/>
            </a:xfrm>
            <a:custGeom>
              <a:avLst/>
              <a:gdLst/>
              <a:ahLst/>
              <a:cxnLst/>
              <a:rect l="l" t="t" r="r" b="b"/>
              <a:pathLst>
                <a:path w="4419" h="4720" extrusionOk="0">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171" name="Google Shape;171;p16"/>
            <p:cNvSpPr/>
            <p:nvPr/>
          </p:nvSpPr>
          <p:spPr>
            <a:xfrm>
              <a:off x="3435350" y="4359275"/>
              <a:ext cx="1571629" cy="1736721"/>
            </a:xfrm>
            <a:custGeom>
              <a:avLst/>
              <a:gdLst/>
              <a:ahLst/>
              <a:cxnLst/>
              <a:rect l="l" t="t" r="r" b="b"/>
              <a:pathLst>
                <a:path w="4367" h="4826" extrusionOk="0">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172" name="Google Shape;172;p16"/>
            <p:cNvSpPr/>
            <p:nvPr/>
          </p:nvSpPr>
          <p:spPr>
            <a:xfrm>
              <a:off x="2940050" y="2924175"/>
              <a:ext cx="1606554" cy="1771655"/>
            </a:xfrm>
            <a:custGeom>
              <a:avLst/>
              <a:gdLst/>
              <a:ahLst/>
              <a:cxnLst/>
              <a:rect l="l" t="t" r="r" b="b"/>
              <a:pathLst>
                <a:path w="4462" h="4920" extrusionOk="0">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173" name="Google Shape;173;p16"/>
            <p:cNvSpPr/>
            <p:nvPr/>
          </p:nvSpPr>
          <p:spPr>
            <a:xfrm>
              <a:off x="3424238" y="1514475"/>
              <a:ext cx="1598617" cy="1708145"/>
            </a:xfrm>
            <a:custGeom>
              <a:avLst/>
              <a:gdLst/>
              <a:ahLst/>
              <a:cxnLst/>
              <a:rect l="l" t="t" r="r" b="b"/>
              <a:pathLst>
                <a:path w="4439" h="4746" extrusionOk="0">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174" name="Google Shape;174;p16"/>
            <p:cNvSpPr/>
            <p:nvPr/>
          </p:nvSpPr>
          <p:spPr>
            <a:xfrm>
              <a:off x="4724400" y="3267075"/>
              <a:ext cx="1071564" cy="1093786"/>
            </a:xfrm>
            <a:custGeom>
              <a:avLst/>
              <a:gdLst/>
              <a:ahLst/>
              <a:cxnLst/>
              <a:rect l="l" t="t" r="r" b="b"/>
              <a:pathLst>
                <a:path w="2977" h="3038" extrusionOk="0">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grpSp>
      <p:sp>
        <p:nvSpPr>
          <p:cNvPr id="175" name="Google Shape;175;p16"/>
          <p:cNvSpPr txBox="1">
            <a:spLocks noGrp="1"/>
          </p:cNvSpPr>
          <p:nvPr>
            <p:ph type="sldNum" idx="12"/>
          </p:nvPr>
        </p:nvSpPr>
        <p:spPr>
          <a:xfrm>
            <a:off x="11543868" y="6494180"/>
            <a:ext cx="342900" cy="215700"/>
          </a:xfrm>
          <a:prstGeom prst="rect">
            <a:avLst/>
          </a:prstGeom>
          <a:noFill/>
          <a:ln>
            <a:noFill/>
          </a:ln>
        </p:spPr>
        <p:txBody>
          <a:bodyPr spcFirstLastPara="1" wrap="square" lIns="91425" tIns="45700" rIns="91425" bIns="45700" anchor="b" anchorCtr="0">
            <a:noAutofit/>
          </a:bodyPr>
          <a:lstStyle>
            <a:lvl1pPr marL="0" marR="0" lvl="0" indent="0" algn="r" rtl="0">
              <a:spcBef>
                <a:spcPts val="0"/>
              </a:spcBef>
              <a:buNone/>
              <a:defRPr sz="800" b="0" i="0">
                <a:solidFill>
                  <a:srgbClr val="929292"/>
                </a:solidFill>
                <a:latin typeface="Arial"/>
                <a:ea typeface="Arial"/>
                <a:cs typeface="Arial"/>
                <a:sym typeface="Arial"/>
              </a:defRPr>
            </a:lvl1pPr>
            <a:lvl2pPr marL="0" marR="0" lvl="1" indent="0" algn="r" rtl="0">
              <a:spcBef>
                <a:spcPts val="0"/>
              </a:spcBef>
              <a:buNone/>
              <a:defRPr sz="800" b="0" i="0">
                <a:solidFill>
                  <a:srgbClr val="929292"/>
                </a:solidFill>
                <a:latin typeface="Arial"/>
                <a:ea typeface="Arial"/>
                <a:cs typeface="Arial"/>
                <a:sym typeface="Arial"/>
              </a:defRPr>
            </a:lvl2pPr>
            <a:lvl3pPr marL="0" marR="0" lvl="2" indent="0" algn="r" rtl="0">
              <a:spcBef>
                <a:spcPts val="0"/>
              </a:spcBef>
              <a:buNone/>
              <a:defRPr sz="800" b="0" i="0">
                <a:solidFill>
                  <a:srgbClr val="929292"/>
                </a:solidFill>
                <a:latin typeface="Arial"/>
                <a:ea typeface="Arial"/>
                <a:cs typeface="Arial"/>
                <a:sym typeface="Arial"/>
              </a:defRPr>
            </a:lvl3pPr>
            <a:lvl4pPr marL="0" marR="0" lvl="3" indent="0" algn="r" rtl="0">
              <a:spcBef>
                <a:spcPts val="0"/>
              </a:spcBef>
              <a:buNone/>
              <a:defRPr sz="800" b="0" i="0">
                <a:solidFill>
                  <a:srgbClr val="929292"/>
                </a:solidFill>
                <a:latin typeface="Arial"/>
                <a:ea typeface="Arial"/>
                <a:cs typeface="Arial"/>
                <a:sym typeface="Arial"/>
              </a:defRPr>
            </a:lvl4pPr>
            <a:lvl5pPr marL="0" marR="0" lvl="4" indent="0" algn="r" rtl="0">
              <a:spcBef>
                <a:spcPts val="0"/>
              </a:spcBef>
              <a:buNone/>
              <a:defRPr sz="800" b="0" i="0">
                <a:solidFill>
                  <a:srgbClr val="929292"/>
                </a:solidFill>
                <a:latin typeface="Arial"/>
                <a:ea typeface="Arial"/>
                <a:cs typeface="Arial"/>
                <a:sym typeface="Arial"/>
              </a:defRPr>
            </a:lvl5pPr>
            <a:lvl6pPr marL="0" marR="0" lvl="5" indent="0" algn="r" rtl="0">
              <a:spcBef>
                <a:spcPts val="0"/>
              </a:spcBef>
              <a:buNone/>
              <a:defRPr sz="800" b="0" i="0">
                <a:solidFill>
                  <a:srgbClr val="929292"/>
                </a:solidFill>
                <a:latin typeface="Arial"/>
                <a:ea typeface="Arial"/>
                <a:cs typeface="Arial"/>
                <a:sym typeface="Arial"/>
              </a:defRPr>
            </a:lvl6pPr>
            <a:lvl7pPr marL="0" marR="0" lvl="6" indent="0" algn="r" rtl="0">
              <a:spcBef>
                <a:spcPts val="0"/>
              </a:spcBef>
              <a:buNone/>
              <a:defRPr sz="800" b="0" i="0">
                <a:solidFill>
                  <a:srgbClr val="929292"/>
                </a:solidFill>
                <a:latin typeface="Arial"/>
                <a:ea typeface="Arial"/>
                <a:cs typeface="Arial"/>
                <a:sym typeface="Arial"/>
              </a:defRPr>
            </a:lvl7pPr>
            <a:lvl8pPr marL="0" marR="0" lvl="7" indent="0" algn="r" rtl="0">
              <a:spcBef>
                <a:spcPts val="0"/>
              </a:spcBef>
              <a:buNone/>
              <a:defRPr sz="800" b="0" i="0">
                <a:solidFill>
                  <a:srgbClr val="929292"/>
                </a:solidFill>
                <a:latin typeface="Arial"/>
                <a:ea typeface="Arial"/>
                <a:cs typeface="Arial"/>
                <a:sym typeface="Arial"/>
              </a:defRPr>
            </a:lvl8pPr>
            <a:lvl9pPr marL="0" marR="0" lvl="8" indent="0" algn="r" rtl="0">
              <a:spcBef>
                <a:spcPts val="0"/>
              </a:spcBef>
              <a:buNone/>
              <a:defRPr sz="800" b="0" i="0">
                <a:solidFill>
                  <a:srgbClr val="92929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76" name="Google Shape;176;p16"/>
          <p:cNvSpPr/>
          <p:nvPr/>
        </p:nvSpPr>
        <p:spPr>
          <a:xfrm>
            <a:off x="636014" y="6491347"/>
            <a:ext cx="2709300" cy="215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800" b="0" i="0" dirty="0">
                <a:solidFill>
                  <a:srgbClr val="929292"/>
                </a:solidFill>
                <a:latin typeface="Arial"/>
                <a:ea typeface="Arial"/>
                <a:cs typeface="Arial"/>
                <a:sym typeface="Arial"/>
              </a:rPr>
              <a:t>© </a:t>
            </a:r>
            <a:r>
              <a:rPr lang="en-US" sz="800" dirty="0">
                <a:solidFill>
                  <a:srgbClr val="929292"/>
                </a:solidFill>
              </a:rPr>
              <a:t>2021 </a:t>
            </a:r>
            <a:r>
              <a:rPr lang="en-US" sz="800" b="0" i="0" dirty="0">
                <a:solidFill>
                  <a:srgbClr val="929292"/>
                </a:solidFill>
                <a:latin typeface="Arial"/>
                <a:ea typeface="Arial"/>
                <a:cs typeface="Arial"/>
                <a:sym typeface="Arial"/>
              </a:rPr>
              <a:t>Snowflake Inc. All Rights Reserved</a:t>
            </a:r>
            <a:endParaRPr sz="800" dirty="0">
              <a:solidFill>
                <a:srgbClr val="929292"/>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One Column Layout">
  <p:cSld name="One Column Layout">
    <p:spTree>
      <p:nvGrpSpPr>
        <p:cNvPr id="1" name="Shape 177"/>
        <p:cNvGrpSpPr/>
        <p:nvPr/>
      </p:nvGrpSpPr>
      <p:grpSpPr>
        <a:xfrm>
          <a:off x="0" y="0"/>
          <a:ext cx="0" cy="0"/>
          <a:chOff x="0" y="0"/>
          <a:chExt cx="0" cy="0"/>
        </a:xfrm>
      </p:grpSpPr>
      <p:sp>
        <p:nvSpPr>
          <p:cNvPr id="178" name="Google Shape;178;p17"/>
          <p:cNvSpPr/>
          <p:nvPr/>
        </p:nvSpPr>
        <p:spPr>
          <a:xfrm>
            <a:off x="0" y="6377940"/>
            <a:ext cx="815100" cy="480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900">
              <a:solidFill>
                <a:schemeClr val="lt1"/>
              </a:solidFill>
              <a:latin typeface="Arial"/>
              <a:ea typeface="Arial"/>
              <a:cs typeface="Arial"/>
              <a:sym typeface="Arial"/>
            </a:endParaRPr>
          </a:p>
        </p:txBody>
      </p:sp>
      <p:grpSp>
        <p:nvGrpSpPr>
          <p:cNvPr id="179" name="Google Shape;179;p17"/>
          <p:cNvGrpSpPr/>
          <p:nvPr/>
        </p:nvGrpSpPr>
        <p:grpSpPr>
          <a:xfrm>
            <a:off x="460203" y="6501362"/>
            <a:ext cx="180165" cy="177825"/>
            <a:chOff x="2940050" y="1514475"/>
            <a:chExt cx="4643437" cy="4583110"/>
          </a:xfrm>
        </p:grpSpPr>
        <p:sp>
          <p:nvSpPr>
            <p:cNvPr id="180" name="Google Shape;180;p17"/>
            <p:cNvSpPr/>
            <p:nvPr/>
          </p:nvSpPr>
          <p:spPr>
            <a:xfrm>
              <a:off x="5507038" y="1514475"/>
              <a:ext cx="1576386" cy="1741489"/>
            </a:xfrm>
            <a:custGeom>
              <a:avLst/>
              <a:gdLst/>
              <a:ahLst/>
              <a:cxnLst/>
              <a:rect l="l" t="t" r="r" b="b"/>
              <a:pathLst>
                <a:path w="4378" h="4837" extrusionOk="0">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181" name="Google Shape;181;p17"/>
            <p:cNvSpPr/>
            <p:nvPr/>
          </p:nvSpPr>
          <p:spPr>
            <a:xfrm>
              <a:off x="5970588" y="2924175"/>
              <a:ext cx="1612899" cy="1784347"/>
            </a:xfrm>
            <a:custGeom>
              <a:avLst/>
              <a:gdLst/>
              <a:ahLst/>
              <a:cxnLst/>
              <a:rect l="l" t="t" r="r" b="b"/>
              <a:pathLst>
                <a:path w="4479" h="4958" extrusionOk="0">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182" name="Google Shape;182;p17"/>
            <p:cNvSpPr/>
            <p:nvPr/>
          </p:nvSpPr>
          <p:spPr>
            <a:xfrm>
              <a:off x="5499100" y="4398963"/>
              <a:ext cx="1590674" cy="1698622"/>
            </a:xfrm>
            <a:custGeom>
              <a:avLst/>
              <a:gdLst/>
              <a:ahLst/>
              <a:cxnLst/>
              <a:rect l="l" t="t" r="r" b="b"/>
              <a:pathLst>
                <a:path w="4419" h="4720" extrusionOk="0">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183" name="Google Shape;183;p17"/>
            <p:cNvSpPr/>
            <p:nvPr/>
          </p:nvSpPr>
          <p:spPr>
            <a:xfrm>
              <a:off x="3435350" y="4359275"/>
              <a:ext cx="1571629" cy="1736721"/>
            </a:xfrm>
            <a:custGeom>
              <a:avLst/>
              <a:gdLst/>
              <a:ahLst/>
              <a:cxnLst/>
              <a:rect l="l" t="t" r="r" b="b"/>
              <a:pathLst>
                <a:path w="4367" h="4826" extrusionOk="0">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184" name="Google Shape;184;p17"/>
            <p:cNvSpPr/>
            <p:nvPr/>
          </p:nvSpPr>
          <p:spPr>
            <a:xfrm>
              <a:off x="2940050" y="2924175"/>
              <a:ext cx="1606554" cy="1771655"/>
            </a:xfrm>
            <a:custGeom>
              <a:avLst/>
              <a:gdLst/>
              <a:ahLst/>
              <a:cxnLst/>
              <a:rect l="l" t="t" r="r" b="b"/>
              <a:pathLst>
                <a:path w="4462" h="4920" extrusionOk="0">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185" name="Google Shape;185;p17"/>
            <p:cNvSpPr/>
            <p:nvPr/>
          </p:nvSpPr>
          <p:spPr>
            <a:xfrm>
              <a:off x="3424238" y="1514475"/>
              <a:ext cx="1598617" cy="1708145"/>
            </a:xfrm>
            <a:custGeom>
              <a:avLst/>
              <a:gdLst/>
              <a:ahLst/>
              <a:cxnLst/>
              <a:rect l="l" t="t" r="r" b="b"/>
              <a:pathLst>
                <a:path w="4439" h="4746" extrusionOk="0">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186" name="Google Shape;186;p17"/>
            <p:cNvSpPr/>
            <p:nvPr/>
          </p:nvSpPr>
          <p:spPr>
            <a:xfrm>
              <a:off x="4724400" y="3267075"/>
              <a:ext cx="1071564" cy="1093786"/>
            </a:xfrm>
            <a:custGeom>
              <a:avLst/>
              <a:gdLst/>
              <a:ahLst/>
              <a:cxnLst/>
              <a:rect l="l" t="t" r="r" b="b"/>
              <a:pathLst>
                <a:path w="2977" h="3038" extrusionOk="0">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grpSp>
      <p:sp>
        <p:nvSpPr>
          <p:cNvPr id="187" name="Google Shape;187;p17"/>
          <p:cNvSpPr txBox="1">
            <a:spLocks noGrp="1"/>
          </p:cNvSpPr>
          <p:nvPr>
            <p:ph type="body" idx="1"/>
          </p:nvPr>
        </p:nvSpPr>
        <p:spPr>
          <a:xfrm>
            <a:off x="419034" y="1323499"/>
            <a:ext cx="11445300" cy="5046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dk1"/>
              </a:buClr>
              <a:buSzPts val="1900"/>
              <a:buFont typeface="Arial"/>
              <a:buNone/>
              <a:defRPr sz="1900" b="0" i="0" u="none" strike="noStrike" cap="none">
                <a:solidFill>
                  <a:schemeClr val="dk1"/>
                </a:solidFill>
                <a:latin typeface="Arial"/>
                <a:ea typeface="Arial"/>
                <a:cs typeface="Arial"/>
                <a:sym typeface="Arial"/>
              </a:defRPr>
            </a:lvl1pPr>
            <a:lvl2pPr marL="914400" marR="0" lvl="1"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9pPr>
          </a:lstStyle>
          <a:p>
            <a:endParaRPr/>
          </a:p>
        </p:txBody>
      </p:sp>
      <p:sp>
        <p:nvSpPr>
          <p:cNvPr id="188" name="Google Shape;188;p17"/>
          <p:cNvSpPr txBox="1">
            <a:spLocks noGrp="1"/>
          </p:cNvSpPr>
          <p:nvPr>
            <p:ph type="body" idx="2"/>
          </p:nvPr>
        </p:nvSpPr>
        <p:spPr>
          <a:xfrm>
            <a:off x="403860" y="512763"/>
            <a:ext cx="11452800" cy="723900"/>
          </a:xfrm>
          <a:prstGeom prst="rect">
            <a:avLst/>
          </a:prstGeom>
          <a:noFill/>
          <a:ln>
            <a:noFill/>
          </a:ln>
        </p:spPr>
        <p:txBody>
          <a:bodyPr spcFirstLastPara="1" wrap="square" lIns="91425" tIns="45700" rIns="91425" bIns="45700" anchor="b" anchorCtr="0">
            <a:noAutofit/>
          </a:bodyPr>
          <a:lstStyle>
            <a:lvl1pPr marL="457200" marR="0" lvl="0" indent="-228600" algn="ctr" rtl="0">
              <a:lnSpc>
                <a:spcPct val="90000"/>
              </a:lnSpc>
              <a:spcBef>
                <a:spcPts val="1100"/>
              </a:spcBef>
              <a:spcAft>
                <a:spcPts val="0"/>
              </a:spcAft>
              <a:buClr>
                <a:schemeClr val="dk1"/>
              </a:buClr>
              <a:buSzPts val="3600"/>
              <a:buFont typeface="Arial"/>
              <a:buNone/>
              <a:defRPr sz="3600" b="1" i="0" u="none" strike="noStrike" cap="none">
                <a:solidFill>
                  <a:schemeClr val="dk1"/>
                </a:solidFill>
                <a:latin typeface="Arial"/>
                <a:ea typeface="Arial"/>
                <a:cs typeface="Arial"/>
                <a:sym typeface="Arial"/>
              </a:defRPr>
            </a:lvl1pPr>
            <a:lvl2pPr marL="914400" marR="0" lvl="1"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9pPr>
          </a:lstStyle>
          <a:p>
            <a:endParaRPr/>
          </a:p>
        </p:txBody>
      </p:sp>
      <p:sp>
        <p:nvSpPr>
          <p:cNvPr id="189" name="Google Shape;189;p17"/>
          <p:cNvSpPr/>
          <p:nvPr/>
        </p:nvSpPr>
        <p:spPr>
          <a:xfrm>
            <a:off x="0" y="6377940"/>
            <a:ext cx="815100" cy="480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900">
              <a:solidFill>
                <a:schemeClr val="lt1"/>
              </a:solidFill>
              <a:latin typeface="Arial"/>
              <a:ea typeface="Arial"/>
              <a:cs typeface="Arial"/>
              <a:sym typeface="Arial"/>
            </a:endParaRPr>
          </a:p>
        </p:txBody>
      </p:sp>
      <p:grpSp>
        <p:nvGrpSpPr>
          <p:cNvPr id="190" name="Google Shape;190;p17"/>
          <p:cNvGrpSpPr/>
          <p:nvPr/>
        </p:nvGrpSpPr>
        <p:grpSpPr>
          <a:xfrm>
            <a:off x="460203" y="6501362"/>
            <a:ext cx="180165" cy="177825"/>
            <a:chOff x="2940050" y="1514475"/>
            <a:chExt cx="4643437" cy="4583110"/>
          </a:xfrm>
        </p:grpSpPr>
        <p:sp>
          <p:nvSpPr>
            <p:cNvPr id="191" name="Google Shape;191;p17"/>
            <p:cNvSpPr/>
            <p:nvPr/>
          </p:nvSpPr>
          <p:spPr>
            <a:xfrm>
              <a:off x="5507038" y="1514475"/>
              <a:ext cx="1576386" cy="1741489"/>
            </a:xfrm>
            <a:custGeom>
              <a:avLst/>
              <a:gdLst/>
              <a:ahLst/>
              <a:cxnLst/>
              <a:rect l="l" t="t" r="r" b="b"/>
              <a:pathLst>
                <a:path w="4378" h="4837" extrusionOk="0">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192" name="Google Shape;192;p17"/>
            <p:cNvSpPr/>
            <p:nvPr/>
          </p:nvSpPr>
          <p:spPr>
            <a:xfrm>
              <a:off x="5970588" y="2924175"/>
              <a:ext cx="1612899" cy="1784347"/>
            </a:xfrm>
            <a:custGeom>
              <a:avLst/>
              <a:gdLst/>
              <a:ahLst/>
              <a:cxnLst/>
              <a:rect l="l" t="t" r="r" b="b"/>
              <a:pathLst>
                <a:path w="4479" h="4958" extrusionOk="0">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193" name="Google Shape;193;p17"/>
            <p:cNvSpPr/>
            <p:nvPr/>
          </p:nvSpPr>
          <p:spPr>
            <a:xfrm>
              <a:off x="5499100" y="4398963"/>
              <a:ext cx="1590674" cy="1698622"/>
            </a:xfrm>
            <a:custGeom>
              <a:avLst/>
              <a:gdLst/>
              <a:ahLst/>
              <a:cxnLst/>
              <a:rect l="l" t="t" r="r" b="b"/>
              <a:pathLst>
                <a:path w="4419" h="4720" extrusionOk="0">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194" name="Google Shape;194;p17"/>
            <p:cNvSpPr/>
            <p:nvPr/>
          </p:nvSpPr>
          <p:spPr>
            <a:xfrm>
              <a:off x="3435350" y="4359275"/>
              <a:ext cx="1571629" cy="1736721"/>
            </a:xfrm>
            <a:custGeom>
              <a:avLst/>
              <a:gdLst/>
              <a:ahLst/>
              <a:cxnLst/>
              <a:rect l="l" t="t" r="r" b="b"/>
              <a:pathLst>
                <a:path w="4367" h="4826" extrusionOk="0">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195" name="Google Shape;195;p17"/>
            <p:cNvSpPr/>
            <p:nvPr/>
          </p:nvSpPr>
          <p:spPr>
            <a:xfrm>
              <a:off x="2940050" y="2924175"/>
              <a:ext cx="1606554" cy="1771655"/>
            </a:xfrm>
            <a:custGeom>
              <a:avLst/>
              <a:gdLst/>
              <a:ahLst/>
              <a:cxnLst/>
              <a:rect l="l" t="t" r="r" b="b"/>
              <a:pathLst>
                <a:path w="4462" h="4920" extrusionOk="0">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196" name="Google Shape;196;p17"/>
            <p:cNvSpPr/>
            <p:nvPr/>
          </p:nvSpPr>
          <p:spPr>
            <a:xfrm>
              <a:off x="3424238" y="1514475"/>
              <a:ext cx="1598617" cy="1708145"/>
            </a:xfrm>
            <a:custGeom>
              <a:avLst/>
              <a:gdLst/>
              <a:ahLst/>
              <a:cxnLst/>
              <a:rect l="l" t="t" r="r" b="b"/>
              <a:pathLst>
                <a:path w="4439" h="4746" extrusionOk="0">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197" name="Google Shape;197;p17"/>
            <p:cNvSpPr/>
            <p:nvPr/>
          </p:nvSpPr>
          <p:spPr>
            <a:xfrm>
              <a:off x="4724400" y="3267075"/>
              <a:ext cx="1071564" cy="1093786"/>
            </a:xfrm>
            <a:custGeom>
              <a:avLst/>
              <a:gdLst/>
              <a:ahLst/>
              <a:cxnLst/>
              <a:rect l="l" t="t" r="r" b="b"/>
              <a:pathLst>
                <a:path w="2977" h="3038" extrusionOk="0">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grpSp>
      <p:sp>
        <p:nvSpPr>
          <p:cNvPr id="198" name="Google Shape;198;p17"/>
          <p:cNvSpPr txBox="1">
            <a:spLocks noGrp="1"/>
          </p:cNvSpPr>
          <p:nvPr>
            <p:ph type="sldNum" idx="12"/>
          </p:nvPr>
        </p:nvSpPr>
        <p:spPr>
          <a:xfrm>
            <a:off x="11543868" y="6494180"/>
            <a:ext cx="342900" cy="215700"/>
          </a:xfrm>
          <a:prstGeom prst="rect">
            <a:avLst/>
          </a:prstGeom>
          <a:noFill/>
          <a:ln>
            <a:noFill/>
          </a:ln>
        </p:spPr>
        <p:txBody>
          <a:bodyPr spcFirstLastPara="1" wrap="square" lIns="91425" tIns="45700" rIns="91425" bIns="45700" anchor="b" anchorCtr="0">
            <a:noAutofit/>
          </a:bodyPr>
          <a:lstStyle>
            <a:lvl1pPr marL="0" marR="0" lvl="0" indent="0" algn="r" rtl="0">
              <a:spcBef>
                <a:spcPts val="0"/>
              </a:spcBef>
              <a:buNone/>
              <a:defRPr sz="800" b="0" i="0">
                <a:solidFill>
                  <a:srgbClr val="929292"/>
                </a:solidFill>
                <a:latin typeface="Arial"/>
                <a:ea typeface="Arial"/>
                <a:cs typeface="Arial"/>
                <a:sym typeface="Arial"/>
              </a:defRPr>
            </a:lvl1pPr>
            <a:lvl2pPr marL="0" marR="0" lvl="1" indent="0" algn="r" rtl="0">
              <a:spcBef>
                <a:spcPts val="0"/>
              </a:spcBef>
              <a:buNone/>
              <a:defRPr sz="800" b="0" i="0">
                <a:solidFill>
                  <a:srgbClr val="929292"/>
                </a:solidFill>
                <a:latin typeface="Arial"/>
                <a:ea typeface="Arial"/>
                <a:cs typeface="Arial"/>
                <a:sym typeface="Arial"/>
              </a:defRPr>
            </a:lvl2pPr>
            <a:lvl3pPr marL="0" marR="0" lvl="2" indent="0" algn="r" rtl="0">
              <a:spcBef>
                <a:spcPts val="0"/>
              </a:spcBef>
              <a:buNone/>
              <a:defRPr sz="800" b="0" i="0">
                <a:solidFill>
                  <a:srgbClr val="929292"/>
                </a:solidFill>
                <a:latin typeface="Arial"/>
                <a:ea typeface="Arial"/>
                <a:cs typeface="Arial"/>
                <a:sym typeface="Arial"/>
              </a:defRPr>
            </a:lvl3pPr>
            <a:lvl4pPr marL="0" marR="0" lvl="3" indent="0" algn="r" rtl="0">
              <a:spcBef>
                <a:spcPts val="0"/>
              </a:spcBef>
              <a:buNone/>
              <a:defRPr sz="800" b="0" i="0">
                <a:solidFill>
                  <a:srgbClr val="929292"/>
                </a:solidFill>
                <a:latin typeface="Arial"/>
                <a:ea typeface="Arial"/>
                <a:cs typeface="Arial"/>
                <a:sym typeface="Arial"/>
              </a:defRPr>
            </a:lvl4pPr>
            <a:lvl5pPr marL="0" marR="0" lvl="4" indent="0" algn="r" rtl="0">
              <a:spcBef>
                <a:spcPts val="0"/>
              </a:spcBef>
              <a:buNone/>
              <a:defRPr sz="800" b="0" i="0">
                <a:solidFill>
                  <a:srgbClr val="929292"/>
                </a:solidFill>
                <a:latin typeface="Arial"/>
                <a:ea typeface="Arial"/>
                <a:cs typeface="Arial"/>
                <a:sym typeface="Arial"/>
              </a:defRPr>
            </a:lvl5pPr>
            <a:lvl6pPr marL="0" marR="0" lvl="5" indent="0" algn="r" rtl="0">
              <a:spcBef>
                <a:spcPts val="0"/>
              </a:spcBef>
              <a:buNone/>
              <a:defRPr sz="800" b="0" i="0">
                <a:solidFill>
                  <a:srgbClr val="929292"/>
                </a:solidFill>
                <a:latin typeface="Arial"/>
                <a:ea typeface="Arial"/>
                <a:cs typeface="Arial"/>
                <a:sym typeface="Arial"/>
              </a:defRPr>
            </a:lvl6pPr>
            <a:lvl7pPr marL="0" marR="0" lvl="6" indent="0" algn="r" rtl="0">
              <a:spcBef>
                <a:spcPts val="0"/>
              </a:spcBef>
              <a:buNone/>
              <a:defRPr sz="800" b="0" i="0">
                <a:solidFill>
                  <a:srgbClr val="929292"/>
                </a:solidFill>
                <a:latin typeface="Arial"/>
                <a:ea typeface="Arial"/>
                <a:cs typeface="Arial"/>
                <a:sym typeface="Arial"/>
              </a:defRPr>
            </a:lvl7pPr>
            <a:lvl8pPr marL="0" marR="0" lvl="7" indent="0" algn="r" rtl="0">
              <a:spcBef>
                <a:spcPts val="0"/>
              </a:spcBef>
              <a:buNone/>
              <a:defRPr sz="800" b="0" i="0">
                <a:solidFill>
                  <a:srgbClr val="929292"/>
                </a:solidFill>
                <a:latin typeface="Arial"/>
                <a:ea typeface="Arial"/>
                <a:cs typeface="Arial"/>
                <a:sym typeface="Arial"/>
              </a:defRPr>
            </a:lvl8pPr>
            <a:lvl9pPr marL="0" marR="0" lvl="8" indent="0" algn="r" rtl="0">
              <a:spcBef>
                <a:spcPts val="0"/>
              </a:spcBef>
              <a:buNone/>
              <a:defRPr sz="800" b="0" i="0">
                <a:solidFill>
                  <a:srgbClr val="92929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99" name="Google Shape;199;p17"/>
          <p:cNvSpPr/>
          <p:nvPr/>
        </p:nvSpPr>
        <p:spPr>
          <a:xfrm>
            <a:off x="636014" y="6491347"/>
            <a:ext cx="2709300" cy="215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800" b="0" i="0">
                <a:solidFill>
                  <a:srgbClr val="929292"/>
                </a:solidFill>
                <a:latin typeface="Arial"/>
                <a:ea typeface="Arial"/>
                <a:cs typeface="Arial"/>
                <a:sym typeface="Arial"/>
              </a:rPr>
              <a:t>© </a:t>
            </a:r>
            <a:r>
              <a:rPr lang="en-US" sz="800">
                <a:solidFill>
                  <a:srgbClr val="929292"/>
                </a:solidFill>
              </a:rPr>
              <a:t>2020 </a:t>
            </a:r>
            <a:r>
              <a:rPr lang="en-US" sz="800" b="0" i="0">
                <a:solidFill>
                  <a:srgbClr val="929292"/>
                </a:solidFill>
                <a:latin typeface="Arial"/>
                <a:ea typeface="Arial"/>
                <a:cs typeface="Arial"/>
                <a:sym typeface="Arial"/>
              </a:rPr>
              <a:t>Snowflake Inc. All Rights Reserved</a:t>
            </a:r>
            <a:endParaRPr sz="800">
              <a:solidFill>
                <a:srgbClr val="929292"/>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plit Layout">
  <p:cSld name="Split Layout">
    <p:spTree>
      <p:nvGrpSpPr>
        <p:cNvPr id="1" name="Shape 223"/>
        <p:cNvGrpSpPr/>
        <p:nvPr/>
      </p:nvGrpSpPr>
      <p:grpSpPr>
        <a:xfrm>
          <a:off x="0" y="0"/>
          <a:ext cx="0" cy="0"/>
          <a:chOff x="0" y="0"/>
          <a:chExt cx="0" cy="0"/>
        </a:xfrm>
      </p:grpSpPr>
      <p:sp>
        <p:nvSpPr>
          <p:cNvPr id="224" name="Google Shape;224;p19"/>
          <p:cNvSpPr/>
          <p:nvPr/>
        </p:nvSpPr>
        <p:spPr>
          <a:xfrm>
            <a:off x="6096000" y="0"/>
            <a:ext cx="6096000"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900">
              <a:solidFill>
                <a:schemeClr val="lt1"/>
              </a:solidFill>
              <a:latin typeface="Arial"/>
              <a:ea typeface="Arial"/>
              <a:cs typeface="Arial"/>
              <a:sym typeface="Arial"/>
            </a:endParaRPr>
          </a:p>
        </p:txBody>
      </p:sp>
      <p:sp>
        <p:nvSpPr>
          <p:cNvPr id="225" name="Google Shape;225;p19"/>
          <p:cNvSpPr/>
          <p:nvPr/>
        </p:nvSpPr>
        <p:spPr>
          <a:xfrm>
            <a:off x="8032751" y="342900"/>
            <a:ext cx="1984140" cy="2122488"/>
          </a:xfrm>
          <a:custGeom>
            <a:avLst/>
            <a:gdLst/>
            <a:ahLst/>
            <a:cxnLst/>
            <a:rect l="l" t="t" r="r" b="b"/>
            <a:pathLst>
              <a:path w="1950" h="2085" extrusionOk="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226" name="Google Shape;226;p19"/>
          <p:cNvSpPr/>
          <p:nvPr/>
        </p:nvSpPr>
        <p:spPr>
          <a:xfrm>
            <a:off x="6099175" y="3222626"/>
            <a:ext cx="4248542" cy="3635375"/>
          </a:xfrm>
          <a:custGeom>
            <a:avLst/>
            <a:gdLst/>
            <a:ahLst/>
            <a:cxnLst/>
            <a:rect l="l" t="t" r="r" b="b"/>
            <a:pathLst>
              <a:path w="4248542" h="3635375" extrusionOk="0">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900">
              <a:solidFill>
                <a:schemeClr val="lt1"/>
              </a:solidFill>
              <a:latin typeface="Arial"/>
              <a:ea typeface="Arial"/>
              <a:cs typeface="Arial"/>
              <a:sym typeface="Arial"/>
            </a:endParaRPr>
          </a:p>
        </p:txBody>
      </p:sp>
      <p:sp>
        <p:nvSpPr>
          <p:cNvPr id="227" name="Google Shape;227;p19"/>
          <p:cNvSpPr/>
          <p:nvPr/>
        </p:nvSpPr>
        <p:spPr>
          <a:xfrm>
            <a:off x="9578868" y="845800"/>
            <a:ext cx="2613132" cy="3741797"/>
          </a:xfrm>
          <a:custGeom>
            <a:avLst/>
            <a:gdLst/>
            <a:ahLst/>
            <a:cxnLst/>
            <a:rect l="l" t="t" r="r" b="b"/>
            <a:pathLst>
              <a:path w="2613132" h="3741797" extrusionOk="0">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900">
              <a:solidFill>
                <a:schemeClr val="lt1"/>
              </a:solidFill>
              <a:latin typeface="Arial"/>
              <a:ea typeface="Arial"/>
              <a:cs typeface="Arial"/>
              <a:sym typeface="Arial"/>
            </a:endParaRPr>
          </a:p>
        </p:txBody>
      </p:sp>
      <p:sp>
        <p:nvSpPr>
          <p:cNvPr id="228" name="Google Shape;228;p19"/>
          <p:cNvSpPr/>
          <p:nvPr/>
        </p:nvSpPr>
        <p:spPr>
          <a:xfrm>
            <a:off x="8655051" y="3671382"/>
            <a:ext cx="2101851" cy="2248407"/>
          </a:xfrm>
          <a:custGeom>
            <a:avLst/>
            <a:gdLst/>
            <a:ahLst/>
            <a:cxnLst/>
            <a:rect l="l" t="t" r="r" b="b"/>
            <a:pathLst>
              <a:path w="1950" h="2085" extrusionOk="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4588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229" name="Google Shape;229;p19"/>
          <p:cNvSpPr/>
          <p:nvPr/>
        </p:nvSpPr>
        <p:spPr>
          <a:xfrm>
            <a:off x="6096000" y="0"/>
            <a:ext cx="6096000"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900">
              <a:solidFill>
                <a:schemeClr val="lt1"/>
              </a:solidFill>
              <a:latin typeface="Arial"/>
              <a:ea typeface="Arial"/>
              <a:cs typeface="Arial"/>
              <a:sym typeface="Arial"/>
            </a:endParaRPr>
          </a:p>
        </p:txBody>
      </p:sp>
      <p:sp>
        <p:nvSpPr>
          <p:cNvPr id="230" name="Google Shape;230;p19"/>
          <p:cNvSpPr/>
          <p:nvPr/>
        </p:nvSpPr>
        <p:spPr>
          <a:xfrm>
            <a:off x="8032751" y="342900"/>
            <a:ext cx="1984140" cy="2122488"/>
          </a:xfrm>
          <a:custGeom>
            <a:avLst/>
            <a:gdLst/>
            <a:ahLst/>
            <a:cxnLst/>
            <a:rect l="l" t="t" r="r" b="b"/>
            <a:pathLst>
              <a:path w="1950" h="2085" extrusionOk="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grpSp>
        <p:nvGrpSpPr>
          <p:cNvPr id="231" name="Google Shape;231;p19"/>
          <p:cNvGrpSpPr/>
          <p:nvPr/>
        </p:nvGrpSpPr>
        <p:grpSpPr>
          <a:xfrm>
            <a:off x="460203" y="6501362"/>
            <a:ext cx="180165" cy="177825"/>
            <a:chOff x="2940050" y="1514475"/>
            <a:chExt cx="4643437" cy="4583110"/>
          </a:xfrm>
        </p:grpSpPr>
        <p:sp>
          <p:nvSpPr>
            <p:cNvPr id="232" name="Google Shape;232;p19"/>
            <p:cNvSpPr/>
            <p:nvPr/>
          </p:nvSpPr>
          <p:spPr>
            <a:xfrm>
              <a:off x="5507038" y="1514475"/>
              <a:ext cx="1576386" cy="1741489"/>
            </a:xfrm>
            <a:custGeom>
              <a:avLst/>
              <a:gdLst/>
              <a:ahLst/>
              <a:cxnLst/>
              <a:rect l="l" t="t" r="r" b="b"/>
              <a:pathLst>
                <a:path w="4378" h="4837" extrusionOk="0">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233" name="Google Shape;233;p19"/>
            <p:cNvSpPr/>
            <p:nvPr/>
          </p:nvSpPr>
          <p:spPr>
            <a:xfrm>
              <a:off x="5970588" y="2924175"/>
              <a:ext cx="1612899" cy="1784347"/>
            </a:xfrm>
            <a:custGeom>
              <a:avLst/>
              <a:gdLst/>
              <a:ahLst/>
              <a:cxnLst/>
              <a:rect l="l" t="t" r="r" b="b"/>
              <a:pathLst>
                <a:path w="4479" h="4958" extrusionOk="0">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234" name="Google Shape;234;p19"/>
            <p:cNvSpPr/>
            <p:nvPr/>
          </p:nvSpPr>
          <p:spPr>
            <a:xfrm>
              <a:off x="5499100" y="4398963"/>
              <a:ext cx="1590674" cy="1698622"/>
            </a:xfrm>
            <a:custGeom>
              <a:avLst/>
              <a:gdLst/>
              <a:ahLst/>
              <a:cxnLst/>
              <a:rect l="l" t="t" r="r" b="b"/>
              <a:pathLst>
                <a:path w="4419" h="4720" extrusionOk="0">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235" name="Google Shape;235;p19"/>
            <p:cNvSpPr/>
            <p:nvPr/>
          </p:nvSpPr>
          <p:spPr>
            <a:xfrm>
              <a:off x="3435350" y="4359275"/>
              <a:ext cx="1571629" cy="1736721"/>
            </a:xfrm>
            <a:custGeom>
              <a:avLst/>
              <a:gdLst/>
              <a:ahLst/>
              <a:cxnLst/>
              <a:rect l="l" t="t" r="r" b="b"/>
              <a:pathLst>
                <a:path w="4367" h="4826" extrusionOk="0">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236" name="Google Shape;236;p19"/>
            <p:cNvSpPr/>
            <p:nvPr/>
          </p:nvSpPr>
          <p:spPr>
            <a:xfrm>
              <a:off x="2940050" y="2924175"/>
              <a:ext cx="1606554" cy="1771655"/>
            </a:xfrm>
            <a:custGeom>
              <a:avLst/>
              <a:gdLst/>
              <a:ahLst/>
              <a:cxnLst/>
              <a:rect l="l" t="t" r="r" b="b"/>
              <a:pathLst>
                <a:path w="4462" h="4920" extrusionOk="0">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237" name="Google Shape;237;p19"/>
            <p:cNvSpPr/>
            <p:nvPr/>
          </p:nvSpPr>
          <p:spPr>
            <a:xfrm>
              <a:off x="3424238" y="1514475"/>
              <a:ext cx="1598617" cy="1708145"/>
            </a:xfrm>
            <a:custGeom>
              <a:avLst/>
              <a:gdLst/>
              <a:ahLst/>
              <a:cxnLst/>
              <a:rect l="l" t="t" r="r" b="b"/>
              <a:pathLst>
                <a:path w="4439" h="4746" extrusionOk="0">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238" name="Google Shape;238;p19"/>
            <p:cNvSpPr/>
            <p:nvPr/>
          </p:nvSpPr>
          <p:spPr>
            <a:xfrm>
              <a:off x="4724400" y="3267075"/>
              <a:ext cx="1071564" cy="1093786"/>
            </a:xfrm>
            <a:custGeom>
              <a:avLst/>
              <a:gdLst/>
              <a:ahLst/>
              <a:cxnLst/>
              <a:rect l="l" t="t" r="r" b="b"/>
              <a:pathLst>
                <a:path w="2977" h="3038" extrusionOk="0">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grpSp>
      <p:sp>
        <p:nvSpPr>
          <p:cNvPr id="239" name="Google Shape;239;p19"/>
          <p:cNvSpPr/>
          <p:nvPr/>
        </p:nvSpPr>
        <p:spPr>
          <a:xfrm>
            <a:off x="6099175" y="3222626"/>
            <a:ext cx="4248542" cy="3635375"/>
          </a:xfrm>
          <a:custGeom>
            <a:avLst/>
            <a:gdLst/>
            <a:ahLst/>
            <a:cxnLst/>
            <a:rect l="l" t="t" r="r" b="b"/>
            <a:pathLst>
              <a:path w="4248542" h="3635375" extrusionOk="0">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900">
              <a:solidFill>
                <a:schemeClr val="lt1"/>
              </a:solidFill>
              <a:latin typeface="Arial"/>
              <a:ea typeface="Arial"/>
              <a:cs typeface="Arial"/>
              <a:sym typeface="Arial"/>
            </a:endParaRPr>
          </a:p>
        </p:txBody>
      </p:sp>
      <p:sp>
        <p:nvSpPr>
          <p:cNvPr id="240" name="Google Shape;240;p19"/>
          <p:cNvSpPr/>
          <p:nvPr/>
        </p:nvSpPr>
        <p:spPr>
          <a:xfrm>
            <a:off x="9578868" y="845800"/>
            <a:ext cx="2613132" cy="3741797"/>
          </a:xfrm>
          <a:custGeom>
            <a:avLst/>
            <a:gdLst/>
            <a:ahLst/>
            <a:cxnLst/>
            <a:rect l="l" t="t" r="r" b="b"/>
            <a:pathLst>
              <a:path w="2613132" h="3741797" extrusionOk="0">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900">
              <a:solidFill>
                <a:schemeClr val="lt1"/>
              </a:solidFill>
              <a:latin typeface="Arial"/>
              <a:ea typeface="Arial"/>
              <a:cs typeface="Arial"/>
              <a:sym typeface="Arial"/>
            </a:endParaRPr>
          </a:p>
        </p:txBody>
      </p:sp>
      <p:sp>
        <p:nvSpPr>
          <p:cNvPr id="241" name="Google Shape;241;p19"/>
          <p:cNvSpPr txBox="1">
            <a:spLocks noGrp="1"/>
          </p:cNvSpPr>
          <p:nvPr>
            <p:ph type="body" idx="1"/>
          </p:nvPr>
        </p:nvSpPr>
        <p:spPr>
          <a:xfrm>
            <a:off x="6426200" y="1206500"/>
            <a:ext cx="5397600" cy="5219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lt1"/>
              </a:buClr>
              <a:buSzPts val="1900"/>
              <a:buFont typeface="Arial"/>
              <a:buNone/>
              <a:defRPr sz="1900" b="0" i="0" u="none" strike="noStrike" cap="none">
                <a:solidFill>
                  <a:schemeClr val="lt1"/>
                </a:solidFill>
                <a:latin typeface="Arial"/>
                <a:ea typeface="Arial"/>
                <a:cs typeface="Arial"/>
                <a:sym typeface="Arial"/>
              </a:defRPr>
            </a:lvl1pPr>
            <a:lvl2pPr marL="914400" marR="0" lvl="1" indent="-228600"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2pPr>
            <a:lvl3pPr marL="1371600" marR="0" lvl="2" indent="-228600"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3pPr>
            <a:lvl4pPr marL="1828800" marR="0" lvl="3" indent="-228600"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4pPr>
            <a:lvl5pPr marL="2286000" marR="0" lvl="4" indent="-228600"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9pPr>
          </a:lstStyle>
          <a:p>
            <a:endParaRPr/>
          </a:p>
        </p:txBody>
      </p:sp>
      <p:sp>
        <p:nvSpPr>
          <p:cNvPr id="242" name="Google Shape;242;p19"/>
          <p:cNvSpPr/>
          <p:nvPr/>
        </p:nvSpPr>
        <p:spPr>
          <a:xfrm>
            <a:off x="8655051" y="3671382"/>
            <a:ext cx="2101851" cy="2248407"/>
          </a:xfrm>
          <a:custGeom>
            <a:avLst/>
            <a:gdLst/>
            <a:ahLst/>
            <a:cxnLst/>
            <a:rect l="l" t="t" r="r" b="b"/>
            <a:pathLst>
              <a:path w="1950" h="2085" extrusionOk="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4588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grpSp>
        <p:nvGrpSpPr>
          <p:cNvPr id="243" name="Google Shape;243;p19"/>
          <p:cNvGrpSpPr/>
          <p:nvPr/>
        </p:nvGrpSpPr>
        <p:grpSpPr>
          <a:xfrm>
            <a:off x="460203" y="6501362"/>
            <a:ext cx="180165" cy="177825"/>
            <a:chOff x="2940050" y="1514475"/>
            <a:chExt cx="4643437" cy="4583110"/>
          </a:xfrm>
        </p:grpSpPr>
        <p:sp>
          <p:nvSpPr>
            <p:cNvPr id="244" name="Google Shape;244;p19"/>
            <p:cNvSpPr/>
            <p:nvPr/>
          </p:nvSpPr>
          <p:spPr>
            <a:xfrm>
              <a:off x="5507038" y="1514475"/>
              <a:ext cx="1576386" cy="1741489"/>
            </a:xfrm>
            <a:custGeom>
              <a:avLst/>
              <a:gdLst/>
              <a:ahLst/>
              <a:cxnLst/>
              <a:rect l="l" t="t" r="r" b="b"/>
              <a:pathLst>
                <a:path w="4378" h="4837" extrusionOk="0">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245" name="Google Shape;245;p19"/>
            <p:cNvSpPr/>
            <p:nvPr/>
          </p:nvSpPr>
          <p:spPr>
            <a:xfrm>
              <a:off x="5970588" y="2924175"/>
              <a:ext cx="1612899" cy="1784347"/>
            </a:xfrm>
            <a:custGeom>
              <a:avLst/>
              <a:gdLst/>
              <a:ahLst/>
              <a:cxnLst/>
              <a:rect l="l" t="t" r="r" b="b"/>
              <a:pathLst>
                <a:path w="4479" h="4958" extrusionOk="0">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246" name="Google Shape;246;p19"/>
            <p:cNvSpPr/>
            <p:nvPr/>
          </p:nvSpPr>
          <p:spPr>
            <a:xfrm>
              <a:off x="5499100" y="4398963"/>
              <a:ext cx="1590674" cy="1698622"/>
            </a:xfrm>
            <a:custGeom>
              <a:avLst/>
              <a:gdLst/>
              <a:ahLst/>
              <a:cxnLst/>
              <a:rect l="l" t="t" r="r" b="b"/>
              <a:pathLst>
                <a:path w="4419" h="4720" extrusionOk="0">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247" name="Google Shape;247;p19"/>
            <p:cNvSpPr/>
            <p:nvPr/>
          </p:nvSpPr>
          <p:spPr>
            <a:xfrm>
              <a:off x="3435350" y="4359275"/>
              <a:ext cx="1571629" cy="1736721"/>
            </a:xfrm>
            <a:custGeom>
              <a:avLst/>
              <a:gdLst/>
              <a:ahLst/>
              <a:cxnLst/>
              <a:rect l="l" t="t" r="r" b="b"/>
              <a:pathLst>
                <a:path w="4367" h="4826" extrusionOk="0">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248" name="Google Shape;248;p19"/>
            <p:cNvSpPr/>
            <p:nvPr/>
          </p:nvSpPr>
          <p:spPr>
            <a:xfrm>
              <a:off x="2940050" y="2924175"/>
              <a:ext cx="1606554" cy="1771655"/>
            </a:xfrm>
            <a:custGeom>
              <a:avLst/>
              <a:gdLst/>
              <a:ahLst/>
              <a:cxnLst/>
              <a:rect l="l" t="t" r="r" b="b"/>
              <a:pathLst>
                <a:path w="4462" h="4920" extrusionOk="0">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249" name="Google Shape;249;p19"/>
            <p:cNvSpPr/>
            <p:nvPr/>
          </p:nvSpPr>
          <p:spPr>
            <a:xfrm>
              <a:off x="3424238" y="1514475"/>
              <a:ext cx="1598617" cy="1708145"/>
            </a:xfrm>
            <a:custGeom>
              <a:avLst/>
              <a:gdLst/>
              <a:ahLst/>
              <a:cxnLst/>
              <a:rect l="l" t="t" r="r" b="b"/>
              <a:pathLst>
                <a:path w="4439" h="4746" extrusionOk="0">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250" name="Google Shape;250;p19"/>
            <p:cNvSpPr/>
            <p:nvPr/>
          </p:nvSpPr>
          <p:spPr>
            <a:xfrm>
              <a:off x="4724400" y="3267075"/>
              <a:ext cx="1071564" cy="1093786"/>
            </a:xfrm>
            <a:custGeom>
              <a:avLst/>
              <a:gdLst/>
              <a:ahLst/>
              <a:cxnLst/>
              <a:rect l="l" t="t" r="r" b="b"/>
              <a:pathLst>
                <a:path w="2977" h="3038" extrusionOk="0">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grpSp>
      <p:sp>
        <p:nvSpPr>
          <p:cNvPr id="251" name="Google Shape;251;p19"/>
          <p:cNvSpPr txBox="1">
            <a:spLocks noGrp="1"/>
          </p:cNvSpPr>
          <p:nvPr>
            <p:ph type="sldNum" idx="12"/>
          </p:nvPr>
        </p:nvSpPr>
        <p:spPr>
          <a:xfrm>
            <a:off x="11543868" y="6494180"/>
            <a:ext cx="342900" cy="215700"/>
          </a:xfrm>
          <a:prstGeom prst="rect">
            <a:avLst/>
          </a:prstGeom>
          <a:noFill/>
          <a:ln>
            <a:noFill/>
          </a:ln>
        </p:spPr>
        <p:txBody>
          <a:bodyPr spcFirstLastPara="1" wrap="square" lIns="91425" tIns="45700" rIns="91425" bIns="45700" anchor="b" anchorCtr="0">
            <a:noAutofit/>
          </a:bodyPr>
          <a:lstStyle>
            <a:lvl1pPr marL="0" marR="0" lvl="0" indent="0" algn="r" rtl="0">
              <a:spcBef>
                <a:spcPts val="0"/>
              </a:spcBef>
              <a:buNone/>
              <a:defRPr sz="800" b="0" i="0">
                <a:solidFill>
                  <a:schemeClr val="lt1"/>
                </a:solidFill>
                <a:latin typeface="Arial"/>
                <a:ea typeface="Arial"/>
                <a:cs typeface="Arial"/>
                <a:sym typeface="Arial"/>
              </a:defRPr>
            </a:lvl1pPr>
            <a:lvl2pPr marL="0" marR="0" lvl="1" indent="0" algn="r" rtl="0">
              <a:spcBef>
                <a:spcPts val="0"/>
              </a:spcBef>
              <a:buNone/>
              <a:defRPr sz="800" b="0" i="0">
                <a:solidFill>
                  <a:schemeClr val="lt1"/>
                </a:solidFill>
                <a:latin typeface="Arial"/>
                <a:ea typeface="Arial"/>
                <a:cs typeface="Arial"/>
                <a:sym typeface="Arial"/>
              </a:defRPr>
            </a:lvl2pPr>
            <a:lvl3pPr marL="0" marR="0" lvl="2" indent="0" algn="r" rtl="0">
              <a:spcBef>
                <a:spcPts val="0"/>
              </a:spcBef>
              <a:buNone/>
              <a:defRPr sz="800" b="0" i="0">
                <a:solidFill>
                  <a:schemeClr val="lt1"/>
                </a:solidFill>
                <a:latin typeface="Arial"/>
                <a:ea typeface="Arial"/>
                <a:cs typeface="Arial"/>
                <a:sym typeface="Arial"/>
              </a:defRPr>
            </a:lvl3pPr>
            <a:lvl4pPr marL="0" marR="0" lvl="3" indent="0" algn="r" rtl="0">
              <a:spcBef>
                <a:spcPts val="0"/>
              </a:spcBef>
              <a:buNone/>
              <a:defRPr sz="800" b="0" i="0">
                <a:solidFill>
                  <a:schemeClr val="lt1"/>
                </a:solidFill>
                <a:latin typeface="Arial"/>
                <a:ea typeface="Arial"/>
                <a:cs typeface="Arial"/>
                <a:sym typeface="Arial"/>
              </a:defRPr>
            </a:lvl4pPr>
            <a:lvl5pPr marL="0" marR="0" lvl="4" indent="0" algn="r" rtl="0">
              <a:spcBef>
                <a:spcPts val="0"/>
              </a:spcBef>
              <a:buNone/>
              <a:defRPr sz="800" b="0" i="0">
                <a:solidFill>
                  <a:schemeClr val="lt1"/>
                </a:solidFill>
                <a:latin typeface="Arial"/>
                <a:ea typeface="Arial"/>
                <a:cs typeface="Arial"/>
                <a:sym typeface="Arial"/>
              </a:defRPr>
            </a:lvl5pPr>
            <a:lvl6pPr marL="0" marR="0" lvl="5" indent="0" algn="r" rtl="0">
              <a:spcBef>
                <a:spcPts val="0"/>
              </a:spcBef>
              <a:buNone/>
              <a:defRPr sz="800" b="0" i="0">
                <a:solidFill>
                  <a:schemeClr val="lt1"/>
                </a:solidFill>
                <a:latin typeface="Arial"/>
                <a:ea typeface="Arial"/>
                <a:cs typeface="Arial"/>
                <a:sym typeface="Arial"/>
              </a:defRPr>
            </a:lvl6pPr>
            <a:lvl7pPr marL="0" marR="0" lvl="6" indent="0" algn="r" rtl="0">
              <a:spcBef>
                <a:spcPts val="0"/>
              </a:spcBef>
              <a:buNone/>
              <a:defRPr sz="800" b="0" i="0">
                <a:solidFill>
                  <a:schemeClr val="lt1"/>
                </a:solidFill>
                <a:latin typeface="Arial"/>
                <a:ea typeface="Arial"/>
                <a:cs typeface="Arial"/>
                <a:sym typeface="Arial"/>
              </a:defRPr>
            </a:lvl7pPr>
            <a:lvl8pPr marL="0" marR="0" lvl="7" indent="0" algn="r" rtl="0">
              <a:spcBef>
                <a:spcPts val="0"/>
              </a:spcBef>
              <a:buNone/>
              <a:defRPr sz="800" b="0" i="0">
                <a:solidFill>
                  <a:schemeClr val="lt1"/>
                </a:solidFill>
                <a:latin typeface="Arial"/>
                <a:ea typeface="Arial"/>
                <a:cs typeface="Arial"/>
                <a:sym typeface="Arial"/>
              </a:defRPr>
            </a:lvl8pPr>
            <a:lvl9pPr marL="0" marR="0" lvl="8" indent="0" algn="r" rtl="0">
              <a:spcBef>
                <a:spcPts val="0"/>
              </a:spcBef>
              <a:buNone/>
              <a:defRPr sz="800" b="0" i="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52" name="Google Shape;252;p19"/>
          <p:cNvSpPr txBox="1">
            <a:spLocks noGrp="1"/>
          </p:cNvSpPr>
          <p:nvPr>
            <p:ph type="body" idx="2"/>
          </p:nvPr>
        </p:nvSpPr>
        <p:spPr>
          <a:xfrm>
            <a:off x="403860" y="512763"/>
            <a:ext cx="5330100" cy="723900"/>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100"/>
              </a:spcBef>
              <a:spcAft>
                <a:spcPts val="0"/>
              </a:spcAft>
              <a:buClr>
                <a:schemeClr val="dk1"/>
              </a:buClr>
              <a:buSzPts val="3600"/>
              <a:buFont typeface="Arial"/>
              <a:buNone/>
              <a:defRPr sz="3600" b="1" i="0" u="none" strike="noStrike" cap="none">
                <a:solidFill>
                  <a:schemeClr val="dk1"/>
                </a:solidFill>
                <a:latin typeface="Arial"/>
                <a:ea typeface="Arial"/>
                <a:cs typeface="Arial"/>
                <a:sym typeface="Arial"/>
              </a:defRPr>
            </a:lvl1pPr>
            <a:lvl2pPr marL="914400" marR="0" lvl="1"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9pPr>
          </a:lstStyle>
          <a:p>
            <a:endParaRPr/>
          </a:p>
        </p:txBody>
      </p:sp>
      <p:sp>
        <p:nvSpPr>
          <p:cNvPr id="253" name="Google Shape;253;p19"/>
          <p:cNvSpPr txBox="1">
            <a:spLocks noGrp="1"/>
          </p:cNvSpPr>
          <p:nvPr>
            <p:ph type="body" idx="3"/>
          </p:nvPr>
        </p:nvSpPr>
        <p:spPr>
          <a:xfrm>
            <a:off x="406083" y="1249998"/>
            <a:ext cx="5339100" cy="393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rgbClr val="5B5B5B"/>
              </a:buClr>
              <a:buSzPts val="2100"/>
              <a:buFont typeface="Arial"/>
              <a:buNone/>
              <a:defRPr sz="2100" b="0" i="0" u="none" strike="noStrike" cap="none">
                <a:solidFill>
                  <a:srgbClr val="5B5B5B"/>
                </a:solidFill>
                <a:latin typeface="Arial"/>
                <a:ea typeface="Arial"/>
                <a:cs typeface="Arial"/>
                <a:sym typeface="Arial"/>
              </a:defRPr>
            </a:lvl1pPr>
            <a:lvl2pPr marL="914400" marR="0" lvl="1"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9pPr>
          </a:lstStyle>
          <a:p>
            <a:endParaRPr/>
          </a:p>
        </p:txBody>
      </p:sp>
      <p:sp>
        <p:nvSpPr>
          <p:cNvPr id="254" name="Google Shape;254;p19"/>
          <p:cNvSpPr/>
          <p:nvPr/>
        </p:nvSpPr>
        <p:spPr>
          <a:xfrm>
            <a:off x="636014" y="6491347"/>
            <a:ext cx="2709300" cy="215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800" b="0" i="0">
                <a:solidFill>
                  <a:srgbClr val="929292"/>
                </a:solidFill>
                <a:latin typeface="Arial"/>
                <a:ea typeface="Arial"/>
                <a:cs typeface="Arial"/>
                <a:sym typeface="Arial"/>
              </a:rPr>
              <a:t>© </a:t>
            </a:r>
            <a:r>
              <a:rPr lang="en-US" sz="800">
                <a:solidFill>
                  <a:srgbClr val="929292"/>
                </a:solidFill>
              </a:rPr>
              <a:t>2020 </a:t>
            </a:r>
            <a:r>
              <a:rPr lang="en-US" sz="800" b="0" i="0">
                <a:solidFill>
                  <a:srgbClr val="929292"/>
                </a:solidFill>
                <a:latin typeface="Arial"/>
                <a:ea typeface="Arial"/>
                <a:cs typeface="Arial"/>
                <a:sym typeface="Arial"/>
              </a:rPr>
              <a:t>Snowflake Inc. All Rights Reserved</a:t>
            </a:r>
            <a:endParaRPr sz="800">
              <a:solidFill>
                <a:srgbClr val="929292"/>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plit Layout 1">
  <p:cSld name="Split Layout_1">
    <p:spTree>
      <p:nvGrpSpPr>
        <p:cNvPr id="1" name="Shape 287"/>
        <p:cNvGrpSpPr/>
        <p:nvPr/>
      </p:nvGrpSpPr>
      <p:grpSpPr>
        <a:xfrm>
          <a:off x="0" y="0"/>
          <a:ext cx="0" cy="0"/>
          <a:chOff x="0" y="0"/>
          <a:chExt cx="0" cy="0"/>
        </a:xfrm>
      </p:grpSpPr>
      <p:sp>
        <p:nvSpPr>
          <p:cNvPr id="288" name="Google Shape;288;p21"/>
          <p:cNvSpPr/>
          <p:nvPr/>
        </p:nvSpPr>
        <p:spPr>
          <a:xfrm>
            <a:off x="8655051" y="3671382"/>
            <a:ext cx="2101851" cy="2248407"/>
          </a:xfrm>
          <a:custGeom>
            <a:avLst/>
            <a:gdLst/>
            <a:ahLst/>
            <a:cxnLst/>
            <a:rect l="l" t="t" r="r" b="b"/>
            <a:pathLst>
              <a:path w="1950" h="2085" extrusionOk="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4588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grpSp>
        <p:nvGrpSpPr>
          <p:cNvPr id="289" name="Google Shape;289;p21"/>
          <p:cNvGrpSpPr/>
          <p:nvPr/>
        </p:nvGrpSpPr>
        <p:grpSpPr>
          <a:xfrm>
            <a:off x="460203" y="6501362"/>
            <a:ext cx="180165" cy="177825"/>
            <a:chOff x="2940050" y="1514475"/>
            <a:chExt cx="4643437" cy="4583110"/>
          </a:xfrm>
        </p:grpSpPr>
        <p:sp>
          <p:nvSpPr>
            <p:cNvPr id="290" name="Google Shape;290;p21"/>
            <p:cNvSpPr/>
            <p:nvPr/>
          </p:nvSpPr>
          <p:spPr>
            <a:xfrm>
              <a:off x="5507038" y="1514475"/>
              <a:ext cx="1576386" cy="1741489"/>
            </a:xfrm>
            <a:custGeom>
              <a:avLst/>
              <a:gdLst/>
              <a:ahLst/>
              <a:cxnLst/>
              <a:rect l="l" t="t" r="r" b="b"/>
              <a:pathLst>
                <a:path w="4378" h="4837" extrusionOk="0">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291" name="Google Shape;291;p21"/>
            <p:cNvSpPr/>
            <p:nvPr/>
          </p:nvSpPr>
          <p:spPr>
            <a:xfrm>
              <a:off x="5970588" y="2924175"/>
              <a:ext cx="1612899" cy="1784347"/>
            </a:xfrm>
            <a:custGeom>
              <a:avLst/>
              <a:gdLst/>
              <a:ahLst/>
              <a:cxnLst/>
              <a:rect l="l" t="t" r="r" b="b"/>
              <a:pathLst>
                <a:path w="4479" h="4958" extrusionOk="0">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292" name="Google Shape;292;p21"/>
            <p:cNvSpPr/>
            <p:nvPr/>
          </p:nvSpPr>
          <p:spPr>
            <a:xfrm>
              <a:off x="5499100" y="4398963"/>
              <a:ext cx="1590674" cy="1698622"/>
            </a:xfrm>
            <a:custGeom>
              <a:avLst/>
              <a:gdLst/>
              <a:ahLst/>
              <a:cxnLst/>
              <a:rect l="l" t="t" r="r" b="b"/>
              <a:pathLst>
                <a:path w="4419" h="4720" extrusionOk="0">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293" name="Google Shape;293;p21"/>
            <p:cNvSpPr/>
            <p:nvPr/>
          </p:nvSpPr>
          <p:spPr>
            <a:xfrm>
              <a:off x="3435350" y="4359275"/>
              <a:ext cx="1571629" cy="1736721"/>
            </a:xfrm>
            <a:custGeom>
              <a:avLst/>
              <a:gdLst/>
              <a:ahLst/>
              <a:cxnLst/>
              <a:rect l="l" t="t" r="r" b="b"/>
              <a:pathLst>
                <a:path w="4367" h="4826" extrusionOk="0">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294" name="Google Shape;294;p21"/>
            <p:cNvSpPr/>
            <p:nvPr/>
          </p:nvSpPr>
          <p:spPr>
            <a:xfrm>
              <a:off x="2940050" y="2924175"/>
              <a:ext cx="1606554" cy="1771655"/>
            </a:xfrm>
            <a:custGeom>
              <a:avLst/>
              <a:gdLst/>
              <a:ahLst/>
              <a:cxnLst/>
              <a:rect l="l" t="t" r="r" b="b"/>
              <a:pathLst>
                <a:path w="4462" h="4920" extrusionOk="0">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295" name="Google Shape;295;p21"/>
            <p:cNvSpPr/>
            <p:nvPr/>
          </p:nvSpPr>
          <p:spPr>
            <a:xfrm>
              <a:off x="3424238" y="1514475"/>
              <a:ext cx="1598617" cy="1708145"/>
            </a:xfrm>
            <a:custGeom>
              <a:avLst/>
              <a:gdLst/>
              <a:ahLst/>
              <a:cxnLst/>
              <a:rect l="l" t="t" r="r" b="b"/>
              <a:pathLst>
                <a:path w="4439" h="4746" extrusionOk="0">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296" name="Google Shape;296;p21"/>
            <p:cNvSpPr/>
            <p:nvPr/>
          </p:nvSpPr>
          <p:spPr>
            <a:xfrm>
              <a:off x="4724400" y="3267075"/>
              <a:ext cx="1071564" cy="1093786"/>
            </a:xfrm>
            <a:custGeom>
              <a:avLst/>
              <a:gdLst/>
              <a:ahLst/>
              <a:cxnLst/>
              <a:rect l="l" t="t" r="r" b="b"/>
              <a:pathLst>
                <a:path w="2977" h="3038" extrusionOk="0">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grpSp>
      <p:sp>
        <p:nvSpPr>
          <p:cNvPr id="297" name="Google Shape;297;p21"/>
          <p:cNvSpPr txBox="1">
            <a:spLocks noGrp="1"/>
          </p:cNvSpPr>
          <p:nvPr>
            <p:ph type="body" idx="1"/>
          </p:nvPr>
        </p:nvSpPr>
        <p:spPr>
          <a:xfrm>
            <a:off x="6426200" y="1206500"/>
            <a:ext cx="5397600" cy="5219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lt1"/>
              </a:buClr>
              <a:buSzPts val="1900"/>
              <a:buFont typeface="Arial"/>
              <a:buNone/>
              <a:defRPr sz="1900" b="0" i="0" u="none" strike="noStrike" cap="none">
                <a:solidFill>
                  <a:schemeClr val="lt1"/>
                </a:solidFill>
                <a:latin typeface="Arial"/>
                <a:ea typeface="Arial"/>
                <a:cs typeface="Arial"/>
                <a:sym typeface="Arial"/>
              </a:defRPr>
            </a:lvl1pPr>
            <a:lvl2pPr marL="914400" marR="0" lvl="1" indent="-228600"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2pPr>
            <a:lvl3pPr marL="1371600" marR="0" lvl="2" indent="-228600"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3pPr>
            <a:lvl4pPr marL="1828800" marR="0" lvl="3" indent="-228600"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4pPr>
            <a:lvl5pPr marL="2286000" marR="0" lvl="4" indent="-228600"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9pPr>
          </a:lstStyle>
          <a:p>
            <a:endParaRPr/>
          </a:p>
        </p:txBody>
      </p:sp>
      <p:grpSp>
        <p:nvGrpSpPr>
          <p:cNvPr id="298" name="Google Shape;298;p21"/>
          <p:cNvGrpSpPr/>
          <p:nvPr/>
        </p:nvGrpSpPr>
        <p:grpSpPr>
          <a:xfrm>
            <a:off x="460203" y="6501362"/>
            <a:ext cx="180165" cy="177825"/>
            <a:chOff x="2940050" y="1514475"/>
            <a:chExt cx="4643437" cy="4583110"/>
          </a:xfrm>
        </p:grpSpPr>
        <p:sp>
          <p:nvSpPr>
            <p:cNvPr id="299" name="Google Shape;299;p21"/>
            <p:cNvSpPr/>
            <p:nvPr/>
          </p:nvSpPr>
          <p:spPr>
            <a:xfrm>
              <a:off x="5507038" y="1514475"/>
              <a:ext cx="1576386" cy="1741489"/>
            </a:xfrm>
            <a:custGeom>
              <a:avLst/>
              <a:gdLst/>
              <a:ahLst/>
              <a:cxnLst/>
              <a:rect l="l" t="t" r="r" b="b"/>
              <a:pathLst>
                <a:path w="4378" h="4837" extrusionOk="0">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300" name="Google Shape;300;p21"/>
            <p:cNvSpPr/>
            <p:nvPr/>
          </p:nvSpPr>
          <p:spPr>
            <a:xfrm>
              <a:off x="5970588" y="2924175"/>
              <a:ext cx="1612899" cy="1784347"/>
            </a:xfrm>
            <a:custGeom>
              <a:avLst/>
              <a:gdLst/>
              <a:ahLst/>
              <a:cxnLst/>
              <a:rect l="l" t="t" r="r" b="b"/>
              <a:pathLst>
                <a:path w="4479" h="4958" extrusionOk="0">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301" name="Google Shape;301;p21"/>
            <p:cNvSpPr/>
            <p:nvPr/>
          </p:nvSpPr>
          <p:spPr>
            <a:xfrm>
              <a:off x="5499100" y="4398963"/>
              <a:ext cx="1590674" cy="1698622"/>
            </a:xfrm>
            <a:custGeom>
              <a:avLst/>
              <a:gdLst/>
              <a:ahLst/>
              <a:cxnLst/>
              <a:rect l="l" t="t" r="r" b="b"/>
              <a:pathLst>
                <a:path w="4419" h="4720" extrusionOk="0">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302" name="Google Shape;302;p21"/>
            <p:cNvSpPr/>
            <p:nvPr/>
          </p:nvSpPr>
          <p:spPr>
            <a:xfrm>
              <a:off x="3435350" y="4359275"/>
              <a:ext cx="1571629" cy="1736721"/>
            </a:xfrm>
            <a:custGeom>
              <a:avLst/>
              <a:gdLst/>
              <a:ahLst/>
              <a:cxnLst/>
              <a:rect l="l" t="t" r="r" b="b"/>
              <a:pathLst>
                <a:path w="4367" h="4826" extrusionOk="0">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303" name="Google Shape;303;p21"/>
            <p:cNvSpPr/>
            <p:nvPr/>
          </p:nvSpPr>
          <p:spPr>
            <a:xfrm>
              <a:off x="2940050" y="2924175"/>
              <a:ext cx="1606554" cy="1771655"/>
            </a:xfrm>
            <a:custGeom>
              <a:avLst/>
              <a:gdLst/>
              <a:ahLst/>
              <a:cxnLst/>
              <a:rect l="l" t="t" r="r" b="b"/>
              <a:pathLst>
                <a:path w="4462" h="4920" extrusionOk="0">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304" name="Google Shape;304;p21"/>
            <p:cNvSpPr/>
            <p:nvPr/>
          </p:nvSpPr>
          <p:spPr>
            <a:xfrm>
              <a:off x="3424238" y="1514475"/>
              <a:ext cx="1598617" cy="1708145"/>
            </a:xfrm>
            <a:custGeom>
              <a:avLst/>
              <a:gdLst/>
              <a:ahLst/>
              <a:cxnLst/>
              <a:rect l="l" t="t" r="r" b="b"/>
              <a:pathLst>
                <a:path w="4439" h="4746" extrusionOk="0">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305" name="Google Shape;305;p21"/>
            <p:cNvSpPr/>
            <p:nvPr/>
          </p:nvSpPr>
          <p:spPr>
            <a:xfrm>
              <a:off x="4724400" y="3267075"/>
              <a:ext cx="1071564" cy="1093786"/>
            </a:xfrm>
            <a:custGeom>
              <a:avLst/>
              <a:gdLst/>
              <a:ahLst/>
              <a:cxnLst/>
              <a:rect l="l" t="t" r="r" b="b"/>
              <a:pathLst>
                <a:path w="2977" h="3038" extrusionOk="0">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grpSp>
      <p:sp>
        <p:nvSpPr>
          <p:cNvPr id="306" name="Google Shape;306;p21"/>
          <p:cNvSpPr txBox="1">
            <a:spLocks noGrp="1"/>
          </p:cNvSpPr>
          <p:nvPr>
            <p:ph type="sldNum" idx="12"/>
          </p:nvPr>
        </p:nvSpPr>
        <p:spPr>
          <a:xfrm>
            <a:off x="11543868" y="6494180"/>
            <a:ext cx="342900" cy="215700"/>
          </a:xfrm>
          <a:prstGeom prst="rect">
            <a:avLst/>
          </a:prstGeom>
          <a:noFill/>
          <a:ln>
            <a:noFill/>
          </a:ln>
        </p:spPr>
        <p:txBody>
          <a:bodyPr spcFirstLastPara="1" wrap="square" lIns="91425" tIns="45700" rIns="91425" bIns="45700" anchor="b" anchorCtr="0">
            <a:noAutofit/>
          </a:bodyPr>
          <a:lstStyle>
            <a:lvl1pPr marL="0" marR="0" lvl="0" indent="0" algn="r" rtl="0">
              <a:spcBef>
                <a:spcPts val="0"/>
              </a:spcBef>
              <a:buNone/>
              <a:defRPr sz="800" b="0" i="0">
                <a:solidFill>
                  <a:schemeClr val="lt1"/>
                </a:solidFill>
                <a:latin typeface="Arial"/>
                <a:ea typeface="Arial"/>
                <a:cs typeface="Arial"/>
                <a:sym typeface="Arial"/>
              </a:defRPr>
            </a:lvl1pPr>
            <a:lvl2pPr marL="0" marR="0" lvl="1" indent="0" algn="r" rtl="0">
              <a:spcBef>
                <a:spcPts val="0"/>
              </a:spcBef>
              <a:buNone/>
              <a:defRPr sz="800" b="0" i="0">
                <a:solidFill>
                  <a:schemeClr val="lt1"/>
                </a:solidFill>
                <a:latin typeface="Arial"/>
                <a:ea typeface="Arial"/>
                <a:cs typeface="Arial"/>
                <a:sym typeface="Arial"/>
              </a:defRPr>
            </a:lvl2pPr>
            <a:lvl3pPr marL="0" marR="0" lvl="2" indent="0" algn="r" rtl="0">
              <a:spcBef>
                <a:spcPts val="0"/>
              </a:spcBef>
              <a:buNone/>
              <a:defRPr sz="800" b="0" i="0">
                <a:solidFill>
                  <a:schemeClr val="lt1"/>
                </a:solidFill>
                <a:latin typeface="Arial"/>
                <a:ea typeface="Arial"/>
                <a:cs typeface="Arial"/>
                <a:sym typeface="Arial"/>
              </a:defRPr>
            </a:lvl3pPr>
            <a:lvl4pPr marL="0" marR="0" lvl="3" indent="0" algn="r" rtl="0">
              <a:spcBef>
                <a:spcPts val="0"/>
              </a:spcBef>
              <a:buNone/>
              <a:defRPr sz="800" b="0" i="0">
                <a:solidFill>
                  <a:schemeClr val="lt1"/>
                </a:solidFill>
                <a:latin typeface="Arial"/>
                <a:ea typeface="Arial"/>
                <a:cs typeface="Arial"/>
                <a:sym typeface="Arial"/>
              </a:defRPr>
            </a:lvl4pPr>
            <a:lvl5pPr marL="0" marR="0" lvl="4" indent="0" algn="r" rtl="0">
              <a:spcBef>
                <a:spcPts val="0"/>
              </a:spcBef>
              <a:buNone/>
              <a:defRPr sz="800" b="0" i="0">
                <a:solidFill>
                  <a:schemeClr val="lt1"/>
                </a:solidFill>
                <a:latin typeface="Arial"/>
                <a:ea typeface="Arial"/>
                <a:cs typeface="Arial"/>
                <a:sym typeface="Arial"/>
              </a:defRPr>
            </a:lvl5pPr>
            <a:lvl6pPr marL="0" marR="0" lvl="5" indent="0" algn="r" rtl="0">
              <a:spcBef>
                <a:spcPts val="0"/>
              </a:spcBef>
              <a:buNone/>
              <a:defRPr sz="800" b="0" i="0">
                <a:solidFill>
                  <a:schemeClr val="lt1"/>
                </a:solidFill>
                <a:latin typeface="Arial"/>
                <a:ea typeface="Arial"/>
                <a:cs typeface="Arial"/>
                <a:sym typeface="Arial"/>
              </a:defRPr>
            </a:lvl6pPr>
            <a:lvl7pPr marL="0" marR="0" lvl="6" indent="0" algn="r" rtl="0">
              <a:spcBef>
                <a:spcPts val="0"/>
              </a:spcBef>
              <a:buNone/>
              <a:defRPr sz="800" b="0" i="0">
                <a:solidFill>
                  <a:schemeClr val="lt1"/>
                </a:solidFill>
                <a:latin typeface="Arial"/>
                <a:ea typeface="Arial"/>
                <a:cs typeface="Arial"/>
                <a:sym typeface="Arial"/>
              </a:defRPr>
            </a:lvl7pPr>
            <a:lvl8pPr marL="0" marR="0" lvl="7" indent="0" algn="r" rtl="0">
              <a:spcBef>
                <a:spcPts val="0"/>
              </a:spcBef>
              <a:buNone/>
              <a:defRPr sz="800" b="0" i="0">
                <a:solidFill>
                  <a:schemeClr val="lt1"/>
                </a:solidFill>
                <a:latin typeface="Arial"/>
                <a:ea typeface="Arial"/>
                <a:cs typeface="Arial"/>
                <a:sym typeface="Arial"/>
              </a:defRPr>
            </a:lvl8pPr>
            <a:lvl9pPr marL="0" marR="0" lvl="8" indent="0" algn="r" rtl="0">
              <a:spcBef>
                <a:spcPts val="0"/>
              </a:spcBef>
              <a:buNone/>
              <a:defRPr sz="800" b="0" i="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307" name="Google Shape;307;p21"/>
          <p:cNvSpPr txBox="1">
            <a:spLocks noGrp="1"/>
          </p:cNvSpPr>
          <p:nvPr>
            <p:ph type="body" idx="2"/>
          </p:nvPr>
        </p:nvSpPr>
        <p:spPr>
          <a:xfrm>
            <a:off x="403860" y="512763"/>
            <a:ext cx="5330100" cy="723900"/>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100"/>
              </a:spcBef>
              <a:spcAft>
                <a:spcPts val="0"/>
              </a:spcAft>
              <a:buClr>
                <a:schemeClr val="dk1"/>
              </a:buClr>
              <a:buSzPts val="3600"/>
              <a:buFont typeface="Arial"/>
              <a:buNone/>
              <a:defRPr sz="3600" b="1" i="0" u="none" strike="noStrike" cap="none">
                <a:solidFill>
                  <a:schemeClr val="dk1"/>
                </a:solidFill>
                <a:latin typeface="Arial"/>
                <a:ea typeface="Arial"/>
                <a:cs typeface="Arial"/>
                <a:sym typeface="Arial"/>
              </a:defRPr>
            </a:lvl1pPr>
            <a:lvl2pPr marL="914400" marR="0" lvl="1"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9pPr>
          </a:lstStyle>
          <a:p>
            <a:endParaRPr/>
          </a:p>
        </p:txBody>
      </p:sp>
      <p:sp>
        <p:nvSpPr>
          <p:cNvPr id="308" name="Google Shape;308;p21"/>
          <p:cNvSpPr txBox="1">
            <a:spLocks noGrp="1"/>
          </p:cNvSpPr>
          <p:nvPr>
            <p:ph type="body" idx="3"/>
          </p:nvPr>
        </p:nvSpPr>
        <p:spPr>
          <a:xfrm>
            <a:off x="406083" y="1249998"/>
            <a:ext cx="5339100" cy="393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rgbClr val="5B5B5B"/>
              </a:buClr>
              <a:buSzPts val="2100"/>
              <a:buFont typeface="Arial"/>
              <a:buNone/>
              <a:defRPr sz="2100" b="0" i="0" u="none" strike="noStrike" cap="none">
                <a:solidFill>
                  <a:srgbClr val="5B5B5B"/>
                </a:solidFill>
                <a:latin typeface="Arial"/>
                <a:ea typeface="Arial"/>
                <a:cs typeface="Arial"/>
                <a:sym typeface="Arial"/>
              </a:defRPr>
            </a:lvl1pPr>
            <a:lvl2pPr marL="914400" marR="0" lvl="1"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9pPr>
          </a:lstStyle>
          <a:p>
            <a:endParaRPr/>
          </a:p>
        </p:txBody>
      </p:sp>
      <p:sp>
        <p:nvSpPr>
          <p:cNvPr id="309" name="Google Shape;309;p21"/>
          <p:cNvSpPr/>
          <p:nvPr/>
        </p:nvSpPr>
        <p:spPr>
          <a:xfrm>
            <a:off x="636014" y="6491347"/>
            <a:ext cx="2709300" cy="215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800" b="0" i="0">
                <a:solidFill>
                  <a:srgbClr val="929292"/>
                </a:solidFill>
                <a:latin typeface="Arial"/>
                <a:ea typeface="Arial"/>
                <a:cs typeface="Arial"/>
                <a:sym typeface="Arial"/>
              </a:rPr>
              <a:t>© </a:t>
            </a:r>
            <a:r>
              <a:rPr lang="en-US" sz="800">
                <a:solidFill>
                  <a:srgbClr val="929292"/>
                </a:solidFill>
              </a:rPr>
              <a:t>2020 </a:t>
            </a:r>
            <a:r>
              <a:rPr lang="en-US" sz="800" b="0" i="0">
                <a:solidFill>
                  <a:srgbClr val="929292"/>
                </a:solidFill>
                <a:latin typeface="Arial"/>
                <a:ea typeface="Arial"/>
                <a:cs typeface="Arial"/>
                <a:sym typeface="Arial"/>
              </a:rPr>
              <a:t>Snowflake Inc. All Rights Reserved</a:t>
            </a:r>
            <a:endParaRPr sz="800">
              <a:solidFill>
                <a:srgbClr val="929292"/>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Quote - Frost">
  <p:cSld name="Quote - Frost">
    <p:spTree>
      <p:nvGrpSpPr>
        <p:cNvPr id="1" name="Shape 343"/>
        <p:cNvGrpSpPr/>
        <p:nvPr/>
      </p:nvGrpSpPr>
      <p:grpSpPr>
        <a:xfrm>
          <a:off x="0" y="0"/>
          <a:ext cx="0" cy="0"/>
          <a:chOff x="0" y="0"/>
          <a:chExt cx="0" cy="0"/>
        </a:xfrm>
      </p:grpSpPr>
      <p:grpSp>
        <p:nvGrpSpPr>
          <p:cNvPr id="344" name="Google Shape;344;p23"/>
          <p:cNvGrpSpPr/>
          <p:nvPr/>
        </p:nvGrpSpPr>
        <p:grpSpPr>
          <a:xfrm>
            <a:off x="0" y="0"/>
            <a:ext cx="12192100" cy="6858100"/>
            <a:chOff x="0" y="0"/>
            <a:chExt cx="12192100" cy="6858100"/>
          </a:xfrm>
        </p:grpSpPr>
        <p:grpSp>
          <p:nvGrpSpPr>
            <p:cNvPr id="345" name="Google Shape;345;p23"/>
            <p:cNvGrpSpPr/>
            <p:nvPr/>
          </p:nvGrpSpPr>
          <p:grpSpPr>
            <a:xfrm>
              <a:off x="6096000" y="0"/>
              <a:ext cx="0" cy="6858100"/>
              <a:chOff x="6134100" y="0"/>
              <a:chExt cx="0" cy="6858100"/>
            </a:xfrm>
          </p:grpSpPr>
          <p:cxnSp>
            <p:nvCxnSpPr>
              <p:cNvPr id="346" name="Google Shape;346;p23"/>
              <p:cNvCxnSpPr/>
              <p:nvPr/>
            </p:nvCxnSpPr>
            <p:spPr>
              <a:xfrm>
                <a:off x="6134100" y="0"/>
                <a:ext cx="0" cy="1511400"/>
              </a:xfrm>
              <a:prstGeom prst="straightConnector1">
                <a:avLst/>
              </a:prstGeom>
              <a:noFill/>
              <a:ln w="28575" cap="flat" cmpd="sng">
                <a:solidFill>
                  <a:schemeClr val="lt1">
                    <a:alpha val="50980"/>
                  </a:schemeClr>
                </a:solidFill>
                <a:prstDash val="solid"/>
                <a:miter lim="800000"/>
                <a:headEnd type="none" w="sm" len="sm"/>
                <a:tailEnd type="none" w="sm" len="sm"/>
              </a:ln>
            </p:spPr>
          </p:cxnSp>
          <p:cxnSp>
            <p:nvCxnSpPr>
              <p:cNvPr id="347" name="Google Shape;347;p23"/>
              <p:cNvCxnSpPr/>
              <p:nvPr/>
            </p:nvCxnSpPr>
            <p:spPr>
              <a:xfrm>
                <a:off x="6134100" y="5346700"/>
                <a:ext cx="0" cy="1511400"/>
              </a:xfrm>
              <a:prstGeom prst="straightConnector1">
                <a:avLst/>
              </a:prstGeom>
              <a:noFill/>
              <a:ln w="28575" cap="flat" cmpd="sng">
                <a:solidFill>
                  <a:schemeClr val="lt1">
                    <a:alpha val="50980"/>
                  </a:schemeClr>
                </a:solidFill>
                <a:prstDash val="solid"/>
                <a:miter lim="800000"/>
                <a:headEnd type="none" w="sm" len="sm"/>
                <a:tailEnd type="none" w="sm" len="sm"/>
              </a:ln>
            </p:spPr>
          </p:cxnSp>
        </p:grpSp>
        <p:grpSp>
          <p:nvGrpSpPr>
            <p:cNvPr id="348" name="Google Shape;348;p23"/>
            <p:cNvGrpSpPr/>
            <p:nvPr/>
          </p:nvGrpSpPr>
          <p:grpSpPr>
            <a:xfrm>
              <a:off x="0" y="3435349"/>
              <a:ext cx="12192100" cy="1"/>
              <a:chOff x="0" y="3435349"/>
              <a:chExt cx="12192100" cy="1"/>
            </a:xfrm>
          </p:grpSpPr>
          <p:cxnSp>
            <p:nvCxnSpPr>
              <p:cNvPr id="349" name="Google Shape;349;p23"/>
              <p:cNvCxnSpPr/>
              <p:nvPr/>
            </p:nvCxnSpPr>
            <p:spPr>
              <a:xfrm rot="10800000">
                <a:off x="755700" y="2679650"/>
                <a:ext cx="0" cy="1511400"/>
              </a:xfrm>
              <a:prstGeom prst="straightConnector1">
                <a:avLst/>
              </a:prstGeom>
              <a:noFill/>
              <a:ln w="28575" cap="flat" cmpd="sng">
                <a:solidFill>
                  <a:schemeClr val="lt1">
                    <a:alpha val="50980"/>
                  </a:schemeClr>
                </a:solidFill>
                <a:prstDash val="solid"/>
                <a:miter lim="800000"/>
                <a:headEnd type="none" w="sm" len="sm"/>
                <a:tailEnd type="none" w="sm" len="sm"/>
              </a:ln>
            </p:spPr>
          </p:cxnSp>
          <p:cxnSp>
            <p:nvCxnSpPr>
              <p:cNvPr id="350" name="Google Shape;350;p23"/>
              <p:cNvCxnSpPr/>
              <p:nvPr/>
            </p:nvCxnSpPr>
            <p:spPr>
              <a:xfrm rot="10800000">
                <a:off x="11436400" y="2679649"/>
                <a:ext cx="0" cy="1511400"/>
              </a:xfrm>
              <a:prstGeom prst="straightConnector1">
                <a:avLst/>
              </a:prstGeom>
              <a:noFill/>
              <a:ln w="28575" cap="flat" cmpd="sng">
                <a:solidFill>
                  <a:schemeClr val="lt1">
                    <a:alpha val="50980"/>
                  </a:schemeClr>
                </a:solidFill>
                <a:prstDash val="solid"/>
                <a:miter lim="800000"/>
                <a:headEnd type="none" w="sm" len="sm"/>
                <a:tailEnd type="none" w="sm" len="sm"/>
              </a:ln>
            </p:spPr>
          </p:cxnSp>
        </p:grpSp>
      </p:grpSp>
      <p:sp>
        <p:nvSpPr>
          <p:cNvPr id="351" name="Google Shape;351;p23"/>
          <p:cNvSpPr txBox="1">
            <a:spLocks noGrp="1"/>
          </p:cNvSpPr>
          <p:nvPr>
            <p:ph type="body" idx="1"/>
          </p:nvPr>
        </p:nvSpPr>
        <p:spPr>
          <a:xfrm>
            <a:off x="1752600" y="1619250"/>
            <a:ext cx="8686800" cy="3619500"/>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80000"/>
              </a:lnSpc>
              <a:spcBef>
                <a:spcPts val="1100"/>
              </a:spcBef>
              <a:spcAft>
                <a:spcPts val="0"/>
              </a:spcAft>
              <a:buClr>
                <a:schemeClr val="lt1"/>
              </a:buClr>
              <a:buSzPts val="5500"/>
              <a:buFont typeface="Arial"/>
              <a:buNone/>
              <a:defRPr sz="5500" b="1" i="0" u="none" strike="noStrike" cap="none">
                <a:solidFill>
                  <a:schemeClr val="lt1"/>
                </a:solidFill>
                <a:latin typeface="Arial"/>
                <a:ea typeface="Arial"/>
                <a:cs typeface="Arial"/>
                <a:sym typeface="Arial"/>
              </a:defRPr>
            </a:lvl1pPr>
            <a:lvl2pPr marL="914400" marR="0" lvl="1"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9pPr>
          </a:lstStyle>
          <a:p>
            <a:endParaRPr/>
          </a:p>
        </p:txBody>
      </p:sp>
      <p:grpSp>
        <p:nvGrpSpPr>
          <p:cNvPr id="352" name="Google Shape;352;p23"/>
          <p:cNvGrpSpPr/>
          <p:nvPr/>
        </p:nvGrpSpPr>
        <p:grpSpPr>
          <a:xfrm>
            <a:off x="460203" y="6501362"/>
            <a:ext cx="180165" cy="177825"/>
            <a:chOff x="2940050" y="1514475"/>
            <a:chExt cx="4643437" cy="4583110"/>
          </a:xfrm>
        </p:grpSpPr>
        <p:sp>
          <p:nvSpPr>
            <p:cNvPr id="353" name="Google Shape;353;p23"/>
            <p:cNvSpPr/>
            <p:nvPr/>
          </p:nvSpPr>
          <p:spPr>
            <a:xfrm>
              <a:off x="5507038" y="1514475"/>
              <a:ext cx="1576386" cy="1741489"/>
            </a:xfrm>
            <a:custGeom>
              <a:avLst/>
              <a:gdLst/>
              <a:ahLst/>
              <a:cxnLst/>
              <a:rect l="l" t="t" r="r" b="b"/>
              <a:pathLst>
                <a:path w="4378" h="4837" extrusionOk="0">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354" name="Google Shape;354;p23"/>
            <p:cNvSpPr/>
            <p:nvPr/>
          </p:nvSpPr>
          <p:spPr>
            <a:xfrm>
              <a:off x="5970588" y="2924175"/>
              <a:ext cx="1612899" cy="1784347"/>
            </a:xfrm>
            <a:custGeom>
              <a:avLst/>
              <a:gdLst/>
              <a:ahLst/>
              <a:cxnLst/>
              <a:rect l="l" t="t" r="r" b="b"/>
              <a:pathLst>
                <a:path w="4479" h="4958" extrusionOk="0">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355" name="Google Shape;355;p23"/>
            <p:cNvSpPr/>
            <p:nvPr/>
          </p:nvSpPr>
          <p:spPr>
            <a:xfrm>
              <a:off x="5499100" y="4398963"/>
              <a:ext cx="1590674" cy="1698622"/>
            </a:xfrm>
            <a:custGeom>
              <a:avLst/>
              <a:gdLst/>
              <a:ahLst/>
              <a:cxnLst/>
              <a:rect l="l" t="t" r="r" b="b"/>
              <a:pathLst>
                <a:path w="4419" h="4720" extrusionOk="0">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356" name="Google Shape;356;p23"/>
            <p:cNvSpPr/>
            <p:nvPr/>
          </p:nvSpPr>
          <p:spPr>
            <a:xfrm>
              <a:off x="3435350" y="4359275"/>
              <a:ext cx="1571629" cy="1736721"/>
            </a:xfrm>
            <a:custGeom>
              <a:avLst/>
              <a:gdLst/>
              <a:ahLst/>
              <a:cxnLst/>
              <a:rect l="l" t="t" r="r" b="b"/>
              <a:pathLst>
                <a:path w="4367" h="4826" extrusionOk="0">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357" name="Google Shape;357;p23"/>
            <p:cNvSpPr/>
            <p:nvPr/>
          </p:nvSpPr>
          <p:spPr>
            <a:xfrm>
              <a:off x="2940050" y="2924175"/>
              <a:ext cx="1606554" cy="1771655"/>
            </a:xfrm>
            <a:custGeom>
              <a:avLst/>
              <a:gdLst/>
              <a:ahLst/>
              <a:cxnLst/>
              <a:rect l="l" t="t" r="r" b="b"/>
              <a:pathLst>
                <a:path w="4462" h="4920" extrusionOk="0">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358" name="Google Shape;358;p23"/>
            <p:cNvSpPr/>
            <p:nvPr/>
          </p:nvSpPr>
          <p:spPr>
            <a:xfrm>
              <a:off x="3424238" y="1514475"/>
              <a:ext cx="1598617" cy="1708145"/>
            </a:xfrm>
            <a:custGeom>
              <a:avLst/>
              <a:gdLst/>
              <a:ahLst/>
              <a:cxnLst/>
              <a:rect l="l" t="t" r="r" b="b"/>
              <a:pathLst>
                <a:path w="4439" h="4746" extrusionOk="0">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359" name="Google Shape;359;p23"/>
            <p:cNvSpPr/>
            <p:nvPr/>
          </p:nvSpPr>
          <p:spPr>
            <a:xfrm>
              <a:off x="4724400" y="3267075"/>
              <a:ext cx="1071564" cy="1093786"/>
            </a:xfrm>
            <a:custGeom>
              <a:avLst/>
              <a:gdLst/>
              <a:ahLst/>
              <a:cxnLst/>
              <a:rect l="l" t="t" r="r" b="b"/>
              <a:pathLst>
                <a:path w="2977" h="3038" extrusionOk="0">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grpSp>
      <p:grpSp>
        <p:nvGrpSpPr>
          <p:cNvPr id="360" name="Google Shape;360;p23"/>
          <p:cNvGrpSpPr/>
          <p:nvPr/>
        </p:nvGrpSpPr>
        <p:grpSpPr>
          <a:xfrm>
            <a:off x="0" y="0"/>
            <a:ext cx="12192100" cy="6858100"/>
            <a:chOff x="0" y="0"/>
            <a:chExt cx="12192100" cy="6858100"/>
          </a:xfrm>
        </p:grpSpPr>
        <p:grpSp>
          <p:nvGrpSpPr>
            <p:cNvPr id="361" name="Google Shape;361;p23"/>
            <p:cNvGrpSpPr/>
            <p:nvPr/>
          </p:nvGrpSpPr>
          <p:grpSpPr>
            <a:xfrm>
              <a:off x="6096000" y="0"/>
              <a:ext cx="0" cy="6858100"/>
              <a:chOff x="6134100" y="0"/>
              <a:chExt cx="0" cy="6858100"/>
            </a:xfrm>
          </p:grpSpPr>
          <p:cxnSp>
            <p:nvCxnSpPr>
              <p:cNvPr id="362" name="Google Shape;362;p23"/>
              <p:cNvCxnSpPr/>
              <p:nvPr/>
            </p:nvCxnSpPr>
            <p:spPr>
              <a:xfrm>
                <a:off x="6134100" y="0"/>
                <a:ext cx="0" cy="1511400"/>
              </a:xfrm>
              <a:prstGeom prst="straightConnector1">
                <a:avLst/>
              </a:prstGeom>
              <a:noFill/>
              <a:ln w="28575" cap="flat" cmpd="sng">
                <a:solidFill>
                  <a:schemeClr val="lt1">
                    <a:alpha val="50980"/>
                  </a:schemeClr>
                </a:solidFill>
                <a:prstDash val="solid"/>
                <a:miter lim="800000"/>
                <a:headEnd type="none" w="sm" len="sm"/>
                <a:tailEnd type="none" w="sm" len="sm"/>
              </a:ln>
            </p:spPr>
          </p:cxnSp>
          <p:cxnSp>
            <p:nvCxnSpPr>
              <p:cNvPr id="363" name="Google Shape;363;p23"/>
              <p:cNvCxnSpPr/>
              <p:nvPr/>
            </p:nvCxnSpPr>
            <p:spPr>
              <a:xfrm>
                <a:off x="6134100" y="5346700"/>
                <a:ext cx="0" cy="1511400"/>
              </a:xfrm>
              <a:prstGeom prst="straightConnector1">
                <a:avLst/>
              </a:prstGeom>
              <a:noFill/>
              <a:ln w="28575" cap="flat" cmpd="sng">
                <a:solidFill>
                  <a:schemeClr val="lt1">
                    <a:alpha val="50980"/>
                  </a:schemeClr>
                </a:solidFill>
                <a:prstDash val="solid"/>
                <a:miter lim="800000"/>
                <a:headEnd type="none" w="sm" len="sm"/>
                <a:tailEnd type="none" w="sm" len="sm"/>
              </a:ln>
            </p:spPr>
          </p:cxnSp>
        </p:grpSp>
        <p:grpSp>
          <p:nvGrpSpPr>
            <p:cNvPr id="364" name="Google Shape;364;p23"/>
            <p:cNvGrpSpPr/>
            <p:nvPr/>
          </p:nvGrpSpPr>
          <p:grpSpPr>
            <a:xfrm>
              <a:off x="0" y="3435349"/>
              <a:ext cx="12192100" cy="1"/>
              <a:chOff x="0" y="3435349"/>
              <a:chExt cx="12192100" cy="1"/>
            </a:xfrm>
          </p:grpSpPr>
          <p:cxnSp>
            <p:nvCxnSpPr>
              <p:cNvPr id="365" name="Google Shape;365;p23"/>
              <p:cNvCxnSpPr/>
              <p:nvPr/>
            </p:nvCxnSpPr>
            <p:spPr>
              <a:xfrm rot="10800000">
                <a:off x="755700" y="2679650"/>
                <a:ext cx="0" cy="1511400"/>
              </a:xfrm>
              <a:prstGeom prst="straightConnector1">
                <a:avLst/>
              </a:prstGeom>
              <a:noFill/>
              <a:ln w="28575" cap="flat" cmpd="sng">
                <a:solidFill>
                  <a:schemeClr val="lt1">
                    <a:alpha val="50980"/>
                  </a:schemeClr>
                </a:solidFill>
                <a:prstDash val="solid"/>
                <a:miter lim="800000"/>
                <a:headEnd type="none" w="sm" len="sm"/>
                <a:tailEnd type="none" w="sm" len="sm"/>
              </a:ln>
            </p:spPr>
          </p:cxnSp>
          <p:cxnSp>
            <p:nvCxnSpPr>
              <p:cNvPr id="366" name="Google Shape;366;p23"/>
              <p:cNvCxnSpPr/>
              <p:nvPr/>
            </p:nvCxnSpPr>
            <p:spPr>
              <a:xfrm rot="10800000">
                <a:off x="11436400" y="2679649"/>
                <a:ext cx="0" cy="1511400"/>
              </a:xfrm>
              <a:prstGeom prst="straightConnector1">
                <a:avLst/>
              </a:prstGeom>
              <a:noFill/>
              <a:ln w="28575" cap="flat" cmpd="sng">
                <a:solidFill>
                  <a:schemeClr val="lt1">
                    <a:alpha val="50980"/>
                  </a:schemeClr>
                </a:solidFill>
                <a:prstDash val="solid"/>
                <a:miter lim="800000"/>
                <a:headEnd type="none" w="sm" len="sm"/>
                <a:tailEnd type="none" w="sm" len="sm"/>
              </a:ln>
            </p:spPr>
          </p:cxnSp>
        </p:grpSp>
      </p:grpSp>
      <p:grpSp>
        <p:nvGrpSpPr>
          <p:cNvPr id="367" name="Google Shape;367;p23"/>
          <p:cNvGrpSpPr/>
          <p:nvPr/>
        </p:nvGrpSpPr>
        <p:grpSpPr>
          <a:xfrm>
            <a:off x="460203" y="6501362"/>
            <a:ext cx="180165" cy="177825"/>
            <a:chOff x="2940050" y="1514475"/>
            <a:chExt cx="4643437" cy="4583110"/>
          </a:xfrm>
        </p:grpSpPr>
        <p:sp>
          <p:nvSpPr>
            <p:cNvPr id="368" name="Google Shape;368;p23"/>
            <p:cNvSpPr/>
            <p:nvPr/>
          </p:nvSpPr>
          <p:spPr>
            <a:xfrm>
              <a:off x="5507038" y="1514475"/>
              <a:ext cx="1576386" cy="1741489"/>
            </a:xfrm>
            <a:custGeom>
              <a:avLst/>
              <a:gdLst/>
              <a:ahLst/>
              <a:cxnLst/>
              <a:rect l="l" t="t" r="r" b="b"/>
              <a:pathLst>
                <a:path w="4378" h="4837" extrusionOk="0">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369" name="Google Shape;369;p23"/>
            <p:cNvSpPr/>
            <p:nvPr/>
          </p:nvSpPr>
          <p:spPr>
            <a:xfrm>
              <a:off x="5970588" y="2924175"/>
              <a:ext cx="1612899" cy="1784347"/>
            </a:xfrm>
            <a:custGeom>
              <a:avLst/>
              <a:gdLst/>
              <a:ahLst/>
              <a:cxnLst/>
              <a:rect l="l" t="t" r="r" b="b"/>
              <a:pathLst>
                <a:path w="4479" h="4958" extrusionOk="0">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370" name="Google Shape;370;p23"/>
            <p:cNvSpPr/>
            <p:nvPr/>
          </p:nvSpPr>
          <p:spPr>
            <a:xfrm>
              <a:off x="5499100" y="4398963"/>
              <a:ext cx="1590674" cy="1698622"/>
            </a:xfrm>
            <a:custGeom>
              <a:avLst/>
              <a:gdLst/>
              <a:ahLst/>
              <a:cxnLst/>
              <a:rect l="l" t="t" r="r" b="b"/>
              <a:pathLst>
                <a:path w="4419" h="4720" extrusionOk="0">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371" name="Google Shape;371;p23"/>
            <p:cNvSpPr/>
            <p:nvPr/>
          </p:nvSpPr>
          <p:spPr>
            <a:xfrm>
              <a:off x="3435350" y="4359275"/>
              <a:ext cx="1571629" cy="1736721"/>
            </a:xfrm>
            <a:custGeom>
              <a:avLst/>
              <a:gdLst/>
              <a:ahLst/>
              <a:cxnLst/>
              <a:rect l="l" t="t" r="r" b="b"/>
              <a:pathLst>
                <a:path w="4367" h="4826" extrusionOk="0">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372" name="Google Shape;372;p23"/>
            <p:cNvSpPr/>
            <p:nvPr/>
          </p:nvSpPr>
          <p:spPr>
            <a:xfrm>
              <a:off x="2940050" y="2924175"/>
              <a:ext cx="1606554" cy="1771655"/>
            </a:xfrm>
            <a:custGeom>
              <a:avLst/>
              <a:gdLst/>
              <a:ahLst/>
              <a:cxnLst/>
              <a:rect l="l" t="t" r="r" b="b"/>
              <a:pathLst>
                <a:path w="4462" h="4920" extrusionOk="0">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373" name="Google Shape;373;p23"/>
            <p:cNvSpPr/>
            <p:nvPr/>
          </p:nvSpPr>
          <p:spPr>
            <a:xfrm>
              <a:off x="3424238" y="1514475"/>
              <a:ext cx="1598617" cy="1708145"/>
            </a:xfrm>
            <a:custGeom>
              <a:avLst/>
              <a:gdLst/>
              <a:ahLst/>
              <a:cxnLst/>
              <a:rect l="l" t="t" r="r" b="b"/>
              <a:pathLst>
                <a:path w="4439" h="4746" extrusionOk="0">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374" name="Google Shape;374;p23"/>
            <p:cNvSpPr/>
            <p:nvPr/>
          </p:nvSpPr>
          <p:spPr>
            <a:xfrm>
              <a:off x="4724400" y="3267075"/>
              <a:ext cx="1071564" cy="1093786"/>
            </a:xfrm>
            <a:custGeom>
              <a:avLst/>
              <a:gdLst/>
              <a:ahLst/>
              <a:cxnLst/>
              <a:rect l="l" t="t" r="r" b="b"/>
              <a:pathLst>
                <a:path w="2977" h="3038" extrusionOk="0">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grpSp>
      <p:sp>
        <p:nvSpPr>
          <p:cNvPr id="375" name="Google Shape;375;p23"/>
          <p:cNvSpPr/>
          <p:nvPr/>
        </p:nvSpPr>
        <p:spPr>
          <a:xfrm>
            <a:off x="636014" y="6491347"/>
            <a:ext cx="2709300" cy="215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800" b="0" i="0">
                <a:solidFill>
                  <a:schemeClr val="lt1"/>
                </a:solidFill>
                <a:latin typeface="Arial"/>
                <a:ea typeface="Arial"/>
                <a:cs typeface="Arial"/>
                <a:sym typeface="Arial"/>
              </a:rPr>
              <a:t>© </a:t>
            </a:r>
            <a:r>
              <a:rPr lang="en-US" sz="800">
                <a:solidFill>
                  <a:schemeClr val="lt1"/>
                </a:solidFill>
              </a:rPr>
              <a:t>2020 </a:t>
            </a:r>
            <a:r>
              <a:rPr lang="en-US" sz="800" b="0" i="0">
                <a:solidFill>
                  <a:schemeClr val="lt1"/>
                </a:solidFill>
                <a:latin typeface="Arial"/>
                <a:ea typeface="Arial"/>
                <a:cs typeface="Arial"/>
                <a:sym typeface="Arial"/>
              </a:rPr>
              <a:t>Snowflake Inc. All Rights Reserved</a:t>
            </a:r>
            <a:endParaRPr sz="800">
              <a:solidFill>
                <a:schemeClr val="lt1"/>
              </a:solidFill>
              <a:latin typeface="Arial"/>
              <a:ea typeface="Arial"/>
              <a:cs typeface="Arial"/>
              <a:sym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Quote - Tangerine">
  <p:cSld name="Quote - Tangerine">
    <p:spTree>
      <p:nvGrpSpPr>
        <p:cNvPr id="1" name="Shape 376"/>
        <p:cNvGrpSpPr/>
        <p:nvPr/>
      </p:nvGrpSpPr>
      <p:grpSpPr>
        <a:xfrm>
          <a:off x="0" y="0"/>
          <a:ext cx="0" cy="0"/>
          <a:chOff x="0" y="0"/>
          <a:chExt cx="0" cy="0"/>
        </a:xfrm>
      </p:grpSpPr>
      <p:grpSp>
        <p:nvGrpSpPr>
          <p:cNvPr id="377" name="Google Shape;377;p24"/>
          <p:cNvGrpSpPr/>
          <p:nvPr/>
        </p:nvGrpSpPr>
        <p:grpSpPr>
          <a:xfrm>
            <a:off x="0" y="0"/>
            <a:ext cx="12192100" cy="6858100"/>
            <a:chOff x="0" y="0"/>
            <a:chExt cx="12192100" cy="6858100"/>
          </a:xfrm>
        </p:grpSpPr>
        <p:grpSp>
          <p:nvGrpSpPr>
            <p:cNvPr id="378" name="Google Shape;378;p24"/>
            <p:cNvGrpSpPr/>
            <p:nvPr/>
          </p:nvGrpSpPr>
          <p:grpSpPr>
            <a:xfrm>
              <a:off x="6096000" y="0"/>
              <a:ext cx="0" cy="6858100"/>
              <a:chOff x="6134100" y="0"/>
              <a:chExt cx="0" cy="6858100"/>
            </a:xfrm>
          </p:grpSpPr>
          <p:cxnSp>
            <p:nvCxnSpPr>
              <p:cNvPr id="379" name="Google Shape;379;p24"/>
              <p:cNvCxnSpPr/>
              <p:nvPr/>
            </p:nvCxnSpPr>
            <p:spPr>
              <a:xfrm>
                <a:off x="6134100" y="0"/>
                <a:ext cx="0" cy="1511400"/>
              </a:xfrm>
              <a:prstGeom prst="straightConnector1">
                <a:avLst/>
              </a:prstGeom>
              <a:noFill/>
              <a:ln w="28575" cap="flat" cmpd="sng">
                <a:solidFill>
                  <a:schemeClr val="lt1">
                    <a:alpha val="50980"/>
                  </a:schemeClr>
                </a:solidFill>
                <a:prstDash val="solid"/>
                <a:miter lim="800000"/>
                <a:headEnd type="none" w="sm" len="sm"/>
                <a:tailEnd type="none" w="sm" len="sm"/>
              </a:ln>
            </p:spPr>
          </p:cxnSp>
          <p:cxnSp>
            <p:nvCxnSpPr>
              <p:cNvPr id="380" name="Google Shape;380;p24"/>
              <p:cNvCxnSpPr/>
              <p:nvPr/>
            </p:nvCxnSpPr>
            <p:spPr>
              <a:xfrm>
                <a:off x="6134100" y="5346700"/>
                <a:ext cx="0" cy="1511400"/>
              </a:xfrm>
              <a:prstGeom prst="straightConnector1">
                <a:avLst/>
              </a:prstGeom>
              <a:noFill/>
              <a:ln w="28575" cap="flat" cmpd="sng">
                <a:solidFill>
                  <a:schemeClr val="lt1">
                    <a:alpha val="50980"/>
                  </a:schemeClr>
                </a:solidFill>
                <a:prstDash val="solid"/>
                <a:miter lim="800000"/>
                <a:headEnd type="none" w="sm" len="sm"/>
                <a:tailEnd type="none" w="sm" len="sm"/>
              </a:ln>
            </p:spPr>
          </p:cxnSp>
        </p:grpSp>
        <p:grpSp>
          <p:nvGrpSpPr>
            <p:cNvPr id="381" name="Google Shape;381;p24"/>
            <p:cNvGrpSpPr/>
            <p:nvPr/>
          </p:nvGrpSpPr>
          <p:grpSpPr>
            <a:xfrm>
              <a:off x="0" y="3435349"/>
              <a:ext cx="12192100" cy="1"/>
              <a:chOff x="0" y="3435349"/>
              <a:chExt cx="12192100" cy="1"/>
            </a:xfrm>
          </p:grpSpPr>
          <p:cxnSp>
            <p:nvCxnSpPr>
              <p:cNvPr id="382" name="Google Shape;382;p24"/>
              <p:cNvCxnSpPr/>
              <p:nvPr/>
            </p:nvCxnSpPr>
            <p:spPr>
              <a:xfrm rot="10800000">
                <a:off x="755700" y="2679650"/>
                <a:ext cx="0" cy="1511400"/>
              </a:xfrm>
              <a:prstGeom prst="straightConnector1">
                <a:avLst/>
              </a:prstGeom>
              <a:noFill/>
              <a:ln w="28575" cap="flat" cmpd="sng">
                <a:solidFill>
                  <a:schemeClr val="lt1">
                    <a:alpha val="50980"/>
                  </a:schemeClr>
                </a:solidFill>
                <a:prstDash val="solid"/>
                <a:miter lim="800000"/>
                <a:headEnd type="none" w="sm" len="sm"/>
                <a:tailEnd type="none" w="sm" len="sm"/>
              </a:ln>
            </p:spPr>
          </p:cxnSp>
          <p:cxnSp>
            <p:nvCxnSpPr>
              <p:cNvPr id="383" name="Google Shape;383;p24"/>
              <p:cNvCxnSpPr/>
              <p:nvPr/>
            </p:nvCxnSpPr>
            <p:spPr>
              <a:xfrm rot="10800000">
                <a:off x="11436400" y="2679649"/>
                <a:ext cx="0" cy="1511400"/>
              </a:xfrm>
              <a:prstGeom prst="straightConnector1">
                <a:avLst/>
              </a:prstGeom>
              <a:noFill/>
              <a:ln w="28575" cap="flat" cmpd="sng">
                <a:solidFill>
                  <a:schemeClr val="lt1">
                    <a:alpha val="50980"/>
                  </a:schemeClr>
                </a:solidFill>
                <a:prstDash val="solid"/>
                <a:miter lim="800000"/>
                <a:headEnd type="none" w="sm" len="sm"/>
                <a:tailEnd type="none" w="sm" len="sm"/>
              </a:ln>
            </p:spPr>
          </p:cxnSp>
        </p:grpSp>
      </p:grpSp>
      <p:sp>
        <p:nvSpPr>
          <p:cNvPr id="384" name="Google Shape;384;p24"/>
          <p:cNvSpPr txBox="1">
            <a:spLocks noGrp="1"/>
          </p:cNvSpPr>
          <p:nvPr>
            <p:ph type="body" idx="1"/>
          </p:nvPr>
        </p:nvSpPr>
        <p:spPr>
          <a:xfrm>
            <a:off x="1752600" y="1619250"/>
            <a:ext cx="8686800" cy="3619500"/>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80000"/>
              </a:lnSpc>
              <a:spcBef>
                <a:spcPts val="1100"/>
              </a:spcBef>
              <a:spcAft>
                <a:spcPts val="0"/>
              </a:spcAft>
              <a:buClr>
                <a:schemeClr val="lt1"/>
              </a:buClr>
              <a:buSzPts val="5500"/>
              <a:buFont typeface="Arial"/>
              <a:buNone/>
              <a:defRPr sz="5500" b="1" i="0" u="none" strike="noStrike" cap="none">
                <a:solidFill>
                  <a:schemeClr val="lt1"/>
                </a:solidFill>
                <a:latin typeface="Arial"/>
                <a:ea typeface="Arial"/>
                <a:cs typeface="Arial"/>
                <a:sym typeface="Arial"/>
              </a:defRPr>
            </a:lvl1pPr>
            <a:lvl2pPr marL="914400" marR="0" lvl="1"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9pPr>
          </a:lstStyle>
          <a:p>
            <a:endParaRPr/>
          </a:p>
        </p:txBody>
      </p:sp>
      <p:grpSp>
        <p:nvGrpSpPr>
          <p:cNvPr id="385" name="Google Shape;385;p24"/>
          <p:cNvGrpSpPr/>
          <p:nvPr/>
        </p:nvGrpSpPr>
        <p:grpSpPr>
          <a:xfrm>
            <a:off x="460203" y="6501362"/>
            <a:ext cx="180165" cy="177825"/>
            <a:chOff x="2940050" y="1514475"/>
            <a:chExt cx="4643437" cy="4583110"/>
          </a:xfrm>
        </p:grpSpPr>
        <p:sp>
          <p:nvSpPr>
            <p:cNvPr id="386" name="Google Shape;386;p24"/>
            <p:cNvSpPr/>
            <p:nvPr/>
          </p:nvSpPr>
          <p:spPr>
            <a:xfrm>
              <a:off x="5507038" y="1514475"/>
              <a:ext cx="1576386" cy="1741489"/>
            </a:xfrm>
            <a:custGeom>
              <a:avLst/>
              <a:gdLst/>
              <a:ahLst/>
              <a:cxnLst/>
              <a:rect l="l" t="t" r="r" b="b"/>
              <a:pathLst>
                <a:path w="4378" h="4837" extrusionOk="0">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387" name="Google Shape;387;p24"/>
            <p:cNvSpPr/>
            <p:nvPr/>
          </p:nvSpPr>
          <p:spPr>
            <a:xfrm>
              <a:off x="5970588" y="2924175"/>
              <a:ext cx="1612899" cy="1784347"/>
            </a:xfrm>
            <a:custGeom>
              <a:avLst/>
              <a:gdLst/>
              <a:ahLst/>
              <a:cxnLst/>
              <a:rect l="l" t="t" r="r" b="b"/>
              <a:pathLst>
                <a:path w="4479" h="4958" extrusionOk="0">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388" name="Google Shape;388;p24"/>
            <p:cNvSpPr/>
            <p:nvPr/>
          </p:nvSpPr>
          <p:spPr>
            <a:xfrm>
              <a:off x="5499100" y="4398963"/>
              <a:ext cx="1590674" cy="1698622"/>
            </a:xfrm>
            <a:custGeom>
              <a:avLst/>
              <a:gdLst/>
              <a:ahLst/>
              <a:cxnLst/>
              <a:rect l="l" t="t" r="r" b="b"/>
              <a:pathLst>
                <a:path w="4419" h="4720" extrusionOk="0">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389" name="Google Shape;389;p24"/>
            <p:cNvSpPr/>
            <p:nvPr/>
          </p:nvSpPr>
          <p:spPr>
            <a:xfrm>
              <a:off x="3435350" y="4359275"/>
              <a:ext cx="1571629" cy="1736721"/>
            </a:xfrm>
            <a:custGeom>
              <a:avLst/>
              <a:gdLst/>
              <a:ahLst/>
              <a:cxnLst/>
              <a:rect l="l" t="t" r="r" b="b"/>
              <a:pathLst>
                <a:path w="4367" h="4826" extrusionOk="0">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390" name="Google Shape;390;p24"/>
            <p:cNvSpPr/>
            <p:nvPr/>
          </p:nvSpPr>
          <p:spPr>
            <a:xfrm>
              <a:off x="2940050" y="2924175"/>
              <a:ext cx="1606554" cy="1771655"/>
            </a:xfrm>
            <a:custGeom>
              <a:avLst/>
              <a:gdLst/>
              <a:ahLst/>
              <a:cxnLst/>
              <a:rect l="l" t="t" r="r" b="b"/>
              <a:pathLst>
                <a:path w="4462" h="4920" extrusionOk="0">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391" name="Google Shape;391;p24"/>
            <p:cNvSpPr/>
            <p:nvPr/>
          </p:nvSpPr>
          <p:spPr>
            <a:xfrm>
              <a:off x="3424238" y="1514475"/>
              <a:ext cx="1598617" cy="1708145"/>
            </a:xfrm>
            <a:custGeom>
              <a:avLst/>
              <a:gdLst/>
              <a:ahLst/>
              <a:cxnLst/>
              <a:rect l="l" t="t" r="r" b="b"/>
              <a:pathLst>
                <a:path w="4439" h="4746" extrusionOk="0">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392" name="Google Shape;392;p24"/>
            <p:cNvSpPr/>
            <p:nvPr/>
          </p:nvSpPr>
          <p:spPr>
            <a:xfrm>
              <a:off x="4724400" y="3267075"/>
              <a:ext cx="1071564" cy="1093786"/>
            </a:xfrm>
            <a:custGeom>
              <a:avLst/>
              <a:gdLst/>
              <a:ahLst/>
              <a:cxnLst/>
              <a:rect l="l" t="t" r="r" b="b"/>
              <a:pathLst>
                <a:path w="2977" h="3038" extrusionOk="0">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grpSp>
      <p:grpSp>
        <p:nvGrpSpPr>
          <p:cNvPr id="393" name="Google Shape;393;p24"/>
          <p:cNvGrpSpPr/>
          <p:nvPr/>
        </p:nvGrpSpPr>
        <p:grpSpPr>
          <a:xfrm>
            <a:off x="0" y="0"/>
            <a:ext cx="12192100" cy="6858100"/>
            <a:chOff x="0" y="0"/>
            <a:chExt cx="12192100" cy="6858100"/>
          </a:xfrm>
        </p:grpSpPr>
        <p:grpSp>
          <p:nvGrpSpPr>
            <p:cNvPr id="394" name="Google Shape;394;p24"/>
            <p:cNvGrpSpPr/>
            <p:nvPr/>
          </p:nvGrpSpPr>
          <p:grpSpPr>
            <a:xfrm>
              <a:off x="6096000" y="0"/>
              <a:ext cx="0" cy="6858100"/>
              <a:chOff x="6134100" y="0"/>
              <a:chExt cx="0" cy="6858100"/>
            </a:xfrm>
          </p:grpSpPr>
          <p:cxnSp>
            <p:nvCxnSpPr>
              <p:cNvPr id="395" name="Google Shape;395;p24"/>
              <p:cNvCxnSpPr/>
              <p:nvPr/>
            </p:nvCxnSpPr>
            <p:spPr>
              <a:xfrm>
                <a:off x="6134100" y="0"/>
                <a:ext cx="0" cy="1511400"/>
              </a:xfrm>
              <a:prstGeom prst="straightConnector1">
                <a:avLst/>
              </a:prstGeom>
              <a:noFill/>
              <a:ln w="28575" cap="flat" cmpd="sng">
                <a:solidFill>
                  <a:schemeClr val="lt1">
                    <a:alpha val="50980"/>
                  </a:schemeClr>
                </a:solidFill>
                <a:prstDash val="solid"/>
                <a:miter lim="800000"/>
                <a:headEnd type="none" w="sm" len="sm"/>
                <a:tailEnd type="none" w="sm" len="sm"/>
              </a:ln>
            </p:spPr>
          </p:cxnSp>
          <p:cxnSp>
            <p:nvCxnSpPr>
              <p:cNvPr id="396" name="Google Shape;396;p24"/>
              <p:cNvCxnSpPr/>
              <p:nvPr/>
            </p:nvCxnSpPr>
            <p:spPr>
              <a:xfrm>
                <a:off x="6134100" y="5346700"/>
                <a:ext cx="0" cy="1511400"/>
              </a:xfrm>
              <a:prstGeom prst="straightConnector1">
                <a:avLst/>
              </a:prstGeom>
              <a:noFill/>
              <a:ln w="28575" cap="flat" cmpd="sng">
                <a:solidFill>
                  <a:schemeClr val="lt1">
                    <a:alpha val="50980"/>
                  </a:schemeClr>
                </a:solidFill>
                <a:prstDash val="solid"/>
                <a:miter lim="800000"/>
                <a:headEnd type="none" w="sm" len="sm"/>
                <a:tailEnd type="none" w="sm" len="sm"/>
              </a:ln>
            </p:spPr>
          </p:cxnSp>
        </p:grpSp>
        <p:grpSp>
          <p:nvGrpSpPr>
            <p:cNvPr id="397" name="Google Shape;397;p24"/>
            <p:cNvGrpSpPr/>
            <p:nvPr/>
          </p:nvGrpSpPr>
          <p:grpSpPr>
            <a:xfrm>
              <a:off x="0" y="3435349"/>
              <a:ext cx="12192100" cy="1"/>
              <a:chOff x="0" y="3435349"/>
              <a:chExt cx="12192100" cy="1"/>
            </a:xfrm>
          </p:grpSpPr>
          <p:cxnSp>
            <p:nvCxnSpPr>
              <p:cNvPr id="398" name="Google Shape;398;p24"/>
              <p:cNvCxnSpPr/>
              <p:nvPr/>
            </p:nvCxnSpPr>
            <p:spPr>
              <a:xfrm rot="10800000">
                <a:off x="755700" y="2679650"/>
                <a:ext cx="0" cy="1511400"/>
              </a:xfrm>
              <a:prstGeom prst="straightConnector1">
                <a:avLst/>
              </a:prstGeom>
              <a:noFill/>
              <a:ln w="28575" cap="flat" cmpd="sng">
                <a:solidFill>
                  <a:schemeClr val="lt1">
                    <a:alpha val="50980"/>
                  </a:schemeClr>
                </a:solidFill>
                <a:prstDash val="solid"/>
                <a:miter lim="800000"/>
                <a:headEnd type="none" w="sm" len="sm"/>
                <a:tailEnd type="none" w="sm" len="sm"/>
              </a:ln>
            </p:spPr>
          </p:cxnSp>
          <p:cxnSp>
            <p:nvCxnSpPr>
              <p:cNvPr id="399" name="Google Shape;399;p24"/>
              <p:cNvCxnSpPr/>
              <p:nvPr/>
            </p:nvCxnSpPr>
            <p:spPr>
              <a:xfrm rot="10800000">
                <a:off x="11436400" y="2679649"/>
                <a:ext cx="0" cy="1511400"/>
              </a:xfrm>
              <a:prstGeom prst="straightConnector1">
                <a:avLst/>
              </a:prstGeom>
              <a:noFill/>
              <a:ln w="28575" cap="flat" cmpd="sng">
                <a:solidFill>
                  <a:schemeClr val="lt1">
                    <a:alpha val="50980"/>
                  </a:schemeClr>
                </a:solidFill>
                <a:prstDash val="solid"/>
                <a:miter lim="800000"/>
                <a:headEnd type="none" w="sm" len="sm"/>
                <a:tailEnd type="none" w="sm" len="sm"/>
              </a:ln>
            </p:spPr>
          </p:cxnSp>
        </p:grpSp>
      </p:grpSp>
      <p:grpSp>
        <p:nvGrpSpPr>
          <p:cNvPr id="400" name="Google Shape;400;p24"/>
          <p:cNvGrpSpPr/>
          <p:nvPr/>
        </p:nvGrpSpPr>
        <p:grpSpPr>
          <a:xfrm>
            <a:off x="460203" y="6501362"/>
            <a:ext cx="180165" cy="177825"/>
            <a:chOff x="2940050" y="1514475"/>
            <a:chExt cx="4643437" cy="4583110"/>
          </a:xfrm>
        </p:grpSpPr>
        <p:sp>
          <p:nvSpPr>
            <p:cNvPr id="401" name="Google Shape;401;p24"/>
            <p:cNvSpPr/>
            <p:nvPr/>
          </p:nvSpPr>
          <p:spPr>
            <a:xfrm>
              <a:off x="5507038" y="1514475"/>
              <a:ext cx="1576386" cy="1741489"/>
            </a:xfrm>
            <a:custGeom>
              <a:avLst/>
              <a:gdLst/>
              <a:ahLst/>
              <a:cxnLst/>
              <a:rect l="l" t="t" r="r" b="b"/>
              <a:pathLst>
                <a:path w="4378" h="4837" extrusionOk="0">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402" name="Google Shape;402;p24"/>
            <p:cNvSpPr/>
            <p:nvPr/>
          </p:nvSpPr>
          <p:spPr>
            <a:xfrm>
              <a:off x="5970588" y="2924175"/>
              <a:ext cx="1612899" cy="1784347"/>
            </a:xfrm>
            <a:custGeom>
              <a:avLst/>
              <a:gdLst/>
              <a:ahLst/>
              <a:cxnLst/>
              <a:rect l="l" t="t" r="r" b="b"/>
              <a:pathLst>
                <a:path w="4479" h="4958" extrusionOk="0">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403" name="Google Shape;403;p24"/>
            <p:cNvSpPr/>
            <p:nvPr/>
          </p:nvSpPr>
          <p:spPr>
            <a:xfrm>
              <a:off x="5499100" y="4398963"/>
              <a:ext cx="1590674" cy="1698622"/>
            </a:xfrm>
            <a:custGeom>
              <a:avLst/>
              <a:gdLst/>
              <a:ahLst/>
              <a:cxnLst/>
              <a:rect l="l" t="t" r="r" b="b"/>
              <a:pathLst>
                <a:path w="4419" h="4720" extrusionOk="0">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404" name="Google Shape;404;p24"/>
            <p:cNvSpPr/>
            <p:nvPr/>
          </p:nvSpPr>
          <p:spPr>
            <a:xfrm>
              <a:off x="3435350" y="4359275"/>
              <a:ext cx="1571629" cy="1736721"/>
            </a:xfrm>
            <a:custGeom>
              <a:avLst/>
              <a:gdLst/>
              <a:ahLst/>
              <a:cxnLst/>
              <a:rect l="l" t="t" r="r" b="b"/>
              <a:pathLst>
                <a:path w="4367" h="4826" extrusionOk="0">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405" name="Google Shape;405;p24"/>
            <p:cNvSpPr/>
            <p:nvPr/>
          </p:nvSpPr>
          <p:spPr>
            <a:xfrm>
              <a:off x="2940050" y="2924175"/>
              <a:ext cx="1606554" cy="1771655"/>
            </a:xfrm>
            <a:custGeom>
              <a:avLst/>
              <a:gdLst/>
              <a:ahLst/>
              <a:cxnLst/>
              <a:rect l="l" t="t" r="r" b="b"/>
              <a:pathLst>
                <a:path w="4462" h="4920" extrusionOk="0">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406" name="Google Shape;406;p24"/>
            <p:cNvSpPr/>
            <p:nvPr/>
          </p:nvSpPr>
          <p:spPr>
            <a:xfrm>
              <a:off x="3424238" y="1514475"/>
              <a:ext cx="1598617" cy="1708145"/>
            </a:xfrm>
            <a:custGeom>
              <a:avLst/>
              <a:gdLst/>
              <a:ahLst/>
              <a:cxnLst/>
              <a:rect l="l" t="t" r="r" b="b"/>
              <a:pathLst>
                <a:path w="4439" h="4746" extrusionOk="0">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407" name="Google Shape;407;p24"/>
            <p:cNvSpPr/>
            <p:nvPr/>
          </p:nvSpPr>
          <p:spPr>
            <a:xfrm>
              <a:off x="4724400" y="3267075"/>
              <a:ext cx="1071564" cy="1093786"/>
            </a:xfrm>
            <a:custGeom>
              <a:avLst/>
              <a:gdLst/>
              <a:ahLst/>
              <a:cxnLst/>
              <a:rect l="l" t="t" r="r" b="b"/>
              <a:pathLst>
                <a:path w="2977" h="3038" extrusionOk="0">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grpSp>
      <p:sp>
        <p:nvSpPr>
          <p:cNvPr id="408" name="Google Shape;408;p24"/>
          <p:cNvSpPr/>
          <p:nvPr/>
        </p:nvSpPr>
        <p:spPr>
          <a:xfrm>
            <a:off x="636014" y="6491347"/>
            <a:ext cx="2709300" cy="215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800" b="0" i="0">
                <a:solidFill>
                  <a:schemeClr val="lt1"/>
                </a:solidFill>
                <a:latin typeface="Arial"/>
                <a:ea typeface="Arial"/>
                <a:cs typeface="Arial"/>
                <a:sym typeface="Arial"/>
              </a:rPr>
              <a:t>© </a:t>
            </a:r>
            <a:r>
              <a:rPr lang="en-US" sz="800">
                <a:solidFill>
                  <a:schemeClr val="lt1"/>
                </a:solidFill>
              </a:rPr>
              <a:t>2020 </a:t>
            </a:r>
            <a:r>
              <a:rPr lang="en-US" sz="800" b="0" i="0">
                <a:solidFill>
                  <a:schemeClr val="lt1"/>
                </a:solidFill>
                <a:latin typeface="Arial"/>
                <a:ea typeface="Arial"/>
                <a:cs typeface="Arial"/>
                <a:sym typeface="Arial"/>
              </a:rPr>
              <a:t>Snowflake Inc. All Rights Reserved</a:t>
            </a:r>
            <a:endParaRPr sz="800">
              <a:solidFill>
                <a:schemeClr val="lt1"/>
              </a:solidFill>
              <a:latin typeface="Arial"/>
              <a:ea typeface="Arial"/>
              <a:cs typeface="Arial"/>
              <a:sym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Quote - Violet">
  <p:cSld name="Quote - Violet">
    <p:spTree>
      <p:nvGrpSpPr>
        <p:cNvPr id="1" name="Shape 409"/>
        <p:cNvGrpSpPr/>
        <p:nvPr/>
      </p:nvGrpSpPr>
      <p:grpSpPr>
        <a:xfrm>
          <a:off x="0" y="0"/>
          <a:ext cx="0" cy="0"/>
          <a:chOff x="0" y="0"/>
          <a:chExt cx="0" cy="0"/>
        </a:xfrm>
      </p:grpSpPr>
      <p:sp>
        <p:nvSpPr>
          <p:cNvPr id="410" name="Google Shape;410;p25"/>
          <p:cNvSpPr/>
          <p:nvPr/>
        </p:nvSpPr>
        <p:spPr>
          <a:xfrm>
            <a:off x="0" y="6377940"/>
            <a:ext cx="815100" cy="480000"/>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900">
              <a:solidFill>
                <a:schemeClr val="lt1"/>
              </a:solidFill>
              <a:latin typeface="Arial"/>
              <a:ea typeface="Arial"/>
              <a:cs typeface="Arial"/>
              <a:sym typeface="Arial"/>
            </a:endParaRPr>
          </a:p>
        </p:txBody>
      </p:sp>
      <p:grpSp>
        <p:nvGrpSpPr>
          <p:cNvPr id="411" name="Google Shape;411;p25"/>
          <p:cNvGrpSpPr/>
          <p:nvPr/>
        </p:nvGrpSpPr>
        <p:grpSpPr>
          <a:xfrm>
            <a:off x="0" y="0"/>
            <a:ext cx="12192100" cy="6858100"/>
            <a:chOff x="0" y="0"/>
            <a:chExt cx="12192100" cy="6858100"/>
          </a:xfrm>
        </p:grpSpPr>
        <p:grpSp>
          <p:nvGrpSpPr>
            <p:cNvPr id="412" name="Google Shape;412;p25"/>
            <p:cNvGrpSpPr/>
            <p:nvPr/>
          </p:nvGrpSpPr>
          <p:grpSpPr>
            <a:xfrm>
              <a:off x="6096000" y="0"/>
              <a:ext cx="0" cy="6858100"/>
              <a:chOff x="6134100" y="0"/>
              <a:chExt cx="0" cy="6858100"/>
            </a:xfrm>
          </p:grpSpPr>
          <p:cxnSp>
            <p:nvCxnSpPr>
              <p:cNvPr id="413" name="Google Shape;413;p25"/>
              <p:cNvCxnSpPr/>
              <p:nvPr/>
            </p:nvCxnSpPr>
            <p:spPr>
              <a:xfrm>
                <a:off x="6134100" y="0"/>
                <a:ext cx="0" cy="1511400"/>
              </a:xfrm>
              <a:prstGeom prst="straightConnector1">
                <a:avLst/>
              </a:prstGeom>
              <a:noFill/>
              <a:ln w="28575" cap="flat" cmpd="sng">
                <a:solidFill>
                  <a:schemeClr val="lt1">
                    <a:alpha val="50980"/>
                  </a:schemeClr>
                </a:solidFill>
                <a:prstDash val="solid"/>
                <a:miter lim="800000"/>
                <a:headEnd type="none" w="sm" len="sm"/>
                <a:tailEnd type="none" w="sm" len="sm"/>
              </a:ln>
            </p:spPr>
          </p:cxnSp>
          <p:cxnSp>
            <p:nvCxnSpPr>
              <p:cNvPr id="414" name="Google Shape;414;p25"/>
              <p:cNvCxnSpPr/>
              <p:nvPr/>
            </p:nvCxnSpPr>
            <p:spPr>
              <a:xfrm>
                <a:off x="6134100" y="5346700"/>
                <a:ext cx="0" cy="1511400"/>
              </a:xfrm>
              <a:prstGeom prst="straightConnector1">
                <a:avLst/>
              </a:prstGeom>
              <a:noFill/>
              <a:ln w="28575" cap="flat" cmpd="sng">
                <a:solidFill>
                  <a:schemeClr val="lt1">
                    <a:alpha val="50980"/>
                  </a:schemeClr>
                </a:solidFill>
                <a:prstDash val="solid"/>
                <a:miter lim="800000"/>
                <a:headEnd type="none" w="sm" len="sm"/>
                <a:tailEnd type="none" w="sm" len="sm"/>
              </a:ln>
            </p:spPr>
          </p:cxnSp>
        </p:grpSp>
        <p:grpSp>
          <p:nvGrpSpPr>
            <p:cNvPr id="415" name="Google Shape;415;p25"/>
            <p:cNvGrpSpPr/>
            <p:nvPr/>
          </p:nvGrpSpPr>
          <p:grpSpPr>
            <a:xfrm>
              <a:off x="0" y="3435349"/>
              <a:ext cx="12192100" cy="1"/>
              <a:chOff x="0" y="3435349"/>
              <a:chExt cx="12192100" cy="1"/>
            </a:xfrm>
          </p:grpSpPr>
          <p:cxnSp>
            <p:nvCxnSpPr>
              <p:cNvPr id="416" name="Google Shape;416;p25"/>
              <p:cNvCxnSpPr/>
              <p:nvPr/>
            </p:nvCxnSpPr>
            <p:spPr>
              <a:xfrm rot="10800000">
                <a:off x="755700" y="2679650"/>
                <a:ext cx="0" cy="1511400"/>
              </a:xfrm>
              <a:prstGeom prst="straightConnector1">
                <a:avLst/>
              </a:prstGeom>
              <a:noFill/>
              <a:ln w="28575" cap="flat" cmpd="sng">
                <a:solidFill>
                  <a:schemeClr val="lt1">
                    <a:alpha val="50980"/>
                  </a:schemeClr>
                </a:solidFill>
                <a:prstDash val="solid"/>
                <a:miter lim="800000"/>
                <a:headEnd type="none" w="sm" len="sm"/>
                <a:tailEnd type="none" w="sm" len="sm"/>
              </a:ln>
            </p:spPr>
          </p:cxnSp>
          <p:cxnSp>
            <p:nvCxnSpPr>
              <p:cNvPr id="417" name="Google Shape;417;p25"/>
              <p:cNvCxnSpPr/>
              <p:nvPr/>
            </p:nvCxnSpPr>
            <p:spPr>
              <a:xfrm rot="10800000">
                <a:off x="11436400" y="2679649"/>
                <a:ext cx="0" cy="1511400"/>
              </a:xfrm>
              <a:prstGeom prst="straightConnector1">
                <a:avLst/>
              </a:prstGeom>
              <a:noFill/>
              <a:ln w="28575" cap="flat" cmpd="sng">
                <a:solidFill>
                  <a:schemeClr val="lt1">
                    <a:alpha val="50980"/>
                  </a:schemeClr>
                </a:solidFill>
                <a:prstDash val="solid"/>
                <a:miter lim="800000"/>
                <a:headEnd type="none" w="sm" len="sm"/>
                <a:tailEnd type="none" w="sm" len="sm"/>
              </a:ln>
            </p:spPr>
          </p:cxnSp>
        </p:grpSp>
      </p:grpSp>
      <p:sp>
        <p:nvSpPr>
          <p:cNvPr id="418" name="Google Shape;418;p25"/>
          <p:cNvSpPr txBox="1">
            <a:spLocks noGrp="1"/>
          </p:cNvSpPr>
          <p:nvPr>
            <p:ph type="body" idx="1"/>
          </p:nvPr>
        </p:nvSpPr>
        <p:spPr>
          <a:xfrm>
            <a:off x="1752600" y="1619250"/>
            <a:ext cx="8686800" cy="3619500"/>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80000"/>
              </a:lnSpc>
              <a:spcBef>
                <a:spcPts val="1100"/>
              </a:spcBef>
              <a:spcAft>
                <a:spcPts val="0"/>
              </a:spcAft>
              <a:buClr>
                <a:schemeClr val="lt1"/>
              </a:buClr>
              <a:buSzPts val="5500"/>
              <a:buFont typeface="Arial"/>
              <a:buNone/>
              <a:defRPr sz="5500" b="1" i="0" u="none" strike="noStrike" cap="none">
                <a:solidFill>
                  <a:schemeClr val="lt1"/>
                </a:solidFill>
                <a:latin typeface="Arial"/>
                <a:ea typeface="Arial"/>
                <a:cs typeface="Arial"/>
                <a:sym typeface="Arial"/>
              </a:defRPr>
            </a:lvl1pPr>
            <a:lvl2pPr marL="914400" marR="0" lvl="1"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9pPr>
          </a:lstStyle>
          <a:p>
            <a:endParaRPr/>
          </a:p>
        </p:txBody>
      </p:sp>
      <p:grpSp>
        <p:nvGrpSpPr>
          <p:cNvPr id="419" name="Google Shape;419;p25"/>
          <p:cNvGrpSpPr/>
          <p:nvPr/>
        </p:nvGrpSpPr>
        <p:grpSpPr>
          <a:xfrm>
            <a:off x="460203" y="6501362"/>
            <a:ext cx="180165" cy="177825"/>
            <a:chOff x="2940050" y="1514475"/>
            <a:chExt cx="4643437" cy="4583110"/>
          </a:xfrm>
        </p:grpSpPr>
        <p:sp>
          <p:nvSpPr>
            <p:cNvPr id="420" name="Google Shape;420;p25"/>
            <p:cNvSpPr/>
            <p:nvPr/>
          </p:nvSpPr>
          <p:spPr>
            <a:xfrm>
              <a:off x="5507038" y="1514475"/>
              <a:ext cx="1576386" cy="1741489"/>
            </a:xfrm>
            <a:custGeom>
              <a:avLst/>
              <a:gdLst/>
              <a:ahLst/>
              <a:cxnLst/>
              <a:rect l="l" t="t" r="r" b="b"/>
              <a:pathLst>
                <a:path w="4378" h="4837" extrusionOk="0">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421" name="Google Shape;421;p25"/>
            <p:cNvSpPr/>
            <p:nvPr/>
          </p:nvSpPr>
          <p:spPr>
            <a:xfrm>
              <a:off x="5970588" y="2924175"/>
              <a:ext cx="1612899" cy="1784347"/>
            </a:xfrm>
            <a:custGeom>
              <a:avLst/>
              <a:gdLst/>
              <a:ahLst/>
              <a:cxnLst/>
              <a:rect l="l" t="t" r="r" b="b"/>
              <a:pathLst>
                <a:path w="4479" h="4958" extrusionOk="0">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422" name="Google Shape;422;p25"/>
            <p:cNvSpPr/>
            <p:nvPr/>
          </p:nvSpPr>
          <p:spPr>
            <a:xfrm>
              <a:off x="5499100" y="4398963"/>
              <a:ext cx="1590674" cy="1698622"/>
            </a:xfrm>
            <a:custGeom>
              <a:avLst/>
              <a:gdLst/>
              <a:ahLst/>
              <a:cxnLst/>
              <a:rect l="l" t="t" r="r" b="b"/>
              <a:pathLst>
                <a:path w="4419" h="4720" extrusionOk="0">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423" name="Google Shape;423;p25"/>
            <p:cNvSpPr/>
            <p:nvPr/>
          </p:nvSpPr>
          <p:spPr>
            <a:xfrm>
              <a:off x="3435350" y="4359275"/>
              <a:ext cx="1571629" cy="1736721"/>
            </a:xfrm>
            <a:custGeom>
              <a:avLst/>
              <a:gdLst/>
              <a:ahLst/>
              <a:cxnLst/>
              <a:rect l="l" t="t" r="r" b="b"/>
              <a:pathLst>
                <a:path w="4367" h="4826" extrusionOk="0">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424" name="Google Shape;424;p25"/>
            <p:cNvSpPr/>
            <p:nvPr/>
          </p:nvSpPr>
          <p:spPr>
            <a:xfrm>
              <a:off x="2940050" y="2924175"/>
              <a:ext cx="1606554" cy="1771655"/>
            </a:xfrm>
            <a:custGeom>
              <a:avLst/>
              <a:gdLst/>
              <a:ahLst/>
              <a:cxnLst/>
              <a:rect l="l" t="t" r="r" b="b"/>
              <a:pathLst>
                <a:path w="4462" h="4920" extrusionOk="0">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425" name="Google Shape;425;p25"/>
            <p:cNvSpPr/>
            <p:nvPr/>
          </p:nvSpPr>
          <p:spPr>
            <a:xfrm>
              <a:off x="3424238" y="1514475"/>
              <a:ext cx="1598617" cy="1708145"/>
            </a:xfrm>
            <a:custGeom>
              <a:avLst/>
              <a:gdLst/>
              <a:ahLst/>
              <a:cxnLst/>
              <a:rect l="l" t="t" r="r" b="b"/>
              <a:pathLst>
                <a:path w="4439" h="4746" extrusionOk="0">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426" name="Google Shape;426;p25"/>
            <p:cNvSpPr/>
            <p:nvPr/>
          </p:nvSpPr>
          <p:spPr>
            <a:xfrm>
              <a:off x="4724400" y="3267075"/>
              <a:ext cx="1071564" cy="1093786"/>
            </a:xfrm>
            <a:custGeom>
              <a:avLst/>
              <a:gdLst/>
              <a:ahLst/>
              <a:cxnLst/>
              <a:rect l="l" t="t" r="r" b="b"/>
              <a:pathLst>
                <a:path w="2977" h="3038" extrusionOk="0">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grpSp>
      <p:grpSp>
        <p:nvGrpSpPr>
          <p:cNvPr id="427" name="Google Shape;427;p25"/>
          <p:cNvGrpSpPr/>
          <p:nvPr/>
        </p:nvGrpSpPr>
        <p:grpSpPr>
          <a:xfrm>
            <a:off x="0" y="0"/>
            <a:ext cx="12192100" cy="6858100"/>
            <a:chOff x="0" y="0"/>
            <a:chExt cx="12192100" cy="6858100"/>
          </a:xfrm>
        </p:grpSpPr>
        <p:grpSp>
          <p:nvGrpSpPr>
            <p:cNvPr id="428" name="Google Shape;428;p25"/>
            <p:cNvGrpSpPr/>
            <p:nvPr/>
          </p:nvGrpSpPr>
          <p:grpSpPr>
            <a:xfrm>
              <a:off x="6096000" y="0"/>
              <a:ext cx="0" cy="6858100"/>
              <a:chOff x="6134100" y="0"/>
              <a:chExt cx="0" cy="6858100"/>
            </a:xfrm>
          </p:grpSpPr>
          <p:cxnSp>
            <p:nvCxnSpPr>
              <p:cNvPr id="429" name="Google Shape;429;p25"/>
              <p:cNvCxnSpPr/>
              <p:nvPr/>
            </p:nvCxnSpPr>
            <p:spPr>
              <a:xfrm>
                <a:off x="6134100" y="0"/>
                <a:ext cx="0" cy="1511400"/>
              </a:xfrm>
              <a:prstGeom prst="straightConnector1">
                <a:avLst/>
              </a:prstGeom>
              <a:noFill/>
              <a:ln w="28575" cap="flat" cmpd="sng">
                <a:solidFill>
                  <a:schemeClr val="lt1">
                    <a:alpha val="50980"/>
                  </a:schemeClr>
                </a:solidFill>
                <a:prstDash val="solid"/>
                <a:miter lim="800000"/>
                <a:headEnd type="none" w="sm" len="sm"/>
                <a:tailEnd type="none" w="sm" len="sm"/>
              </a:ln>
            </p:spPr>
          </p:cxnSp>
          <p:cxnSp>
            <p:nvCxnSpPr>
              <p:cNvPr id="430" name="Google Shape;430;p25"/>
              <p:cNvCxnSpPr/>
              <p:nvPr/>
            </p:nvCxnSpPr>
            <p:spPr>
              <a:xfrm>
                <a:off x="6134100" y="5346700"/>
                <a:ext cx="0" cy="1511400"/>
              </a:xfrm>
              <a:prstGeom prst="straightConnector1">
                <a:avLst/>
              </a:prstGeom>
              <a:noFill/>
              <a:ln w="28575" cap="flat" cmpd="sng">
                <a:solidFill>
                  <a:schemeClr val="lt1">
                    <a:alpha val="50980"/>
                  </a:schemeClr>
                </a:solidFill>
                <a:prstDash val="solid"/>
                <a:miter lim="800000"/>
                <a:headEnd type="none" w="sm" len="sm"/>
                <a:tailEnd type="none" w="sm" len="sm"/>
              </a:ln>
            </p:spPr>
          </p:cxnSp>
        </p:grpSp>
        <p:grpSp>
          <p:nvGrpSpPr>
            <p:cNvPr id="431" name="Google Shape;431;p25"/>
            <p:cNvGrpSpPr/>
            <p:nvPr/>
          </p:nvGrpSpPr>
          <p:grpSpPr>
            <a:xfrm>
              <a:off x="0" y="3435349"/>
              <a:ext cx="12192100" cy="1"/>
              <a:chOff x="0" y="3435349"/>
              <a:chExt cx="12192100" cy="1"/>
            </a:xfrm>
          </p:grpSpPr>
          <p:cxnSp>
            <p:nvCxnSpPr>
              <p:cNvPr id="432" name="Google Shape;432;p25"/>
              <p:cNvCxnSpPr/>
              <p:nvPr/>
            </p:nvCxnSpPr>
            <p:spPr>
              <a:xfrm rot="10800000">
                <a:off x="755700" y="2679650"/>
                <a:ext cx="0" cy="1511400"/>
              </a:xfrm>
              <a:prstGeom prst="straightConnector1">
                <a:avLst/>
              </a:prstGeom>
              <a:noFill/>
              <a:ln w="28575" cap="flat" cmpd="sng">
                <a:solidFill>
                  <a:schemeClr val="lt1">
                    <a:alpha val="50980"/>
                  </a:schemeClr>
                </a:solidFill>
                <a:prstDash val="solid"/>
                <a:miter lim="800000"/>
                <a:headEnd type="none" w="sm" len="sm"/>
                <a:tailEnd type="none" w="sm" len="sm"/>
              </a:ln>
            </p:spPr>
          </p:cxnSp>
          <p:cxnSp>
            <p:nvCxnSpPr>
              <p:cNvPr id="433" name="Google Shape;433;p25"/>
              <p:cNvCxnSpPr/>
              <p:nvPr/>
            </p:nvCxnSpPr>
            <p:spPr>
              <a:xfrm rot="10800000">
                <a:off x="11436400" y="2679649"/>
                <a:ext cx="0" cy="1511400"/>
              </a:xfrm>
              <a:prstGeom prst="straightConnector1">
                <a:avLst/>
              </a:prstGeom>
              <a:noFill/>
              <a:ln w="28575" cap="flat" cmpd="sng">
                <a:solidFill>
                  <a:schemeClr val="lt1">
                    <a:alpha val="50980"/>
                  </a:schemeClr>
                </a:solidFill>
                <a:prstDash val="solid"/>
                <a:miter lim="800000"/>
                <a:headEnd type="none" w="sm" len="sm"/>
                <a:tailEnd type="none" w="sm" len="sm"/>
              </a:ln>
            </p:spPr>
          </p:cxnSp>
        </p:grpSp>
      </p:grpSp>
      <p:grpSp>
        <p:nvGrpSpPr>
          <p:cNvPr id="434" name="Google Shape;434;p25"/>
          <p:cNvGrpSpPr/>
          <p:nvPr/>
        </p:nvGrpSpPr>
        <p:grpSpPr>
          <a:xfrm>
            <a:off x="460203" y="6501362"/>
            <a:ext cx="180165" cy="177825"/>
            <a:chOff x="2940050" y="1514475"/>
            <a:chExt cx="4643437" cy="4583110"/>
          </a:xfrm>
        </p:grpSpPr>
        <p:sp>
          <p:nvSpPr>
            <p:cNvPr id="435" name="Google Shape;435;p25"/>
            <p:cNvSpPr/>
            <p:nvPr/>
          </p:nvSpPr>
          <p:spPr>
            <a:xfrm>
              <a:off x="5507038" y="1514475"/>
              <a:ext cx="1576386" cy="1741489"/>
            </a:xfrm>
            <a:custGeom>
              <a:avLst/>
              <a:gdLst/>
              <a:ahLst/>
              <a:cxnLst/>
              <a:rect l="l" t="t" r="r" b="b"/>
              <a:pathLst>
                <a:path w="4378" h="4837" extrusionOk="0">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436" name="Google Shape;436;p25"/>
            <p:cNvSpPr/>
            <p:nvPr/>
          </p:nvSpPr>
          <p:spPr>
            <a:xfrm>
              <a:off x="5970588" y="2924175"/>
              <a:ext cx="1612899" cy="1784347"/>
            </a:xfrm>
            <a:custGeom>
              <a:avLst/>
              <a:gdLst/>
              <a:ahLst/>
              <a:cxnLst/>
              <a:rect l="l" t="t" r="r" b="b"/>
              <a:pathLst>
                <a:path w="4479" h="4958" extrusionOk="0">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437" name="Google Shape;437;p25"/>
            <p:cNvSpPr/>
            <p:nvPr/>
          </p:nvSpPr>
          <p:spPr>
            <a:xfrm>
              <a:off x="5499100" y="4398963"/>
              <a:ext cx="1590674" cy="1698622"/>
            </a:xfrm>
            <a:custGeom>
              <a:avLst/>
              <a:gdLst/>
              <a:ahLst/>
              <a:cxnLst/>
              <a:rect l="l" t="t" r="r" b="b"/>
              <a:pathLst>
                <a:path w="4419" h="4720" extrusionOk="0">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438" name="Google Shape;438;p25"/>
            <p:cNvSpPr/>
            <p:nvPr/>
          </p:nvSpPr>
          <p:spPr>
            <a:xfrm>
              <a:off x="3435350" y="4359275"/>
              <a:ext cx="1571629" cy="1736721"/>
            </a:xfrm>
            <a:custGeom>
              <a:avLst/>
              <a:gdLst/>
              <a:ahLst/>
              <a:cxnLst/>
              <a:rect l="l" t="t" r="r" b="b"/>
              <a:pathLst>
                <a:path w="4367" h="4826" extrusionOk="0">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439" name="Google Shape;439;p25"/>
            <p:cNvSpPr/>
            <p:nvPr/>
          </p:nvSpPr>
          <p:spPr>
            <a:xfrm>
              <a:off x="2940050" y="2924175"/>
              <a:ext cx="1606554" cy="1771655"/>
            </a:xfrm>
            <a:custGeom>
              <a:avLst/>
              <a:gdLst/>
              <a:ahLst/>
              <a:cxnLst/>
              <a:rect l="l" t="t" r="r" b="b"/>
              <a:pathLst>
                <a:path w="4462" h="4920" extrusionOk="0">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440" name="Google Shape;440;p25"/>
            <p:cNvSpPr/>
            <p:nvPr/>
          </p:nvSpPr>
          <p:spPr>
            <a:xfrm>
              <a:off x="3424238" y="1514475"/>
              <a:ext cx="1598617" cy="1708145"/>
            </a:xfrm>
            <a:custGeom>
              <a:avLst/>
              <a:gdLst/>
              <a:ahLst/>
              <a:cxnLst/>
              <a:rect l="l" t="t" r="r" b="b"/>
              <a:pathLst>
                <a:path w="4439" h="4746" extrusionOk="0">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sp>
          <p:nvSpPr>
            <p:cNvPr id="441" name="Google Shape;441;p25"/>
            <p:cNvSpPr/>
            <p:nvPr/>
          </p:nvSpPr>
          <p:spPr>
            <a:xfrm>
              <a:off x="4724400" y="3267075"/>
              <a:ext cx="1071564" cy="1093786"/>
            </a:xfrm>
            <a:custGeom>
              <a:avLst/>
              <a:gdLst/>
              <a:ahLst/>
              <a:cxnLst/>
              <a:rect l="l" t="t" r="r" b="b"/>
              <a:pathLst>
                <a:path w="2977" h="3038" extrusionOk="0">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b="0" i="0">
                <a:solidFill>
                  <a:schemeClr val="dk1"/>
                </a:solidFill>
                <a:latin typeface="Arial"/>
                <a:ea typeface="Arial"/>
                <a:cs typeface="Arial"/>
                <a:sym typeface="Arial"/>
              </a:endParaRPr>
            </a:p>
          </p:txBody>
        </p:sp>
      </p:grpSp>
      <p:sp>
        <p:nvSpPr>
          <p:cNvPr id="442" name="Google Shape;442;p25"/>
          <p:cNvSpPr/>
          <p:nvPr/>
        </p:nvSpPr>
        <p:spPr>
          <a:xfrm>
            <a:off x="636014" y="6491347"/>
            <a:ext cx="2709300" cy="215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800" b="0" i="0">
                <a:solidFill>
                  <a:schemeClr val="lt1"/>
                </a:solidFill>
                <a:latin typeface="Arial"/>
                <a:ea typeface="Arial"/>
                <a:cs typeface="Arial"/>
                <a:sym typeface="Arial"/>
              </a:rPr>
              <a:t>© </a:t>
            </a:r>
            <a:r>
              <a:rPr lang="en-US" sz="800">
                <a:solidFill>
                  <a:schemeClr val="lt1"/>
                </a:solidFill>
              </a:rPr>
              <a:t>2020 </a:t>
            </a:r>
            <a:r>
              <a:rPr lang="en-US" sz="800" b="0" i="0">
                <a:solidFill>
                  <a:schemeClr val="lt1"/>
                </a:solidFill>
                <a:latin typeface="Arial"/>
                <a:ea typeface="Arial"/>
                <a:cs typeface="Arial"/>
                <a:sym typeface="Arial"/>
              </a:rPr>
              <a:t>Snowflake Inc. All Rights Reserved</a:t>
            </a:r>
            <a:endParaRPr sz="800">
              <a:solidFill>
                <a:schemeClr val="lt1"/>
              </a:solidFill>
              <a:latin typeface="Arial"/>
              <a:ea typeface="Arial"/>
              <a:cs typeface="Arial"/>
              <a:sym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477"/>
        <p:cNvGrpSpPr/>
        <p:nvPr/>
      </p:nvGrpSpPr>
      <p:grpSpPr>
        <a:xfrm>
          <a:off x="0" y="0"/>
          <a:ext cx="0" cy="0"/>
          <a:chOff x="0" y="0"/>
          <a:chExt cx="0" cy="0"/>
        </a:xfrm>
      </p:grpSpPr>
      <p:pic>
        <p:nvPicPr>
          <p:cNvPr id="478" name="Google Shape;478;p27"/>
          <p:cNvPicPr preferRelativeResize="0"/>
          <p:nvPr/>
        </p:nvPicPr>
        <p:blipFill rotWithShape="1">
          <a:blip r:embed="rId2">
            <a:alphaModFix/>
          </a:blip>
          <a:srcRect/>
          <a:stretch/>
        </p:blipFill>
        <p:spPr>
          <a:xfrm>
            <a:off x="0" y="0"/>
            <a:ext cx="12192000" cy="6858000"/>
          </a:xfrm>
          <a:prstGeom prst="rect">
            <a:avLst/>
          </a:prstGeom>
          <a:noFill/>
          <a:ln>
            <a:noFill/>
          </a:ln>
        </p:spPr>
      </p:pic>
      <p:grpSp>
        <p:nvGrpSpPr>
          <p:cNvPr id="479" name="Google Shape;479;p27"/>
          <p:cNvGrpSpPr/>
          <p:nvPr/>
        </p:nvGrpSpPr>
        <p:grpSpPr>
          <a:xfrm>
            <a:off x="3712521" y="2415821"/>
            <a:ext cx="4111561" cy="967740"/>
            <a:chOff x="3712521" y="2686462"/>
            <a:chExt cx="4111561" cy="967740"/>
          </a:xfrm>
        </p:grpSpPr>
        <p:grpSp>
          <p:nvGrpSpPr>
            <p:cNvPr id="480" name="Google Shape;480;p27"/>
            <p:cNvGrpSpPr/>
            <p:nvPr/>
          </p:nvGrpSpPr>
          <p:grpSpPr>
            <a:xfrm>
              <a:off x="3712521" y="2686462"/>
              <a:ext cx="976876" cy="967740"/>
              <a:chOff x="3712521" y="2613084"/>
              <a:chExt cx="976876" cy="967740"/>
            </a:xfrm>
          </p:grpSpPr>
          <p:sp>
            <p:nvSpPr>
              <p:cNvPr id="481" name="Google Shape;481;p27"/>
              <p:cNvSpPr/>
              <p:nvPr/>
            </p:nvSpPr>
            <p:spPr>
              <a:xfrm>
                <a:off x="3712521" y="2910792"/>
                <a:ext cx="331970" cy="373848"/>
              </a:xfrm>
              <a:custGeom>
                <a:avLst/>
                <a:gdLst/>
                <a:ahLst/>
                <a:cxnLst/>
                <a:rect l="l" t="t" r="r" b="b"/>
                <a:pathLst>
                  <a:path w="247" h="277" extrusionOk="0">
                    <a:moveTo>
                      <a:pt x="245" y="152"/>
                    </a:moveTo>
                    <a:cubicBezTo>
                      <a:pt x="246" y="147"/>
                      <a:pt x="247" y="142"/>
                      <a:pt x="247" y="137"/>
                    </a:cubicBezTo>
                    <a:cubicBezTo>
                      <a:pt x="247" y="134"/>
                      <a:pt x="246" y="130"/>
                      <a:pt x="245" y="127"/>
                    </a:cubicBezTo>
                    <a:cubicBezTo>
                      <a:pt x="242" y="116"/>
                      <a:pt x="235" y="106"/>
                      <a:pt x="224" y="100"/>
                    </a:cubicBezTo>
                    <a:cubicBezTo>
                      <a:pt x="73" y="12"/>
                      <a:pt x="73" y="12"/>
                      <a:pt x="73" y="12"/>
                    </a:cubicBezTo>
                    <a:cubicBezTo>
                      <a:pt x="52" y="0"/>
                      <a:pt x="24" y="7"/>
                      <a:pt x="12" y="29"/>
                    </a:cubicBezTo>
                    <a:cubicBezTo>
                      <a:pt x="0" y="50"/>
                      <a:pt x="7" y="77"/>
                      <a:pt x="28" y="90"/>
                    </a:cubicBezTo>
                    <a:cubicBezTo>
                      <a:pt x="113" y="138"/>
                      <a:pt x="113" y="138"/>
                      <a:pt x="113" y="138"/>
                    </a:cubicBezTo>
                    <a:cubicBezTo>
                      <a:pt x="28" y="187"/>
                      <a:pt x="28" y="187"/>
                      <a:pt x="28" y="187"/>
                    </a:cubicBezTo>
                    <a:cubicBezTo>
                      <a:pt x="7" y="200"/>
                      <a:pt x="0" y="227"/>
                      <a:pt x="12" y="248"/>
                    </a:cubicBezTo>
                    <a:cubicBezTo>
                      <a:pt x="24" y="270"/>
                      <a:pt x="52" y="277"/>
                      <a:pt x="73" y="265"/>
                    </a:cubicBezTo>
                    <a:cubicBezTo>
                      <a:pt x="224" y="177"/>
                      <a:pt x="224" y="177"/>
                      <a:pt x="224" y="177"/>
                    </a:cubicBezTo>
                    <a:cubicBezTo>
                      <a:pt x="235" y="171"/>
                      <a:pt x="242" y="162"/>
                      <a:pt x="245" y="152"/>
                    </a:cubicBezTo>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482" name="Google Shape;482;p27"/>
              <p:cNvSpPr/>
              <p:nvPr/>
            </p:nvSpPr>
            <p:spPr>
              <a:xfrm>
                <a:off x="3820640" y="2613084"/>
                <a:ext cx="331209" cy="357097"/>
              </a:xfrm>
              <a:custGeom>
                <a:avLst/>
                <a:gdLst/>
                <a:ahLst/>
                <a:cxnLst/>
                <a:rect l="l" t="t" r="r" b="b"/>
                <a:pathLst>
                  <a:path w="247" h="265" extrusionOk="0">
                    <a:moveTo>
                      <a:pt x="28" y="171"/>
                    </a:moveTo>
                    <a:cubicBezTo>
                      <a:pt x="180" y="259"/>
                      <a:pt x="180" y="259"/>
                      <a:pt x="180" y="259"/>
                    </a:cubicBezTo>
                    <a:cubicBezTo>
                      <a:pt x="188" y="263"/>
                      <a:pt x="197" y="265"/>
                      <a:pt x="206" y="264"/>
                    </a:cubicBezTo>
                    <a:cubicBezTo>
                      <a:pt x="229" y="263"/>
                      <a:pt x="247" y="243"/>
                      <a:pt x="247" y="220"/>
                    </a:cubicBezTo>
                    <a:cubicBezTo>
                      <a:pt x="247" y="45"/>
                      <a:pt x="247" y="45"/>
                      <a:pt x="247" y="45"/>
                    </a:cubicBezTo>
                    <a:cubicBezTo>
                      <a:pt x="247" y="20"/>
                      <a:pt x="227" y="0"/>
                      <a:pt x="202" y="0"/>
                    </a:cubicBezTo>
                    <a:cubicBezTo>
                      <a:pt x="178" y="0"/>
                      <a:pt x="158" y="20"/>
                      <a:pt x="158" y="45"/>
                    </a:cubicBezTo>
                    <a:cubicBezTo>
                      <a:pt x="158" y="143"/>
                      <a:pt x="158" y="143"/>
                      <a:pt x="158" y="143"/>
                    </a:cubicBezTo>
                    <a:cubicBezTo>
                      <a:pt x="73" y="94"/>
                      <a:pt x="73" y="94"/>
                      <a:pt x="73" y="94"/>
                    </a:cubicBezTo>
                    <a:cubicBezTo>
                      <a:pt x="52" y="82"/>
                      <a:pt x="24" y="89"/>
                      <a:pt x="12" y="110"/>
                    </a:cubicBezTo>
                    <a:cubicBezTo>
                      <a:pt x="0" y="132"/>
                      <a:pt x="7" y="159"/>
                      <a:pt x="28" y="171"/>
                    </a:cubicBezTo>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483" name="Google Shape;483;p27"/>
              <p:cNvSpPr/>
              <p:nvPr/>
            </p:nvSpPr>
            <p:spPr>
              <a:xfrm>
                <a:off x="4250070" y="2613084"/>
                <a:ext cx="331970" cy="357097"/>
              </a:xfrm>
              <a:custGeom>
                <a:avLst/>
                <a:gdLst/>
                <a:ahLst/>
                <a:cxnLst/>
                <a:rect l="l" t="t" r="r" b="b"/>
                <a:pathLst>
                  <a:path w="247" h="265" extrusionOk="0">
                    <a:moveTo>
                      <a:pt x="41" y="264"/>
                    </a:moveTo>
                    <a:cubicBezTo>
                      <a:pt x="50" y="265"/>
                      <a:pt x="59" y="263"/>
                      <a:pt x="67" y="259"/>
                    </a:cubicBezTo>
                    <a:cubicBezTo>
                      <a:pt x="218" y="171"/>
                      <a:pt x="218" y="171"/>
                      <a:pt x="218" y="171"/>
                    </a:cubicBezTo>
                    <a:cubicBezTo>
                      <a:pt x="240" y="159"/>
                      <a:pt x="247" y="132"/>
                      <a:pt x="235" y="110"/>
                    </a:cubicBezTo>
                    <a:cubicBezTo>
                      <a:pt x="222" y="89"/>
                      <a:pt x="195" y="82"/>
                      <a:pt x="174" y="94"/>
                    </a:cubicBezTo>
                    <a:cubicBezTo>
                      <a:pt x="89" y="143"/>
                      <a:pt x="89" y="143"/>
                      <a:pt x="89" y="143"/>
                    </a:cubicBezTo>
                    <a:cubicBezTo>
                      <a:pt x="89" y="45"/>
                      <a:pt x="89" y="45"/>
                      <a:pt x="89" y="45"/>
                    </a:cubicBezTo>
                    <a:cubicBezTo>
                      <a:pt x="89" y="20"/>
                      <a:pt x="69" y="0"/>
                      <a:pt x="44" y="0"/>
                    </a:cubicBezTo>
                    <a:cubicBezTo>
                      <a:pt x="20" y="0"/>
                      <a:pt x="0" y="20"/>
                      <a:pt x="0" y="45"/>
                    </a:cubicBezTo>
                    <a:cubicBezTo>
                      <a:pt x="0" y="220"/>
                      <a:pt x="0" y="220"/>
                      <a:pt x="0" y="220"/>
                    </a:cubicBezTo>
                    <a:cubicBezTo>
                      <a:pt x="0" y="243"/>
                      <a:pt x="18" y="263"/>
                      <a:pt x="41" y="264"/>
                    </a:cubicBezTo>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484" name="Google Shape;484;p27"/>
              <p:cNvSpPr/>
              <p:nvPr/>
            </p:nvSpPr>
            <p:spPr>
              <a:xfrm>
                <a:off x="3820640" y="3225250"/>
                <a:ext cx="331209" cy="355574"/>
              </a:xfrm>
              <a:custGeom>
                <a:avLst/>
                <a:gdLst/>
                <a:ahLst/>
                <a:cxnLst/>
                <a:rect l="l" t="t" r="r" b="b"/>
                <a:pathLst>
                  <a:path w="247" h="264" extrusionOk="0">
                    <a:moveTo>
                      <a:pt x="206" y="0"/>
                    </a:moveTo>
                    <a:cubicBezTo>
                      <a:pt x="197" y="0"/>
                      <a:pt x="188" y="2"/>
                      <a:pt x="180" y="6"/>
                    </a:cubicBezTo>
                    <a:cubicBezTo>
                      <a:pt x="28" y="94"/>
                      <a:pt x="28" y="94"/>
                      <a:pt x="28" y="94"/>
                    </a:cubicBezTo>
                    <a:cubicBezTo>
                      <a:pt x="7" y="106"/>
                      <a:pt x="0" y="133"/>
                      <a:pt x="12" y="155"/>
                    </a:cubicBezTo>
                    <a:cubicBezTo>
                      <a:pt x="24" y="176"/>
                      <a:pt x="52" y="183"/>
                      <a:pt x="73" y="171"/>
                    </a:cubicBezTo>
                    <a:cubicBezTo>
                      <a:pt x="158" y="122"/>
                      <a:pt x="158" y="122"/>
                      <a:pt x="158" y="122"/>
                    </a:cubicBezTo>
                    <a:cubicBezTo>
                      <a:pt x="158" y="220"/>
                      <a:pt x="158" y="220"/>
                      <a:pt x="158" y="220"/>
                    </a:cubicBezTo>
                    <a:cubicBezTo>
                      <a:pt x="158" y="244"/>
                      <a:pt x="178" y="264"/>
                      <a:pt x="202" y="264"/>
                    </a:cubicBezTo>
                    <a:cubicBezTo>
                      <a:pt x="227" y="264"/>
                      <a:pt x="247" y="244"/>
                      <a:pt x="247" y="220"/>
                    </a:cubicBezTo>
                    <a:cubicBezTo>
                      <a:pt x="247" y="45"/>
                      <a:pt x="247" y="45"/>
                      <a:pt x="247" y="45"/>
                    </a:cubicBezTo>
                    <a:cubicBezTo>
                      <a:pt x="247" y="21"/>
                      <a:pt x="229" y="2"/>
                      <a:pt x="206" y="0"/>
                    </a:cubicBezTo>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485" name="Google Shape;485;p27"/>
              <p:cNvSpPr/>
              <p:nvPr/>
            </p:nvSpPr>
            <p:spPr>
              <a:xfrm>
                <a:off x="4089414" y="2985409"/>
                <a:ext cx="223852" cy="224613"/>
              </a:xfrm>
              <a:custGeom>
                <a:avLst/>
                <a:gdLst/>
                <a:ahLst/>
                <a:cxnLst/>
                <a:rect l="l" t="t" r="r" b="b"/>
                <a:pathLst>
                  <a:path w="167" h="167" extrusionOk="0">
                    <a:moveTo>
                      <a:pt x="167" y="93"/>
                    </a:moveTo>
                    <a:cubicBezTo>
                      <a:pt x="167" y="88"/>
                      <a:pt x="167" y="88"/>
                      <a:pt x="167" y="88"/>
                    </a:cubicBezTo>
                    <a:cubicBezTo>
                      <a:pt x="167" y="85"/>
                      <a:pt x="167" y="81"/>
                      <a:pt x="167" y="79"/>
                    </a:cubicBezTo>
                    <a:cubicBezTo>
                      <a:pt x="167" y="74"/>
                      <a:pt x="167" y="74"/>
                      <a:pt x="167" y="74"/>
                    </a:cubicBezTo>
                    <a:cubicBezTo>
                      <a:pt x="167" y="72"/>
                      <a:pt x="165" y="68"/>
                      <a:pt x="163" y="66"/>
                    </a:cubicBezTo>
                    <a:cubicBezTo>
                      <a:pt x="101" y="3"/>
                      <a:pt x="101" y="3"/>
                      <a:pt x="101" y="3"/>
                    </a:cubicBezTo>
                    <a:cubicBezTo>
                      <a:pt x="99" y="1"/>
                      <a:pt x="95" y="0"/>
                      <a:pt x="93" y="0"/>
                    </a:cubicBezTo>
                    <a:cubicBezTo>
                      <a:pt x="88" y="0"/>
                      <a:pt x="88" y="0"/>
                      <a:pt x="88" y="0"/>
                    </a:cubicBezTo>
                    <a:cubicBezTo>
                      <a:pt x="85" y="0"/>
                      <a:pt x="81" y="0"/>
                      <a:pt x="79" y="0"/>
                    </a:cubicBezTo>
                    <a:cubicBezTo>
                      <a:pt x="74" y="0"/>
                      <a:pt x="74" y="0"/>
                      <a:pt x="74" y="0"/>
                    </a:cubicBezTo>
                    <a:cubicBezTo>
                      <a:pt x="72" y="0"/>
                      <a:pt x="68" y="1"/>
                      <a:pt x="66" y="3"/>
                    </a:cubicBezTo>
                    <a:cubicBezTo>
                      <a:pt x="3" y="66"/>
                      <a:pt x="3" y="66"/>
                      <a:pt x="3" y="66"/>
                    </a:cubicBezTo>
                    <a:cubicBezTo>
                      <a:pt x="1" y="68"/>
                      <a:pt x="0" y="72"/>
                      <a:pt x="0" y="74"/>
                    </a:cubicBezTo>
                    <a:cubicBezTo>
                      <a:pt x="0" y="79"/>
                      <a:pt x="0" y="79"/>
                      <a:pt x="0" y="79"/>
                    </a:cubicBezTo>
                    <a:cubicBezTo>
                      <a:pt x="0" y="81"/>
                      <a:pt x="0" y="85"/>
                      <a:pt x="0" y="88"/>
                    </a:cubicBezTo>
                    <a:cubicBezTo>
                      <a:pt x="0" y="93"/>
                      <a:pt x="0" y="93"/>
                      <a:pt x="0" y="93"/>
                    </a:cubicBezTo>
                    <a:cubicBezTo>
                      <a:pt x="0" y="95"/>
                      <a:pt x="1" y="99"/>
                      <a:pt x="3" y="101"/>
                    </a:cubicBezTo>
                    <a:cubicBezTo>
                      <a:pt x="66" y="163"/>
                      <a:pt x="66" y="163"/>
                      <a:pt x="66" y="163"/>
                    </a:cubicBezTo>
                    <a:cubicBezTo>
                      <a:pt x="68" y="165"/>
                      <a:pt x="72" y="167"/>
                      <a:pt x="74" y="167"/>
                    </a:cubicBezTo>
                    <a:cubicBezTo>
                      <a:pt x="79" y="167"/>
                      <a:pt x="79" y="167"/>
                      <a:pt x="79" y="167"/>
                    </a:cubicBezTo>
                    <a:cubicBezTo>
                      <a:pt x="81" y="167"/>
                      <a:pt x="85" y="167"/>
                      <a:pt x="88" y="167"/>
                    </a:cubicBezTo>
                    <a:cubicBezTo>
                      <a:pt x="93" y="167"/>
                      <a:pt x="93" y="167"/>
                      <a:pt x="93" y="167"/>
                    </a:cubicBezTo>
                    <a:cubicBezTo>
                      <a:pt x="95" y="167"/>
                      <a:pt x="99" y="165"/>
                      <a:pt x="101" y="163"/>
                    </a:cubicBezTo>
                    <a:cubicBezTo>
                      <a:pt x="163" y="101"/>
                      <a:pt x="163" y="101"/>
                      <a:pt x="163" y="101"/>
                    </a:cubicBezTo>
                    <a:cubicBezTo>
                      <a:pt x="165" y="99"/>
                      <a:pt x="167" y="95"/>
                      <a:pt x="167" y="93"/>
                    </a:cubicBezTo>
                    <a:moveTo>
                      <a:pt x="113" y="84"/>
                    </a:moveTo>
                    <a:cubicBezTo>
                      <a:pt x="113" y="86"/>
                      <a:pt x="112" y="90"/>
                      <a:pt x="110" y="92"/>
                    </a:cubicBezTo>
                    <a:cubicBezTo>
                      <a:pt x="92" y="110"/>
                      <a:pt x="92" y="110"/>
                      <a:pt x="92" y="110"/>
                    </a:cubicBezTo>
                    <a:cubicBezTo>
                      <a:pt x="90" y="112"/>
                      <a:pt x="86" y="113"/>
                      <a:pt x="84" y="113"/>
                    </a:cubicBezTo>
                    <a:cubicBezTo>
                      <a:pt x="83" y="113"/>
                      <a:pt x="83" y="113"/>
                      <a:pt x="83" y="113"/>
                    </a:cubicBezTo>
                    <a:cubicBezTo>
                      <a:pt x="80" y="113"/>
                      <a:pt x="77" y="112"/>
                      <a:pt x="75" y="110"/>
                    </a:cubicBezTo>
                    <a:cubicBezTo>
                      <a:pt x="57" y="92"/>
                      <a:pt x="57" y="92"/>
                      <a:pt x="57" y="92"/>
                    </a:cubicBezTo>
                    <a:cubicBezTo>
                      <a:pt x="55" y="90"/>
                      <a:pt x="54" y="86"/>
                      <a:pt x="54" y="84"/>
                    </a:cubicBezTo>
                    <a:cubicBezTo>
                      <a:pt x="54" y="84"/>
                      <a:pt x="54" y="83"/>
                      <a:pt x="54" y="83"/>
                    </a:cubicBezTo>
                    <a:cubicBezTo>
                      <a:pt x="54" y="81"/>
                      <a:pt x="55" y="77"/>
                      <a:pt x="57" y="75"/>
                    </a:cubicBezTo>
                    <a:cubicBezTo>
                      <a:pt x="75" y="57"/>
                      <a:pt x="75" y="57"/>
                      <a:pt x="75" y="57"/>
                    </a:cubicBezTo>
                    <a:cubicBezTo>
                      <a:pt x="77" y="55"/>
                      <a:pt x="80" y="54"/>
                      <a:pt x="83" y="54"/>
                    </a:cubicBezTo>
                    <a:cubicBezTo>
                      <a:pt x="83" y="54"/>
                      <a:pt x="83" y="54"/>
                      <a:pt x="84" y="54"/>
                    </a:cubicBezTo>
                    <a:cubicBezTo>
                      <a:pt x="86" y="54"/>
                      <a:pt x="90" y="55"/>
                      <a:pt x="92" y="57"/>
                    </a:cubicBezTo>
                    <a:cubicBezTo>
                      <a:pt x="110" y="75"/>
                      <a:pt x="110" y="75"/>
                      <a:pt x="110" y="75"/>
                    </a:cubicBezTo>
                    <a:cubicBezTo>
                      <a:pt x="112" y="77"/>
                      <a:pt x="113" y="81"/>
                      <a:pt x="113" y="83"/>
                    </a:cubicBezTo>
                    <a:cubicBezTo>
                      <a:pt x="113" y="83"/>
                      <a:pt x="113" y="84"/>
                      <a:pt x="113" y="84"/>
                    </a:cubicBezTo>
                    <a:close/>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486" name="Google Shape;486;p27"/>
              <p:cNvSpPr/>
              <p:nvPr/>
            </p:nvSpPr>
            <p:spPr>
              <a:xfrm>
                <a:off x="4250070" y="3225250"/>
                <a:ext cx="331970" cy="355574"/>
              </a:xfrm>
              <a:custGeom>
                <a:avLst/>
                <a:gdLst/>
                <a:ahLst/>
                <a:cxnLst/>
                <a:rect l="l" t="t" r="r" b="b"/>
                <a:pathLst>
                  <a:path w="247" h="264" extrusionOk="0">
                    <a:moveTo>
                      <a:pt x="218" y="94"/>
                    </a:moveTo>
                    <a:cubicBezTo>
                      <a:pt x="67" y="6"/>
                      <a:pt x="67" y="6"/>
                      <a:pt x="67" y="6"/>
                    </a:cubicBezTo>
                    <a:cubicBezTo>
                      <a:pt x="59" y="2"/>
                      <a:pt x="50" y="0"/>
                      <a:pt x="41" y="0"/>
                    </a:cubicBezTo>
                    <a:cubicBezTo>
                      <a:pt x="18" y="2"/>
                      <a:pt x="0" y="21"/>
                      <a:pt x="0" y="45"/>
                    </a:cubicBezTo>
                    <a:cubicBezTo>
                      <a:pt x="0" y="220"/>
                      <a:pt x="0" y="220"/>
                      <a:pt x="0" y="220"/>
                    </a:cubicBezTo>
                    <a:cubicBezTo>
                      <a:pt x="0" y="244"/>
                      <a:pt x="20" y="264"/>
                      <a:pt x="44" y="264"/>
                    </a:cubicBezTo>
                    <a:cubicBezTo>
                      <a:pt x="69" y="264"/>
                      <a:pt x="89" y="244"/>
                      <a:pt x="89" y="220"/>
                    </a:cubicBezTo>
                    <a:cubicBezTo>
                      <a:pt x="89" y="122"/>
                      <a:pt x="89" y="122"/>
                      <a:pt x="89" y="122"/>
                    </a:cubicBezTo>
                    <a:cubicBezTo>
                      <a:pt x="174" y="171"/>
                      <a:pt x="174" y="171"/>
                      <a:pt x="174" y="171"/>
                    </a:cubicBezTo>
                    <a:cubicBezTo>
                      <a:pt x="195" y="183"/>
                      <a:pt x="222" y="176"/>
                      <a:pt x="235" y="155"/>
                    </a:cubicBezTo>
                    <a:cubicBezTo>
                      <a:pt x="247" y="133"/>
                      <a:pt x="240" y="106"/>
                      <a:pt x="218" y="94"/>
                    </a:cubicBezTo>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487" name="Google Shape;487;p27"/>
              <p:cNvSpPr/>
              <p:nvPr/>
            </p:nvSpPr>
            <p:spPr>
              <a:xfrm>
                <a:off x="4357427" y="2910792"/>
                <a:ext cx="331970" cy="373848"/>
              </a:xfrm>
              <a:custGeom>
                <a:avLst/>
                <a:gdLst/>
                <a:ahLst/>
                <a:cxnLst/>
                <a:rect l="l" t="t" r="r" b="b"/>
                <a:pathLst>
                  <a:path w="247" h="277" extrusionOk="0">
                    <a:moveTo>
                      <a:pt x="218" y="187"/>
                    </a:moveTo>
                    <a:cubicBezTo>
                      <a:pt x="134" y="138"/>
                      <a:pt x="134" y="138"/>
                      <a:pt x="134" y="138"/>
                    </a:cubicBezTo>
                    <a:cubicBezTo>
                      <a:pt x="218" y="90"/>
                      <a:pt x="218" y="90"/>
                      <a:pt x="218" y="90"/>
                    </a:cubicBezTo>
                    <a:cubicBezTo>
                      <a:pt x="240" y="77"/>
                      <a:pt x="247" y="50"/>
                      <a:pt x="235" y="29"/>
                    </a:cubicBezTo>
                    <a:cubicBezTo>
                      <a:pt x="222" y="7"/>
                      <a:pt x="195" y="0"/>
                      <a:pt x="174" y="12"/>
                    </a:cubicBezTo>
                    <a:cubicBezTo>
                      <a:pt x="22" y="100"/>
                      <a:pt x="22" y="100"/>
                      <a:pt x="22" y="100"/>
                    </a:cubicBezTo>
                    <a:cubicBezTo>
                      <a:pt x="12" y="106"/>
                      <a:pt x="5" y="116"/>
                      <a:pt x="2" y="127"/>
                    </a:cubicBezTo>
                    <a:cubicBezTo>
                      <a:pt x="1" y="130"/>
                      <a:pt x="0" y="134"/>
                      <a:pt x="0" y="137"/>
                    </a:cubicBezTo>
                    <a:cubicBezTo>
                      <a:pt x="0" y="142"/>
                      <a:pt x="1" y="147"/>
                      <a:pt x="2" y="152"/>
                    </a:cubicBezTo>
                    <a:cubicBezTo>
                      <a:pt x="5" y="162"/>
                      <a:pt x="12" y="171"/>
                      <a:pt x="22" y="177"/>
                    </a:cubicBezTo>
                    <a:cubicBezTo>
                      <a:pt x="174" y="265"/>
                      <a:pt x="174" y="265"/>
                      <a:pt x="174" y="265"/>
                    </a:cubicBezTo>
                    <a:cubicBezTo>
                      <a:pt x="195" y="277"/>
                      <a:pt x="222" y="270"/>
                      <a:pt x="235" y="248"/>
                    </a:cubicBezTo>
                    <a:cubicBezTo>
                      <a:pt x="247" y="227"/>
                      <a:pt x="240" y="200"/>
                      <a:pt x="218" y="187"/>
                    </a:cubicBezTo>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grpSp>
        <p:grpSp>
          <p:nvGrpSpPr>
            <p:cNvPr id="488" name="Google Shape;488;p27"/>
            <p:cNvGrpSpPr/>
            <p:nvPr/>
          </p:nvGrpSpPr>
          <p:grpSpPr>
            <a:xfrm>
              <a:off x="4829495" y="2834935"/>
              <a:ext cx="2994587" cy="523082"/>
              <a:chOff x="4829495" y="2761557"/>
              <a:chExt cx="2994587" cy="523082"/>
            </a:xfrm>
          </p:grpSpPr>
          <p:sp>
            <p:nvSpPr>
              <p:cNvPr id="489" name="Google Shape;489;p27"/>
              <p:cNvSpPr/>
              <p:nvPr/>
            </p:nvSpPr>
            <p:spPr>
              <a:xfrm>
                <a:off x="4829495" y="2913837"/>
                <a:ext cx="261922" cy="369279"/>
              </a:xfrm>
              <a:custGeom>
                <a:avLst/>
                <a:gdLst/>
                <a:ahLst/>
                <a:cxnLst/>
                <a:rect l="l" t="t" r="r" b="b"/>
                <a:pathLst>
                  <a:path w="195" h="274" extrusionOk="0">
                    <a:moveTo>
                      <a:pt x="186" y="161"/>
                    </a:moveTo>
                    <a:cubicBezTo>
                      <a:pt x="178" y="147"/>
                      <a:pt x="165" y="138"/>
                      <a:pt x="150" y="131"/>
                    </a:cubicBezTo>
                    <a:cubicBezTo>
                      <a:pt x="135" y="123"/>
                      <a:pt x="118" y="118"/>
                      <a:pt x="101" y="113"/>
                    </a:cubicBezTo>
                    <a:cubicBezTo>
                      <a:pt x="85" y="107"/>
                      <a:pt x="69" y="103"/>
                      <a:pt x="58" y="97"/>
                    </a:cubicBezTo>
                    <a:cubicBezTo>
                      <a:pt x="52" y="94"/>
                      <a:pt x="47" y="91"/>
                      <a:pt x="45" y="87"/>
                    </a:cubicBezTo>
                    <a:cubicBezTo>
                      <a:pt x="42" y="83"/>
                      <a:pt x="40" y="80"/>
                      <a:pt x="40" y="75"/>
                    </a:cubicBezTo>
                    <a:cubicBezTo>
                      <a:pt x="40" y="68"/>
                      <a:pt x="42" y="62"/>
                      <a:pt x="45" y="57"/>
                    </a:cubicBezTo>
                    <a:cubicBezTo>
                      <a:pt x="51" y="50"/>
                      <a:pt x="59" y="44"/>
                      <a:pt x="68" y="41"/>
                    </a:cubicBezTo>
                    <a:cubicBezTo>
                      <a:pt x="78" y="37"/>
                      <a:pt x="88" y="35"/>
                      <a:pt x="95" y="35"/>
                    </a:cubicBezTo>
                    <a:cubicBezTo>
                      <a:pt x="116" y="35"/>
                      <a:pt x="129" y="42"/>
                      <a:pt x="140" y="49"/>
                    </a:cubicBezTo>
                    <a:cubicBezTo>
                      <a:pt x="145" y="53"/>
                      <a:pt x="149" y="57"/>
                      <a:pt x="153" y="60"/>
                    </a:cubicBezTo>
                    <a:cubicBezTo>
                      <a:pt x="155" y="62"/>
                      <a:pt x="157" y="63"/>
                      <a:pt x="159" y="64"/>
                    </a:cubicBezTo>
                    <a:cubicBezTo>
                      <a:pt x="162" y="65"/>
                      <a:pt x="164" y="66"/>
                      <a:pt x="167" y="66"/>
                    </a:cubicBezTo>
                    <a:cubicBezTo>
                      <a:pt x="169" y="66"/>
                      <a:pt x="170" y="66"/>
                      <a:pt x="172" y="65"/>
                    </a:cubicBezTo>
                    <a:cubicBezTo>
                      <a:pt x="174" y="64"/>
                      <a:pt x="175" y="63"/>
                      <a:pt x="176" y="62"/>
                    </a:cubicBezTo>
                    <a:cubicBezTo>
                      <a:pt x="178" y="61"/>
                      <a:pt x="179" y="59"/>
                      <a:pt x="180" y="58"/>
                    </a:cubicBezTo>
                    <a:cubicBezTo>
                      <a:pt x="181" y="56"/>
                      <a:pt x="181" y="54"/>
                      <a:pt x="181" y="52"/>
                    </a:cubicBezTo>
                    <a:cubicBezTo>
                      <a:pt x="181" y="49"/>
                      <a:pt x="180" y="46"/>
                      <a:pt x="178" y="43"/>
                    </a:cubicBezTo>
                    <a:cubicBezTo>
                      <a:pt x="175" y="38"/>
                      <a:pt x="171" y="33"/>
                      <a:pt x="166" y="28"/>
                    </a:cubicBezTo>
                    <a:cubicBezTo>
                      <a:pt x="157" y="21"/>
                      <a:pt x="147" y="14"/>
                      <a:pt x="135" y="8"/>
                    </a:cubicBezTo>
                    <a:cubicBezTo>
                      <a:pt x="123" y="3"/>
                      <a:pt x="111" y="0"/>
                      <a:pt x="99" y="0"/>
                    </a:cubicBezTo>
                    <a:cubicBezTo>
                      <a:pt x="71" y="0"/>
                      <a:pt x="48" y="6"/>
                      <a:pt x="31" y="17"/>
                    </a:cubicBezTo>
                    <a:cubicBezTo>
                      <a:pt x="22" y="23"/>
                      <a:pt x="15" y="30"/>
                      <a:pt x="9" y="39"/>
                    </a:cubicBezTo>
                    <a:cubicBezTo>
                      <a:pt x="4" y="48"/>
                      <a:pt x="0" y="60"/>
                      <a:pt x="0" y="74"/>
                    </a:cubicBezTo>
                    <a:cubicBezTo>
                      <a:pt x="0" y="75"/>
                      <a:pt x="0" y="76"/>
                      <a:pt x="0" y="76"/>
                    </a:cubicBezTo>
                    <a:cubicBezTo>
                      <a:pt x="0" y="91"/>
                      <a:pt x="5" y="102"/>
                      <a:pt x="12" y="112"/>
                    </a:cubicBezTo>
                    <a:cubicBezTo>
                      <a:pt x="23" y="125"/>
                      <a:pt x="39" y="134"/>
                      <a:pt x="55" y="140"/>
                    </a:cubicBezTo>
                    <a:cubicBezTo>
                      <a:pt x="71" y="146"/>
                      <a:pt x="87" y="149"/>
                      <a:pt x="97" y="152"/>
                    </a:cubicBezTo>
                    <a:cubicBezTo>
                      <a:pt x="111" y="157"/>
                      <a:pt x="126" y="162"/>
                      <a:pt x="137" y="169"/>
                    </a:cubicBezTo>
                    <a:cubicBezTo>
                      <a:pt x="142" y="172"/>
                      <a:pt x="147" y="176"/>
                      <a:pt x="150" y="180"/>
                    </a:cubicBezTo>
                    <a:cubicBezTo>
                      <a:pt x="153" y="184"/>
                      <a:pt x="154" y="189"/>
                      <a:pt x="155" y="194"/>
                    </a:cubicBezTo>
                    <a:cubicBezTo>
                      <a:pt x="155" y="195"/>
                      <a:pt x="155" y="195"/>
                      <a:pt x="155" y="195"/>
                    </a:cubicBezTo>
                    <a:cubicBezTo>
                      <a:pt x="154" y="203"/>
                      <a:pt x="152" y="209"/>
                      <a:pt x="148" y="214"/>
                    </a:cubicBezTo>
                    <a:cubicBezTo>
                      <a:pt x="142" y="222"/>
                      <a:pt x="133" y="228"/>
                      <a:pt x="123" y="232"/>
                    </a:cubicBezTo>
                    <a:cubicBezTo>
                      <a:pt x="112" y="235"/>
                      <a:pt x="102" y="237"/>
                      <a:pt x="95" y="237"/>
                    </a:cubicBezTo>
                    <a:cubicBezTo>
                      <a:pt x="71" y="237"/>
                      <a:pt x="54" y="231"/>
                      <a:pt x="43" y="225"/>
                    </a:cubicBezTo>
                    <a:cubicBezTo>
                      <a:pt x="37" y="222"/>
                      <a:pt x="32" y="219"/>
                      <a:pt x="28" y="217"/>
                    </a:cubicBezTo>
                    <a:cubicBezTo>
                      <a:pt x="26" y="216"/>
                      <a:pt x="24" y="214"/>
                      <a:pt x="22" y="214"/>
                    </a:cubicBezTo>
                    <a:cubicBezTo>
                      <a:pt x="19" y="213"/>
                      <a:pt x="17" y="212"/>
                      <a:pt x="15" y="212"/>
                    </a:cubicBezTo>
                    <a:cubicBezTo>
                      <a:pt x="13" y="212"/>
                      <a:pt x="12" y="212"/>
                      <a:pt x="10" y="213"/>
                    </a:cubicBezTo>
                    <a:cubicBezTo>
                      <a:pt x="9" y="214"/>
                      <a:pt x="7" y="215"/>
                      <a:pt x="6" y="216"/>
                    </a:cubicBezTo>
                    <a:cubicBezTo>
                      <a:pt x="4" y="217"/>
                      <a:pt x="3" y="219"/>
                      <a:pt x="2" y="221"/>
                    </a:cubicBezTo>
                    <a:cubicBezTo>
                      <a:pt x="1" y="223"/>
                      <a:pt x="0" y="225"/>
                      <a:pt x="0" y="227"/>
                    </a:cubicBezTo>
                    <a:cubicBezTo>
                      <a:pt x="0" y="231"/>
                      <a:pt x="2" y="234"/>
                      <a:pt x="4" y="237"/>
                    </a:cubicBezTo>
                    <a:cubicBezTo>
                      <a:pt x="7" y="242"/>
                      <a:pt x="11" y="246"/>
                      <a:pt x="17" y="250"/>
                    </a:cubicBezTo>
                    <a:cubicBezTo>
                      <a:pt x="23" y="254"/>
                      <a:pt x="30" y="257"/>
                      <a:pt x="38" y="261"/>
                    </a:cubicBezTo>
                    <a:cubicBezTo>
                      <a:pt x="55" y="269"/>
                      <a:pt x="78" y="274"/>
                      <a:pt x="95" y="274"/>
                    </a:cubicBezTo>
                    <a:cubicBezTo>
                      <a:pt x="95" y="274"/>
                      <a:pt x="95" y="274"/>
                      <a:pt x="95" y="274"/>
                    </a:cubicBezTo>
                    <a:cubicBezTo>
                      <a:pt x="121" y="274"/>
                      <a:pt x="144" y="268"/>
                      <a:pt x="164" y="254"/>
                    </a:cubicBezTo>
                    <a:cubicBezTo>
                      <a:pt x="164" y="254"/>
                      <a:pt x="164" y="254"/>
                      <a:pt x="164" y="254"/>
                    </a:cubicBezTo>
                    <a:cubicBezTo>
                      <a:pt x="164" y="254"/>
                      <a:pt x="164" y="254"/>
                      <a:pt x="164" y="254"/>
                    </a:cubicBezTo>
                    <a:cubicBezTo>
                      <a:pt x="183" y="239"/>
                      <a:pt x="195" y="218"/>
                      <a:pt x="195" y="194"/>
                    </a:cubicBezTo>
                    <a:cubicBezTo>
                      <a:pt x="195" y="181"/>
                      <a:pt x="191" y="170"/>
                      <a:pt x="186" y="161"/>
                    </a:cubicBezTo>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490" name="Google Shape;490;p27"/>
              <p:cNvSpPr/>
              <p:nvPr/>
            </p:nvSpPr>
            <p:spPr>
              <a:xfrm>
                <a:off x="5146238" y="2915360"/>
                <a:ext cx="302276" cy="367756"/>
              </a:xfrm>
              <a:custGeom>
                <a:avLst/>
                <a:gdLst/>
                <a:ahLst/>
                <a:cxnLst/>
                <a:rect l="l" t="t" r="r" b="b"/>
                <a:pathLst>
                  <a:path w="225" h="273" extrusionOk="0">
                    <a:moveTo>
                      <a:pt x="113" y="0"/>
                    </a:moveTo>
                    <a:cubicBezTo>
                      <a:pt x="84" y="0"/>
                      <a:pt x="57" y="11"/>
                      <a:pt x="37" y="29"/>
                    </a:cubicBezTo>
                    <a:cubicBezTo>
                      <a:pt x="37" y="18"/>
                      <a:pt x="37" y="18"/>
                      <a:pt x="37" y="18"/>
                    </a:cubicBezTo>
                    <a:cubicBezTo>
                      <a:pt x="37" y="13"/>
                      <a:pt x="35" y="9"/>
                      <a:pt x="32" y="5"/>
                    </a:cubicBezTo>
                    <a:cubicBezTo>
                      <a:pt x="29" y="2"/>
                      <a:pt x="24" y="0"/>
                      <a:pt x="19" y="0"/>
                    </a:cubicBezTo>
                    <a:cubicBezTo>
                      <a:pt x="13" y="0"/>
                      <a:pt x="9" y="2"/>
                      <a:pt x="5" y="5"/>
                    </a:cubicBezTo>
                    <a:cubicBezTo>
                      <a:pt x="2" y="9"/>
                      <a:pt x="0" y="13"/>
                      <a:pt x="0" y="18"/>
                    </a:cubicBezTo>
                    <a:cubicBezTo>
                      <a:pt x="0" y="260"/>
                      <a:pt x="0" y="260"/>
                      <a:pt x="0" y="260"/>
                    </a:cubicBezTo>
                    <a:cubicBezTo>
                      <a:pt x="1" y="261"/>
                      <a:pt x="1" y="261"/>
                      <a:pt x="1" y="261"/>
                    </a:cubicBezTo>
                    <a:cubicBezTo>
                      <a:pt x="1" y="261"/>
                      <a:pt x="1" y="261"/>
                      <a:pt x="1" y="261"/>
                    </a:cubicBezTo>
                    <a:cubicBezTo>
                      <a:pt x="1" y="262"/>
                      <a:pt x="2" y="263"/>
                      <a:pt x="2" y="264"/>
                    </a:cubicBezTo>
                    <a:cubicBezTo>
                      <a:pt x="5" y="268"/>
                      <a:pt x="9" y="272"/>
                      <a:pt x="14" y="273"/>
                    </a:cubicBezTo>
                    <a:cubicBezTo>
                      <a:pt x="15" y="273"/>
                      <a:pt x="15" y="273"/>
                      <a:pt x="15" y="273"/>
                    </a:cubicBezTo>
                    <a:cubicBezTo>
                      <a:pt x="19" y="273"/>
                      <a:pt x="19" y="273"/>
                      <a:pt x="19" y="273"/>
                    </a:cubicBezTo>
                    <a:cubicBezTo>
                      <a:pt x="21" y="273"/>
                      <a:pt x="24" y="273"/>
                      <a:pt x="27" y="272"/>
                    </a:cubicBezTo>
                    <a:cubicBezTo>
                      <a:pt x="29" y="271"/>
                      <a:pt x="31" y="269"/>
                      <a:pt x="32" y="267"/>
                    </a:cubicBezTo>
                    <a:cubicBezTo>
                      <a:pt x="33" y="267"/>
                      <a:pt x="33" y="267"/>
                      <a:pt x="33" y="267"/>
                    </a:cubicBezTo>
                    <a:cubicBezTo>
                      <a:pt x="33" y="267"/>
                      <a:pt x="33" y="266"/>
                      <a:pt x="33" y="266"/>
                    </a:cubicBezTo>
                    <a:cubicBezTo>
                      <a:pt x="33" y="266"/>
                      <a:pt x="33" y="266"/>
                      <a:pt x="33" y="266"/>
                    </a:cubicBezTo>
                    <a:cubicBezTo>
                      <a:pt x="34" y="265"/>
                      <a:pt x="35" y="263"/>
                      <a:pt x="36" y="262"/>
                    </a:cubicBezTo>
                    <a:cubicBezTo>
                      <a:pt x="36" y="261"/>
                      <a:pt x="36" y="259"/>
                      <a:pt x="37" y="258"/>
                    </a:cubicBezTo>
                    <a:cubicBezTo>
                      <a:pt x="37" y="258"/>
                      <a:pt x="37" y="258"/>
                      <a:pt x="37" y="258"/>
                    </a:cubicBezTo>
                    <a:cubicBezTo>
                      <a:pt x="37" y="112"/>
                      <a:pt x="37" y="112"/>
                      <a:pt x="37" y="112"/>
                    </a:cubicBezTo>
                    <a:cubicBezTo>
                      <a:pt x="37" y="91"/>
                      <a:pt x="46" y="73"/>
                      <a:pt x="60" y="59"/>
                    </a:cubicBezTo>
                    <a:cubicBezTo>
                      <a:pt x="73" y="45"/>
                      <a:pt x="92" y="37"/>
                      <a:pt x="113" y="37"/>
                    </a:cubicBezTo>
                    <a:cubicBezTo>
                      <a:pt x="134" y="37"/>
                      <a:pt x="152" y="45"/>
                      <a:pt x="166" y="59"/>
                    </a:cubicBezTo>
                    <a:cubicBezTo>
                      <a:pt x="180" y="73"/>
                      <a:pt x="188" y="91"/>
                      <a:pt x="188" y="112"/>
                    </a:cubicBezTo>
                    <a:cubicBezTo>
                      <a:pt x="188" y="255"/>
                      <a:pt x="188" y="255"/>
                      <a:pt x="188" y="255"/>
                    </a:cubicBezTo>
                    <a:cubicBezTo>
                      <a:pt x="188" y="260"/>
                      <a:pt x="190" y="265"/>
                      <a:pt x="194" y="268"/>
                    </a:cubicBezTo>
                    <a:cubicBezTo>
                      <a:pt x="197" y="271"/>
                      <a:pt x="202" y="273"/>
                      <a:pt x="207" y="273"/>
                    </a:cubicBezTo>
                    <a:cubicBezTo>
                      <a:pt x="212" y="273"/>
                      <a:pt x="216" y="271"/>
                      <a:pt x="220" y="268"/>
                    </a:cubicBezTo>
                    <a:cubicBezTo>
                      <a:pt x="223" y="265"/>
                      <a:pt x="225" y="260"/>
                      <a:pt x="225" y="255"/>
                    </a:cubicBezTo>
                    <a:cubicBezTo>
                      <a:pt x="225" y="112"/>
                      <a:pt x="225" y="112"/>
                      <a:pt x="225" y="112"/>
                    </a:cubicBezTo>
                    <a:cubicBezTo>
                      <a:pt x="225" y="50"/>
                      <a:pt x="175" y="0"/>
                      <a:pt x="113" y="0"/>
                    </a:cubicBezTo>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491" name="Google Shape;491;p27"/>
              <p:cNvSpPr/>
              <p:nvPr/>
            </p:nvSpPr>
            <p:spPr>
              <a:xfrm>
                <a:off x="7466985" y="2913837"/>
                <a:ext cx="357097" cy="369279"/>
              </a:xfrm>
              <a:custGeom>
                <a:avLst/>
                <a:gdLst/>
                <a:ahLst/>
                <a:cxnLst/>
                <a:rect l="l" t="t" r="r" b="b"/>
                <a:pathLst>
                  <a:path w="266" h="274" extrusionOk="0">
                    <a:moveTo>
                      <a:pt x="266" y="128"/>
                    </a:moveTo>
                    <a:cubicBezTo>
                      <a:pt x="263" y="92"/>
                      <a:pt x="248" y="60"/>
                      <a:pt x="224" y="37"/>
                    </a:cubicBezTo>
                    <a:cubicBezTo>
                      <a:pt x="201" y="14"/>
                      <a:pt x="169" y="0"/>
                      <a:pt x="134" y="0"/>
                    </a:cubicBezTo>
                    <a:cubicBezTo>
                      <a:pt x="96" y="0"/>
                      <a:pt x="63" y="15"/>
                      <a:pt x="39" y="40"/>
                    </a:cubicBezTo>
                    <a:cubicBezTo>
                      <a:pt x="15" y="65"/>
                      <a:pt x="0" y="100"/>
                      <a:pt x="0" y="138"/>
                    </a:cubicBezTo>
                    <a:cubicBezTo>
                      <a:pt x="0" y="175"/>
                      <a:pt x="15" y="209"/>
                      <a:pt x="39" y="234"/>
                    </a:cubicBezTo>
                    <a:cubicBezTo>
                      <a:pt x="63" y="259"/>
                      <a:pt x="96" y="274"/>
                      <a:pt x="133" y="274"/>
                    </a:cubicBezTo>
                    <a:cubicBezTo>
                      <a:pt x="145" y="274"/>
                      <a:pt x="145" y="274"/>
                      <a:pt x="145" y="274"/>
                    </a:cubicBezTo>
                    <a:cubicBezTo>
                      <a:pt x="169" y="274"/>
                      <a:pt x="191" y="267"/>
                      <a:pt x="210" y="254"/>
                    </a:cubicBezTo>
                    <a:cubicBezTo>
                      <a:pt x="229" y="242"/>
                      <a:pt x="245" y="225"/>
                      <a:pt x="256" y="206"/>
                    </a:cubicBezTo>
                    <a:cubicBezTo>
                      <a:pt x="256" y="206"/>
                      <a:pt x="256" y="206"/>
                      <a:pt x="256" y="206"/>
                    </a:cubicBezTo>
                    <a:cubicBezTo>
                      <a:pt x="256" y="206"/>
                      <a:pt x="256" y="206"/>
                      <a:pt x="256" y="206"/>
                    </a:cubicBezTo>
                    <a:cubicBezTo>
                      <a:pt x="258" y="203"/>
                      <a:pt x="259" y="200"/>
                      <a:pt x="259" y="197"/>
                    </a:cubicBezTo>
                    <a:cubicBezTo>
                      <a:pt x="259" y="190"/>
                      <a:pt x="256" y="184"/>
                      <a:pt x="250" y="180"/>
                    </a:cubicBezTo>
                    <a:cubicBezTo>
                      <a:pt x="250" y="180"/>
                      <a:pt x="250" y="180"/>
                      <a:pt x="250" y="180"/>
                    </a:cubicBezTo>
                    <a:cubicBezTo>
                      <a:pt x="250" y="180"/>
                      <a:pt x="250" y="180"/>
                      <a:pt x="250" y="180"/>
                    </a:cubicBezTo>
                    <a:cubicBezTo>
                      <a:pt x="247" y="178"/>
                      <a:pt x="244" y="178"/>
                      <a:pt x="241" y="178"/>
                    </a:cubicBezTo>
                    <a:cubicBezTo>
                      <a:pt x="238" y="178"/>
                      <a:pt x="235" y="178"/>
                      <a:pt x="232" y="180"/>
                    </a:cubicBezTo>
                    <a:cubicBezTo>
                      <a:pt x="229" y="181"/>
                      <a:pt x="227" y="183"/>
                      <a:pt x="225" y="186"/>
                    </a:cubicBezTo>
                    <a:cubicBezTo>
                      <a:pt x="216" y="200"/>
                      <a:pt x="205" y="213"/>
                      <a:pt x="191" y="222"/>
                    </a:cubicBezTo>
                    <a:cubicBezTo>
                      <a:pt x="177" y="232"/>
                      <a:pt x="161" y="237"/>
                      <a:pt x="145" y="237"/>
                    </a:cubicBezTo>
                    <a:cubicBezTo>
                      <a:pt x="133" y="237"/>
                      <a:pt x="133" y="237"/>
                      <a:pt x="133" y="237"/>
                    </a:cubicBezTo>
                    <a:cubicBezTo>
                      <a:pt x="84" y="237"/>
                      <a:pt x="43" y="199"/>
                      <a:pt x="38" y="148"/>
                    </a:cubicBezTo>
                    <a:cubicBezTo>
                      <a:pt x="247" y="148"/>
                      <a:pt x="247" y="148"/>
                      <a:pt x="247" y="148"/>
                    </a:cubicBezTo>
                    <a:cubicBezTo>
                      <a:pt x="252" y="148"/>
                      <a:pt x="257" y="146"/>
                      <a:pt x="260" y="143"/>
                    </a:cubicBezTo>
                    <a:cubicBezTo>
                      <a:pt x="264" y="140"/>
                      <a:pt x="266" y="135"/>
                      <a:pt x="266" y="130"/>
                    </a:cubicBezTo>
                    <a:cubicBezTo>
                      <a:pt x="266" y="128"/>
                      <a:pt x="266" y="128"/>
                      <a:pt x="266" y="128"/>
                    </a:cubicBezTo>
                    <a:cubicBezTo>
                      <a:pt x="266" y="128"/>
                      <a:pt x="266" y="128"/>
                      <a:pt x="266" y="128"/>
                    </a:cubicBezTo>
                    <a:moveTo>
                      <a:pt x="40" y="111"/>
                    </a:moveTo>
                    <a:cubicBezTo>
                      <a:pt x="52" y="67"/>
                      <a:pt x="89" y="37"/>
                      <a:pt x="134" y="37"/>
                    </a:cubicBezTo>
                    <a:cubicBezTo>
                      <a:pt x="177" y="37"/>
                      <a:pt x="214" y="68"/>
                      <a:pt x="225" y="111"/>
                    </a:cubicBezTo>
                    <a:lnTo>
                      <a:pt x="40" y="111"/>
                    </a:lnTo>
                    <a:close/>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492" name="Google Shape;492;p27"/>
              <p:cNvSpPr/>
              <p:nvPr/>
            </p:nvSpPr>
            <p:spPr>
              <a:xfrm>
                <a:off x="7163187" y="2761557"/>
                <a:ext cx="288571" cy="521559"/>
              </a:xfrm>
              <a:custGeom>
                <a:avLst/>
                <a:gdLst/>
                <a:ahLst/>
                <a:cxnLst/>
                <a:rect l="l" t="t" r="r" b="b"/>
                <a:pathLst>
                  <a:path w="215" h="387" extrusionOk="0">
                    <a:moveTo>
                      <a:pt x="211" y="357"/>
                    </a:moveTo>
                    <a:cubicBezTo>
                      <a:pt x="112" y="237"/>
                      <a:pt x="112" y="237"/>
                      <a:pt x="112" y="237"/>
                    </a:cubicBezTo>
                    <a:cubicBezTo>
                      <a:pt x="210" y="142"/>
                      <a:pt x="210" y="142"/>
                      <a:pt x="210" y="142"/>
                    </a:cubicBezTo>
                    <a:cubicBezTo>
                      <a:pt x="210" y="142"/>
                      <a:pt x="210" y="142"/>
                      <a:pt x="210" y="142"/>
                    </a:cubicBezTo>
                    <a:cubicBezTo>
                      <a:pt x="213" y="139"/>
                      <a:pt x="215" y="134"/>
                      <a:pt x="215" y="129"/>
                    </a:cubicBezTo>
                    <a:cubicBezTo>
                      <a:pt x="215" y="124"/>
                      <a:pt x="213" y="119"/>
                      <a:pt x="210" y="116"/>
                    </a:cubicBezTo>
                    <a:cubicBezTo>
                      <a:pt x="210" y="116"/>
                      <a:pt x="210" y="116"/>
                      <a:pt x="210" y="116"/>
                    </a:cubicBezTo>
                    <a:cubicBezTo>
                      <a:pt x="210" y="116"/>
                      <a:pt x="210" y="116"/>
                      <a:pt x="210" y="116"/>
                    </a:cubicBezTo>
                    <a:cubicBezTo>
                      <a:pt x="209" y="116"/>
                      <a:pt x="209" y="116"/>
                      <a:pt x="209" y="116"/>
                    </a:cubicBezTo>
                    <a:cubicBezTo>
                      <a:pt x="209" y="116"/>
                      <a:pt x="209" y="116"/>
                      <a:pt x="209" y="116"/>
                    </a:cubicBezTo>
                    <a:cubicBezTo>
                      <a:pt x="206" y="112"/>
                      <a:pt x="201" y="110"/>
                      <a:pt x="196" y="110"/>
                    </a:cubicBezTo>
                    <a:cubicBezTo>
                      <a:pt x="192" y="110"/>
                      <a:pt x="187" y="112"/>
                      <a:pt x="183" y="116"/>
                    </a:cubicBezTo>
                    <a:cubicBezTo>
                      <a:pt x="37" y="258"/>
                      <a:pt x="37" y="258"/>
                      <a:pt x="37" y="258"/>
                    </a:cubicBezTo>
                    <a:cubicBezTo>
                      <a:pt x="37" y="19"/>
                      <a:pt x="37" y="19"/>
                      <a:pt x="37" y="19"/>
                    </a:cubicBezTo>
                    <a:cubicBezTo>
                      <a:pt x="37" y="9"/>
                      <a:pt x="29" y="0"/>
                      <a:pt x="18" y="0"/>
                    </a:cubicBezTo>
                    <a:cubicBezTo>
                      <a:pt x="13" y="0"/>
                      <a:pt x="8" y="2"/>
                      <a:pt x="5" y="6"/>
                    </a:cubicBezTo>
                    <a:cubicBezTo>
                      <a:pt x="2" y="9"/>
                      <a:pt x="0" y="14"/>
                      <a:pt x="0" y="19"/>
                    </a:cubicBezTo>
                    <a:cubicBezTo>
                      <a:pt x="0" y="369"/>
                      <a:pt x="0" y="369"/>
                      <a:pt x="0" y="369"/>
                    </a:cubicBezTo>
                    <a:cubicBezTo>
                      <a:pt x="0" y="374"/>
                      <a:pt x="2" y="379"/>
                      <a:pt x="5" y="382"/>
                    </a:cubicBezTo>
                    <a:cubicBezTo>
                      <a:pt x="8" y="385"/>
                      <a:pt x="13" y="387"/>
                      <a:pt x="18" y="387"/>
                    </a:cubicBezTo>
                    <a:cubicBezTo>
                      <a:pt x="29" y="387"/>
                      <a:pt x="37" y="379"/>
                      <a:pt x="37" y="369"/>
                    </a:cubicBezTo>
                    <a:cubicBezTo>
                      <a:pt x="37" y="311"/>
                      <a:pt x="37" y="311"/>
                      <a:pt x="37" y="311"/>
                    </a:cubicBezTo>
                    <a:cubicBezTo>
                      <a:pt x="85" y="264"/>
                      <a:pt x="85" y="264"/>
                      <a:pt x="85" y="264"/>
                    </a:cubicBezTo>
                    <a:cubicBezTo>
                      <a:pt x="182" y="380"/>
                      <a:pt x="182" y="380"/>
                      <a:pt x="182" y="380"/>
                    </a:cubicBezTo>
                    <a:cubicBezTo>
                      <a:pt x="184" y="383"/>
                      <a:pt x="186" y="385"/>
                      <a:pt x="188" y="386"/>
                    </a:cubicBezTo>
                    <a:cubicBezTo>
                      <a:pt x="191" y="387"/>
                      <a:pt x="194" y="387"/>
                      <a:pt x="196" y="387"/>
                    </a:cubicBezTo>
                    <a:cubicBezTo>
                      <a:pt x="200" y="387"/>
                      <a:pt x="204" y="387"/>
                      <a:pt x="209" y="383"/>
                    </a:cubicBezTo>
                    <a:cubicBezTo>
                      <a:pt x="209" y="383"/>
                      <a:pt x="209" y="383"/>
                      <a:pt x="209" y="383"/>
                    </a:cubicBezTo>
                    <a:cubicBezTo>
                      <a:pt x="209" y="383"/>
                      <a:pt x="209" y="383"/>
                      <a:pt x="209" y="383"/>
                    </a:cubicBezTo>
                    <a:cubicBezTo>
                      <a:pt x="213" y="379"/>
                      <a:pt x="215" y="374"/>
                      <a:pt x="215" y="369"/>
                    </a:cubicBezTo>
                    <a:cubicBezTo>
                      <a:pt x="215" y="365"/>
                      <a:pt x="214" y="360"/>
                      <a:pt x="211" y="357"/>
                    </a:cubicBezTo>
                    <a:cubicBezTo>
                      <a:pt x="211" y="357"/>
                      <a:pt x="211" y="357"/>
                      <a:pt x="211" y="357"/>
                    </a:cubicBezTo>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493" name="Google Shape;493;p27"/>
              <p:cNvSpPr/>
              <p:nvPr/>
            </p:nvSpPr>
            <p:spPr>
              <a:xfrm>
                <a:off x="6748224" y="2913837"/>
                <a:ext cx="350244" cy="369279"/>
              </a:xfrm>
              <a:custGeom>
                <a:avLst/>
                <a:gdLst/>
                <a:ahLst/>
                <a:cxnLst/>
                <a:rect l="l" t="t" r="r" b="b"/>
                <a:pathLst>
                  <a:path w="261" h="274" extrusionOk="0">
                    <a:moveTo>
                      <a:pt x="255" y="5"/>
                    </a:moveTo>
                    <a:cubicBezTo>
                      <a:pt x="252" y="2"/>
                      <a:pt x="247" y="0"/>
                      <a:pt x="242" y="0"/>
                    </a:cubicBezTo>
                    <a:cubicBezTo>
                      <a:pt x="237" y="0"/>
                      <a:pt x="232" y="2"/>
                      <a:pt x="229" y="5"/>
                    </a:cubicBezTo>
                    <a:cubicBezTo>
                      <a:pt x="226" y="9"/>
                      <a:pt x="223" y="13"/>
                      <a:pt x="223" y="19"/>
                    </a:cubicBezTo>
                    <a:cubicBezTo>
                      <a:pt x="223" y="41"/>
                      <a:pt x="223" y="41"/>
                      <a:pt x="223" y="41"/>
                    </a:cubicBezTo>
                    <a:cubicBezTo>
                      <a:pt x="200" y="16"/>
                      <a:pt x="167" y="0"/>
                      <a:pt x="130" y="0"/>
                    </a:cubicBezTo>
                    <a:cubicBezTo>
                      <a:pt x="94" y="0"/>
                      <a:pt x="61" y="16"/>
                      <a:pt x="38" y="41"/>
                    </a:cubicBezTo>
                    <a:cubicBezTo>
                      <a:pt x="15" y="65"/>
                      <a:pt x="0" y="100"/>
                      <a:pt x="0" y="137"/>
                    </a:cubicBezTo>
                    <a:cubicBezTo>
                      <a:pt x="0" y="175"/>
                      <a:pt x="15" y="209"/>
                      <a:pt x="38" y="234"/>
                    </a:cubicBezTo>
                    <a:cubicBezTo>
                      <a:pt x="61" y="259"/>
                      <a:pt x="94" y="274"/>
                      <a:pt x="130" y="274"/>
                    </a:cubicBezTo>
                    <a:cubicBezTo>
                      <a:pt x="167" y="274"/>
                      <a:pt x="200" y="258"/>
                      <a:pt x="223" y="233"/>
                    </a:cubicBezTo>
                    <a:cubicBezTo>
                      <a:pt x="223" y="256"/>
                      <a:pt x="223" y="256"/>
                      <a:pt x="223" y="256"/>
                    </a:cubicBezTo>
                    <a:cubicBezTo>
                      <a:pt x="223" y="261"/>
                      <a:pt x="226" y="266"/>
                      <a:pt x="229" y="269"/>
                    </a:cubicBezTo>
                    <a:cubicBezTo>
                      <a:pt x="232" y="272"/>
                      <a:pt x="237" y="274"/>
                      <a:pt x="242" y="274"/>
                    </a:cubicBezTo>
                    <a:cubicBezTo>
                      <a:pt x="247" y="274"/>
                      <a:pt x="252" y="272"/>
                      <a:pt x="255" y="269"/>
                    </a:cubicBezTo>
                    <a:cubicBezTo>
                      <a:pt x="259" y="266"/>
                      <a:pt x="261" y="261"/>
                      <a:pt x="261" y="256"/>
                    </a:cubicBezTo>
                    <a:cubicBezTo>
                      <a:pt x="261" y="19"/>
                      <a:pt x="261" y="19"/>
                      <a:pt x="261" y="19"/>
                    </a:cubicBezTo>
                    <a:cubicBezTo>
                      <a:pt x="261" y="13"/>
                      <a:pt x="259" y="9"/>
                      <a:pt x="255" y="5"/>
                    </a:cubicBezTo>
                    <a:moveTo>
                      <a:pt x="196" y="208"/>
                    </a:moveTo>
                    <a:cubicBezTo>
                      <a:pt x="179" y="226"/>
                      <a:pt x="156" y="237"/>
                      <a:pt x="130" y="237"/>
                    </a:cubicBezTo>
                    <a:cubicBezTo>
                      <a:pt x="105" y="237"/>
                      <a:pt x="82" y="226"/>
                      <a:pt x="65" y="208"/>
                    </a:cubicBezTo>
                    <a:cubicBezTo>
                      <a:pt x="48" y="190"/>
                      <a:pt x="37" y="165"/>
                      <a:pt x="37" y="137"/>
                    </a:cubicBezTo>
                    <a:cubicBezTo>
                      <a:pt x="37" y="109"/>
                      <a:pt x="48" y="84"/>
                      <a:pt x="65" y="66"/>
                    </a:cubicBezTo>
                    <a:cubicBezTo>
                      <a:pt x="82" y="48"/>
                      <a:pt x="105" y="37"/>
                      <a:pt x="130" y="37"/>
                    </a:cubicBezTo>
                    <a:cubicBezTo>
                      <a:pt x="156" y="37"/>
                      <a:pt x="179" y="48"/>
                      <a:pt x="196" y="66"/>
                    </a:cubicBezTo>
                    <a:cubicBezTo>
                      <a:pt x="213" y="84"/>
                      <a:pt x="223" y="109"/>
                      <a:pt x="223" y="137"/>
                    </a:cubicBezTo>
                    <a:cubicBezTo>
                      <a:pt x="223" y="165"/>
                      <a:pt x="213" y="190"/>
                      <a:pt x="196" y="208"/>
                    </a:cubicBezTo>
                    <a:close/>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494" name="Google Shape;494;p27"/>
              <p:cNvSpPr/>
              <p:nvPr/>
            </p:nvSpPr>
            <p:spPr>
              <a:xfrm>
                <a:off x="6644673" y="2761557"/>
                <a:ext cx="51014" cy="521559"/>
              </a:xfrm>
              <a:custGeom>
                <a:avLst/>
                <a:gdLst/>
                <a:ahLst/>
                <a:cxnLst/>
                <a:rect l="l" t="t" r="r" b="b"/>
                <a:pathLst>
                  <a:path w="38" h="387" extrusionOk="0">
                    <a:moveTo>
                      <a:pt x="19" y="0"/>
                    </a:moveTo>
                    <a:cubicBezTo>
                      <a:pt x="14" y="0"/>
                      <a:pt x="9" y="2"/>
                      <a:pt x="6" y="6"/>
                    </a:cubicBezTo>
                    <a:cubicBezTo>
                      <a:pt x="3" y="9"/>
                      <a:pt x="0" y="14"/>
                      <a:pt x="0" y="19"/>
                    </a:cubicBezTo>
                    <a:cubicBezTo>
                      <a:pt x="0" y="369"/>
                      <a:pt x="0" y="369"/>
                      <a:pt x="0" y="369"/>
                    </a:cubicBezTo>
                    <a:cubicBezTo>
                      <a:pt x="0" y="374"/>
                      <a:pt x="3" y="379"/>
                      <a:pt x="6" y="382"/>
                    </a:cubicBezTo>
                    <a:cubicBezTo>
                      <a:pt x="9" y="385"/>
                      <a:pt x="14" y="387"/>
                      <a:pt x="19" y="387"/>
                    </a:cubicBezTo>
                    <a:cubicBezTo>
                      <a:pt x="30" y="387"/>
                      <a:pt x="38" y="379"/>
                      <a:pt x="38" y="369"/>
                    </a:cubicBezTo>
                    <a:cubicBezTo>
                      <a:pt x="38" y="19"/>
                      <a:pt x="38" y="19"/>
                      <a:pt x="38" y="19"/>
                    </a:cubicBezTo>
                    <a:cubicBezTo>
                      <a:pt x="38" y="9"/>
                      <a:pt x="30" y="0"/>
                      <a:pt x="19" y="0"/>
                    </a:cubicBezTo>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495" name="Google Shape;495;p27"/>
              <p:cNvSpPr/>
              <p:nvPr/>
            </p:nvSpPr>
            <p:spPr>
              <a:xfrm>
                <a:off x="6391888" y="2762318"/>
                <a:ext cx="200248" cy="522321"/>
              </a:xfrm>
              <a:custGeom>
                <a:avLst/>
                <a:gdLst/>
                <a:ahLst/>
                <a:cxnLst/>
                <a:rect l="l" t="t" r="r" b="b"/>
                <a:pathLst>
                  <a:path w="149" h="387" extrusionOk="0">
                    <a:moveTo>
                      <a:pt x="88" y="59"/>
                    </a:moveTo>
                    <a:cubicBezTo>
                      <a:pt x="90" y="53"/>
                      <a:pt x="92" y="49"/>
                      <a:pt x="94" y="46"/>
                    </a:cubicBezTo>
                    <a:cubicBezTo>
                      <a:pt x="96" y="44"/>
                      <a:pt x="99" y="42"/>
                      <a:pt x="103" y="40"/>
                    </a:cubicBezTo>
                    <a:cubicBezTo>
                      <a:pt x="107" y="39"/>
                      <a:pt x="114" y="38"/>
                      <a:pt x="122" y="38"/>
                    </a:cubicBezTo>
                    <a:cubicBezTo>
                      <a:pt x="123" y="38"/>
                      <a:pt x="123" y="38"/>
                      <a:pt x="123" y="38"/>
                    </a:cubicBezTo>
                    <a:cubicBezTo>
                      <a:pt x="123" y="38"/>
                      <a:pt x="124" y="38"/>
                      <a:pt x="124" y="38"/>
                    </a:cubicBezTo>
                    <a:cubicBezTo>
                      <a:pt x="125" y="38"/>
                      <a:pt x="125" y="38"/>
                      <a:pt x="126" y="38"/>
                    </a:cubicBezTo>
                    <a:cubicBezTo>
                      <a:pt x="128" y="38"/>
                      <a:pt x="128" y="38"/>
                      <a:pt x="128" y="38"/>
                    </a:cubicBezTo>
                    <a:cubicBezTo>
                      <a:pt x="130" y="38"/>
                      <a:pt x="130" y="38"/>
                      <a:pt x="130" y="38"/>
                    </a:cubicBezTo>
                    <a:cubicBezTo>
                      <a:pt x="141" y="38"/>
                      <a:pt x="149" y="30"/>
                      <a:pt x="149" y="19"/>
                    </a:cubicBezTo>
                    <a:cubicBezTo>
                      <a:pt x="149" y="9"/>
                      <a:pt x="141" y="0"/>
                      <a:pt x="130" y="0"/>
                    </a:cubicBezTo>
                    <a:cubicBezTo>
                      <a:pt x="126" y="0"/>
                      <a:pt x="126" y="0"/>
                      <a:pt x="126" y="0"/>
                    </a:cubicBezTo>
                    <a:cubicBezTo>
                      <a:pt x="125" y="0"/>
                      <a:pt x="125" y="0"/>
                      <a:pt x="124" y="0"/>
                    </a:cubicBezTo>
                    <a:cubicBezTo>
                      <a:pt x="124" y="0"/>
                      <a:pt x="123" y="0"/>
                      <a:pt x="123" y="0"/>
                    </a:cubicBezTo>
                    <a:cubicBezTo>
                      <a:pt x="112" y="0"/>
                      <a:pt x="101" y="1"/>
                      <a:pt x="92" y="5"/>
                    </a:cubicBezTo>
                    <a:cubicBezTo>
                      <a:pt x="82" y="8"/>
                      <a:pt x="73" y="13"/>
                      <a:pt x="66" y="21"/>
                    </a:cubicBezTo>
                    <a:cubicBezTo>
                      <a:pt x="66" y="21"/>
                      <a:pt x="66" y="21"/>
                      <a:pt x="66" y="21"/>
                    </a:cubicBezTo>
                    <a:cubicBezTo>
                      <a:pt x="66" y="21"/>
                      <a:pt x="66" y="21"/>
                      <a:pt x="66" y="21"/>
                    </a:cubicBezTo>
                    <a:cubicBezTo>
                      <a:pt x="66" y="21"/>
                      <a:pt x="66" y="21"/>
                      <a:pt x="66" y="21"/>
                    </a:cubicBezTo>
                    <a:cubicBezTo>
                      <a:pt x="59" y="29"/>
                      <a:pt x="54" y="38"/>
                      <a:pt x="52" y="49"/>
                    </a:cubicBezTo>
                    <a:cubicBezTo>
                      <a:pt x="49" y="60"/>
                      <a:pt x="48" y="72"/>
                      <a:pt x="47" y="86"/>
                    </a:cubicBezTo>
                    <a:cubicBezTo>
                      <a:pt x="47" y="113"/>
                      <a:pt x="47" y="113"/>
                      <a:pt x="47" y="113"/>
                    </a:cubicBezTo>
                    <a:cubicBezTo>
                      <a:pt x="18" y="113"/>
                      <a:pt x="18" y="113"/>
                      <a:pt x="18" y="113"/>
                    </a:cubicBezTo>
                    <a:cubicBezTo>
                      <a:pt x="8" y="113"/>
                      <a:pt x="0" y="121"/>
                      <a:pt x="0" y="131"/>
                    </a:cubicBezTo>
                    <a:cubicBezTo>
                      <a:pt x="0" y="136"/>
                      <a:pt x="2" y="141"/>
                      <a:pt x="5" y="145"/>
                    </a:cubicBezTo>
                    <a:cubicBezTo>
                      <a:pt x="8" y="148"/>
                      <a:pt x="13" y="150"/>
                      <a:pt x="18" y="151"/>
                    </a:cubicBezTo>
                    <a:cubicBezTo>
                      <a:pt x="47" y="151"/>
                      <a:pt x="47" y="151"/>
                      <a:pt x="47" y="151"/>
                    </a:cubicBezTo>
                    <a:cubicBezTo>
                      <a:pt x="47" y="368"/>
                      <a:pt x="47" y="368"/>
                      <a:pt x="47" y="368"/>
                    </a:cubicBezTo>
                    <a:cubicBezTo>
                      <a:pt x="47" y="369"/>
                      <a:pt x="47" y="369"/>
                      <a:pt x="47" y="369"/>
                    </a:cubicBezTo>
                    <a:cubicBezTo>
                      <a:pt x="47" y="374"/>
                      <a:pt x="50" y="379"/>
                      <a:pt x="53" y="382"/>
                    </a:cubicBezTo>
                    <a:cubicBezTo>
                      <a:pt x="56" y="385"/>
                      <a:pt x="61" y="387"/>
                      <a:pt x="66" y="387"/>
                    </a:cubicBezTo>
                    <a:cubicBezTo>
                      <a:pt x="76" y="387"/>
                      <a:pt x="85" y="379"/>
                      <a:pt x="85" y="369"/>
                    </a:cubicBezTo>
                    <a:cubicBezTo>
                      <a:pt x="85" y="151"/>
                      <a:pt x="85" y="151"/>
                      <a:pt x="85" y="151"/>
                    </a:cubicBezTo>
                    <a:cubicBezTo>
                      <a:pt x="116" y="151"/>
                      <a:pt x="116" y="151"/>
                      <a:pt x="116" y="151"/>
                    </a:cubicBezTo>
                    <a:cubicBezTo>
                      <a:pt x="121" y="150"/>
                      <a:pt x="126" y="148"/>
                      <a:pt x="129" y="145"/>
                    </a:cubicBezTo>
                    <a:cubicBezTo>
                      <a:pt x="133" y="141"/>
                      <a:pt x="135" y="137"/>
                      <a:pt x="135" y="131"/>
                    </a:cubicBezTo>
                    <a:cubicBezTo>
                      <a:pt x="135" y="131"/>
                      <a:pt x="135" y="131"/>
                      <a:pt x="135" y="131"/>
                    </a:cubicBezTo>
                    <a:cubicBezTo>
                      <a:pt x="135" y="121"/>
                      <a:pt x="127" y="113"/>
                      <a:pt x="117" y="113"/>
                    </a:cubicBezTo>
                    <a:cubicBezTo>
                      <a:pt x="85" y="113"/>
                      <a:pt x="85" y="113"/>
                      <a:pt x="85" y="113"/>
                    </a:cubicBezTo>
                    <a:cubicBezTo>
                      <a:pt x="85" y="86"/>
                      <a:pt x="85" y="86"/>
                      <a:pt x="85" y="86"/>
                    </a:cubicBezTo>
                    <a:cubicBezTo>
                      <a:pt x="85" y="74"/>
                      <a:pt x="86" y="65"/>
                      <a:pt x="88" y="59"/>
                    </a:cubicBezTo>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496" name="Google Shape;496;p27"/>
              <p:cNvSpPr/>
              <p:nvPr/>
            </p:nvSpPr>
            <p:spPr>
              <a:xfrm>
                <a:off x="5870329" y="2915360"/>
                <a:ext cx="482728" cy="367756"/>
              </a:xfrm>
              <a:custGeom>
                <a:avLst/>
                <a:gdLst/>
                <a:ahLst/>
                <a:cxnLst/>
                <a:rect l="l" t="t" r="r" b="b"/>
                <a:pathLst>
                  <a:path w="359" h="273" extrusionOk="0">
                    <a:moveTo>
                      <a:pt x="359" y="18"/>
                    </a:moveTo>
                    <a:cubicBezTo>
                      <a:pt x="359" y="11"/>
                      <a:pt x="355" y="4"/>
                      <a:pt x="348" y="1"/>
                    </a:cubicBezTo>
                    <a:cubicBezTo>
                      <a:pt x="348" y="1"/>
                      <a:pt x="348" y="1"/>
                      <a:pt x="348" y="1"/>
                    </a:cubicBezTo>
                    <a:cubicBezTo>
                      <a:pt x="348" y="1"/>
                      <a:pt x="348" y="1"/>
                      <a:pt x="348" y="1"/>
                    </a:cubicBezTo>
                    <a:cubicBezTo>
                      <a:pt x="346" y="0"/>
                      <a:pt x="344" y="0"/>
                      <a:pt x="341" y="0"/>
                    </a:cubicBezTo>
                    <a:cubicBezTo>
                      <a:pt x="338" y="0"/>
                      <a:pt x="334" y="1"/>
                      <a:pt x="331" y="3"/>
                    </a:cubicBezTo>
                    <a:cubicBezTo>
                      <a:pt x="328" y="5"/>
                      <a:pt x="325" y="7"/>
                      <a:pt x="324" y="11"/>
                    </a:cubicBezTo>
                    <a:cubicBezTo>
                      <a:pt x="324" y="11"/>
                      <a:pt x="324" y="11"/>
                      <a:pt x="324" y="11"/>
                    </a:cubicBezTo>
                    <a:cubicBezTo>
                      <a:pt x="253" y="206"/>
                      <a:pt x="253" y="206"/>
                      <a:pt x="253" y="206"/>
                    </a:cubicBezTo>
                    <a:cubicBezTo>
                      <a:pt x="198" y="75"/>
                      <a:pt x="198" y="75"/>
                      <a:pt x="198" y="75"/>
                    </a:cubicBezTo>
                    <a:cubicBezTo>
                      <a:pt x="198" y="75"/>
                      <a:pt x="198" y="75"/>
                      <a:pt x="198" y="75"/>
                    </a:cubicBezTo>
                    <a:cubicBezTo>
                      <a:pt x="196" y="72"/>
                      <a:pt x="193" y="69"/>
                      <a:pt x="190" y="67"/>
                    </a:cubicBezTo>
                    <a:cubicBezTo>
                      <a:pt x="187" y="65"/>
                      <a:pt x="183" y="64"/>
                      <a:pt x="179" y="64"/>
                    </a:cubicBezTo>
                    <a:cubicBezTo>
                      <a:pt x="176" y="64"/>
                      <a:pt x="172" y="65"/>
                      <a:pt x="169" y="67"/>
                    </a:cubicBezTo>
                    <a:cubicBezTo>
                      <a:pt x="166" y="69"/>
                      <a:pt x="163" y="72"/>
                      <a:pt x="162" y="75"/>
                    </a:cubicBezTo>
                    <a:cubicBezTo>
                      <a:pt x="162" y="75"/>
                      <a:pt x="162" y="75"/>
                      <a:pt x="162" y="75"/>
                    </a:cubicBezTo>
                    <a:cubicBezTo>
                      <a:pt x="107" y="206"/>
                      <a:pt x="107" y="206"/>
                      <a:pt x="107" y="206"/>
                    </a:cubicBezTo>
                    <a:cubicBezTo>
                      <a:pt x="35" y="11"/>
                      <a:pt x="35" y="11"/>
                      <a:pt x="35" y="11"/>
                    </a:cubicBezTo>
                    <a:cubicBezTo>
                      <a:pt x="35" y="11"/>
                      <a:pt x="35" y="11"/>
                      <a:pt x="35" y="11"/>
                    </a:cubicBezTo>
                    <a:cubicBezTo>
                      <a:pt x="34" y="8"/>
                      <a:pt x="31" y="5"/>
                      <a:pt x="28" y="3"/>
                    </a:cubicBezTo>
                    <a:cubicBezTo>
                      <a:pt x="25" y="1"/>
                      <a:pt x="22" y="0"/>
                      <a:pt x="18" y="0"/>
                    </a:cubicBezTo>
                    <a:cubicBezTo>
                      <a:pt x="15" y="0"/>
                      <a:pt x="13" y="0"/>
                      <a:pt x="11" y="1"/>
                    </a:cubicBezTo>
                    <a:cubicBezTo>
                      <a:pt x="11" y="1"/>
                      <a:pt x="11" y="1"/>
                      <a:pt x="11" y="1"/>
                    </a:cubicBezTo>
                    <a:cubicBezTo>
                      <a:pt x="11" y="1"/>
                      <a:pt x="11" y="1"/>
                      <a:pt x="11" y="1"/>
                    </a:cubicBezTo>
                    <a:cubicBezTo>
                      <a:pt x="4" y="4"/>
                      <a:pt x="0" y="11"/>
                      <a:pt x="0" y="18"/>
                    </a:cubicBezTo>
                    <a:cubicBezTo>
                      <a:pt x="0" y="20"/>
                      <a:pt x="0" y="23"/>
                      <a:pt x="1" y="25"/>
                    </a:cubicBezTo>
                    <a:cubicBezTo>
                      <a:pt x="1" y="25"/>
                      <a:pt x="1" y="25"/>
                      <a:pt x="1" y="25"/>
                    </a:cubicBezTo>
                    <a:cubicBezTo>
                      <a:pt x="89" y="262"/>
                      <a:pt x="89" y="262"/>
                      <a:pt x="89" y="262"/>
                    </a:cubicBezTo>
                    <a:cubicBezTo>
                      <a:pt x="89" y="262"/>
                      <a:pt x="89" y="262"/>
                      <a:pt x="89" y="262"/>
                    </a:cubicBezTo>
                    <a:cubicBezTo>
                      <a:pt x="90" y="264"/>
                      <a:pt x="91" y="265"/>
                      <a:pt x="92" y="267"/>
                    </a:cubicBezTo>
                    <a:cubicBezTo>
                      <a:pt x="93" y="268"/>
                      <a:pt x="95" y="269"/>
                      <a:pt x="96" y="270"/>
                    </a:cubicBezTo>
                    <a:cubicBezTo>
                      <a:pt x="97" y="270"/>
                      <a:pt x="97" y="271"/>
                      <a:pt x="98" y="271"/>
                    </a:cubicBezTo>
                    <a:cubicBezTo>
                      <a:pt x="99" y="272"/>
                      <a:pt x="100" y="272"/>
                      <a:pt x="101" y="272"/>
                    </a:cubicBezTo>
                    <a:cubicBezTo>
                      <a:pt x="102" y="273"/>
                      <a:pt x="104" y="273"/>
                      <a:pt x="107" y="273"/>
                    </a:cubicBezTo>
                    <a:cubicBezTo>
                      <a:pt x="111" y="273"/>
                      <a:pt x="114" y="272"/>
                      <a:pt x="117" y="270"/>
                    </a:cubicBezTo>
                    <a:cubicBezTo>
                      <a:pt x="120" y="268"/>
                      <a:pt x="122" y="266"/>
                      <a:pt x="123" y="262"/>
                    </a:cubicBezTo>
                    <a:cubicBezTo>
                      <a:pt x="124" y="262"/>
                      <a:pt x="124" y="262"/>
                      <a:pt x="124" y="262"/>
                    </a:cubicBezTo>
                    <a:cubicBezTo>
                      <a:pt x="179" y="129"/>
                      <a:pt x="179" y="129"/>
                      <a:pt x="179" y="129"/>
                    </a:cubicBezTo>
                    <a:cubicBezTo>
                      <a:pt x="235" y="261"/>
                      <a:pt x="235" y="261"/>
                      <a:pt x="235" y="261"/>
                    </a:cubicBezTo>
                    <a:cubicBezTo>
                      <a:pt x="235" y="261"/>
                      <a:pt x="235" y="261"/>
                      <a:pt x="235" y="261"/>
                    </a:cubicBezTo>
                    <a:cubicBezTo>
                      <a:pt x="237" y="265"/>
                      <a:pt x="239" y="268"/>
                      <a:pt x="241" y="270"/>
                    </a:cubicBezTo>
                    <a:cubicBezTo>
                      <a:pt x="244" y="272"/>
                      <a:pt x="247" y="273"/>
                      <a:pt x="251" y="273"/>
                    </a:cubicBezTo>
                    <a:cubicBezTo>
                      <a:pt x="253" y="273"/>
                      <a:pt x="253" y="273"/>
                      <a:pt x="253" y="273"/>
                    </a:cubicBezTo>
                    <a:cubicBezTo>
                      <a:pt x="255" y="273"/>
                      <a:pt x="257" y="273"/>
                      <a:pt x="259" y="272"/>
                    </a:cubicBezTo>
                    <a:cubicBezTo>
                      <a:pt x="261" y="272"/>
                      <a:pt x="263" y="271"/>
                      <a:pt x="264" y="270"/>
                    </a:cubicBezTo>
                    <a:cubicBezTo>
                      <a:pt x="267" y="267"/>
                      <a:pt x="269" y="264"/>
                      <a:pt x="271" y="261"/>
                    </a:cubicBezTo>
                    <a:cubicBezTo>
                      <a:pt x="271" y="261"/>
                      <a:pt x="271" y="261"/>
                      <a:pt x="271" y="261"/>
                    </a:cubicBezTo>
                    <a:cubicBezTo>
                      <a:pt x="358" y="25"/>
                      <a:pt x="358" y="25"/>
                      <a:pt x="358" y="25"/>
                    </a:cubicBezTo>
                    <a:cubicBezTo>
                      <a:pt x="359" y="23"/>
                      <a:pt x="359" y="20"/>
                      <a:pt x="359" y="18"/>
                    </a:cubicBezTo>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497" name="Google Shape;497;p27"/>
              <p:cNvSpPr/>
              <p:nvPr/>
            </p:nvSpPr>
            <p:spPr>
              <a:xfrm>
                <a:off x="5497243" y="2913837"/>
                <a:ext cx="350244" cy="369279"/>
              </a:xfrm>
              <a:custGeom>
                <a:avLst/>
                <a:gdLst/>
                <a:ahLst/>
                <a:cxnLst/>
                <a:rect l="l" t="t" r="r" b="b"/>
                <a:pathLst>
                  <a:path w="261" h="274" extrusionOk="0">
                    <a:moveTo>
                      <a:pt x="223" y="41"/>
                    </a:moveTo>
                    <a:cubicBezTo>
                      <a:pt x="199" y="16"/>
                      <a:pt x="167" y="0"/>
                      <a:pt x="130" y="0"/>
                    </a:cubicBezTo>
                    <a:cubicBezTo>
                      <a:pt x="94" y="0"/>
                      <a:pt x="62" y="16"/>
                      <a:pt x="38" y="41"/>
                    </a:cubicBezTo>
                    <a:cubicBezTo>
                      <a:pt x="15" y="66"/>
                      <a:pt x="0" y="100"/>
                      <a:pt x="0" y="137"/>
                    </a:cubicBezTo>
                    <a:cubicBezTo>
                      <a:pt x="0" y="174"/>
                      <a:pt x="15" y="209"/>
                      <a:pt x="38" y="234"/>
                    </a:cubicBezTo>
                    <a:cubicBezTo>
                      <a:pt x="62" y="259"/>
                      <a:pt x="94" y="274"/>
                      <a:pt x="130" y="274"/>
                    </a:cubicBezTo>
                    <a:cubicBezTo>
                      <a:pt x="167" y="274"/>
                      <a:pt x="199" y="259"/>
                      <a:pt x="223" y="234"/>
                    </a:cubicBezTo>
                    <a:cubicBezTo>
                      <a:pt x="246" y="209"/>
                      <a:pt x="261" y="174"/>
                      <a:pt x="261" y="137"/>
                    </a:cubicBezTo>
                    <a:cubicBezTo>
                      <a:pt x="261" y="100"/>
                      <a:pt x="246" y="66"/>
                      <a:pt x="223" y="41"/>
                    </a:cubicBezTo>
                    <a:moveTo>
                      <a:pt x="196" y="208"/>
                    </a:moveTo>
                    <a:cubicBezTo>
                      <a:pt x="179" y="226"/>
                      <a:pt x="155" y="237"/>
                      <a:pt x="130" y="237"/>
                    </a:cubicBezTo>
                    <a:cubicBezTo>
                      <a:pt x="105" y="237"/>
                      <a:pt x="82" y="226"/>
                      <a:pt x="65" y="208"/>
                    </a:cubicBezTo>
                    <a:cubicBezTo>
                      <a:pt x="48" y="190"/>
                      <a:pt x="37" y="165"/>
                      <a:pt x="37" y="137"/>
                    </a:cubicBezTo>
                    <a:cubicBezTo>
                      <a:pt x="37" y="109"/>
                      <a:pt x="48" y="84"/>
                      <a:pt x="65" y="66"/>
                    </a:cubicBezTo>
                    <a:cubicBezTo>
                      <a:pt x="82" y="48"/>
                      <a:pt x="105" y="37"/>
                      <a:pt x="130" y="37"/>
                    </a:cubicBezTo>
                    <a:cubicBezTo>
                      <a:pt x="155" y="37"/>
                      <a:pt x="179" y="48"/>
                      <a:pt x="196" y="66"/>
                    </a:cubicBezTo>
                    <a:cubicBezTo>
                      <a:pt x="213" y="84"/>
                      <a:pt x="223" y="109"/>
                      <a:pt x="223" y="137"/>
                    </a:cubicBezTo>
                    <a:cubicBezTo>
                      <a:pt x="223" y="165"/>
                      <a:pt x="213" y="190"/>
                      <a:pt x="196" y="208"/>
                    </a:cubicBezTo>
                    <a:close/>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grpSp>
      </p:grpSp>
      <p:sp>
        <p:nvSpPr>
          <p:cNvPr id="498" name="Google Shape;498;p27"/>
          <p:cNvSpPr txBox="1"/>
          <p:nvPr/>
        </p:nvSpPr>
        <p:spPr>
          <a:xfrm>
            <a:off x="5007367" y="3549433"/>
            <a:ext cx="2045700" cy="4617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cap="none">
                <a:solidFill>
                  <a:srgbClr val="558DA9"/>
                </a:solidFill>
                <a:latin typeface="Arial"/>
                <a:ea typeface="Arial"/>
                <a:cs typeface="Arial"/>
                <a:sym typeface="Arial"/>
              </a:rPr>
              <a:t>THANK YOU</a:t>
            </a:r>
            <a:endParaRPr sz="1500">
              <a:solidFill>
                <a:srgbClr val="558DA9"/>
              </a:solidFill>
            </a:endParaRPr>
          </a:p>
        </p:txBody>
      </p:sp>
      <p:sp>
        <p:nvSpPr>
          <p:cNvPr id="499" name="Google Shape;499;p27"/>
          <p:cNvSpPr/>
          <p:nvPr/>
        </p:nvSpPr>
        <p:spPr>
          <a:xfrm>
            <a:off x="5486679" y="4048998"/>
            <a:ext cx="186099" cy="151346"/>
          </a:xfrm>
          <a:custGeom>
            <a:avLst/>
            <a:gdLst/>
            <a:ahLst/>
            <a:cxnLst/>
            <a:rect l="l" t="t" r="r" b="b"/>
            <a:pathLst>
              <a:path w="940" h="764" extrusionOk="0">
                <a:moveTo>
                  <a:pt x="296" y="764"/>
                </a:moveTo>
                <a:cubicBezTo>
                  <a:pt x="650" y="764"/>
                  <a:pt x="844" y="470"/>
                  <a:pt x="844" y="215"/>
                </a:cubicBezTo>
                <a:cubicBezTo>
                  <a:pt x="844" y="207"/>
                  <a:pt x="844" y="199"/>
                  <a:pt x="844" y="190"/>
                </a:cubicBezTo>
                <a:cubicBezTo>
                  <a:pt x="881" y="163"/>
                  <a:pt x="914" y="129"/>
                  <a:pt x="940" y="91"/>
                </a:cubicBezTo>
                <a:cubicBezTo>
                  <a:pt x="905" y="106"/>
                  <a:pt x="868" y="116"/>
                  <a:pt x="829" y="121"/>
                </a:cubicBezTo>
                <a:cubicBezTo>
                  <a:pt x="869" y="97"/>
                  <a:pt x="900" y="59"/>
                  <a:pt x="914" y="14"/>
                </a:cubicBezTo>
                <a:cubicBezTo>
                  <a:pt x="877" y="36"/>
                  <a:pt x="835" y="52"/>
                  <a:pt x="791" y="61"/>
                </a:cubicBezTo>
                <a:cubicBezTo>
                  <a:pt x="756" y="24"/>
                  <a:pt x="706" y="0"/>
                  <a:pt x="651" y="0"/>
                </a:cubicBezTo>
                <a:cubicBezTo>
                  <a:pt x="544" y="0"/>
                  <a:pt x="458" y="86"/>
                  <a:pt x="458" y="193"/>
                </a:cubicBezTo>
                <a:cubicBezTo>
                  <a:pt x="458" y="208"/>
                  <a:pt x="460" y="223"/>
                  <a:pt x="463" y="237"/>
                </a:cubicBezTo>
                <a:cubicBezTo>
                  <a:pt x="303" y="229"/>
                  <a:pt x="160" y="152"/>
                  <a:pt x="65" y="35"/>
                </a:cubicBezTo>
                <a:cubicBezTo>
                  <a:pt x="49" y="64"/>
                  <a:pt x="39" y="97"/>
                  <a:pt x="39" y="132"/>
                </a:cubicBezTo>
                <a:cubicBezTo>
                  <a:pt x="39" y="199"/>
                  <a:pt x="73" y="258"/>
                  <a:pt x="125" y="293"/>
                </a:cubicBezTo>
                <a:cubicBezTo>
                  <a:pt x="93" y="292"/>
                  <a:pt x="64" y="283"/>
                  <a:pt x="38" y="269"/>
                </a:cubicBezTo>
                <a:cubicBezTo>
                  <a:pt x="38" y="270"/>
                  <a:pt x="38" y="270"/>
                  <a:pt x="38" y="271"/>
                </a:cubicBezTo>
                <a:cubicBezTo>
                  <a:pt x="38" y="365"/>
                  <a:pt x="104" y="443"/>
                  <a:pt x="192" y="460"/>
                </a:cubicBezTo>
                <a:cubicBezTo>
                  <a:pt x="176" y="465"/>
                  <a:pt x="159" y="467"/>
                  <a:pt x="142" y="467"/>
                </a:cubicBezTo>
                <a:cubicBezTo>
                  <a:pt x="129" y="467"/>
                  <a:pt x="117" y="466"/>
                  <a:pt x="105" y="464"/>
                </a:cubicBezTo>
                <a:cubicBezTo>
                  <a:pt x="130" y="540"/>
                  <a:pt x="201" y="596"/>
                  <a:pt x="285" y="597"/>
                </a:cubicBezTo>
                <a:cubicBezTo>
                  <a:pt x="219" y="649"/>
                  <a:pt x="136" y="680"/>
                  <a:pt x="46" y="680"/>
                </a:cubicBezTo>
                <a:cubicBezTo>
                  <a:pt x="30" y="680"/>
                  <a:pt x="15" y="679"/>
                  <a:pt x="0" y="677"/>
                </a:cubicBezTo>
                <a:cubicBezTo>
                  <a:pt x="85" y="732"/>
                  <a:pt x="187" y="764"/>
                  <a:pt x="296" y="764"/>
                </a:cubicBezTo>
              </a:path>
            </a:pathLst>
          </a:custGeom>
          <a:solidFill>
            <a:srgbClr val="0D5D7B">
              <a:alpha val="2784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500" name="Google Shape;500;p27"/>
          <p:cNvSpPr/>
          <p:nvPr/>
        </p:nvSpPr>
        <p:spPr>
          <a:xfrm>
            <a:off x="5820493" y="4043887"/>
            <a:ext cx="38851" cy="161566"/>
          </a:xfrm>
          <a:custGeom>
            <a:avLst/>
            <a:gdLst/>
            <a:ahLst/>
            <a:cxnLst/>
            <a:rect l="l" t="t" r="r" b="b"/>
            <a:pathLst>
              <a:path w="235" h="978" extrusionOk="0">
                <a:moveTo>
                  <a:pt x="16" y="325"/>
                </a:moveTo>
                <a:cubicBezTo>
                  <a:pt x="219" y="325"/>
                  <a:pt x="219" y="325"/>
                  <a:pt x="219" y="325"/>
                </a:cubicBezTo>
                <a:cubicBezTo>
                  <a:pt x="219" y="978"/>
                  <a:pt x="219" y="978"/>
                  <a:pt x="219" y="978"/>
                </a:cubicBezTo>
                <a:cubicBezTo>
                  <a:pt x="16" y="978"/>
                  <a:pt x="16" y="978"/>
                  <a:pt x="16" y="978"/>
                </a:cubicBezTo>
                <a:lnTo>
                  <a:pt x="16" y="325"/>
                </a:lnTo>
                <a:close/>
                <a:moveTo>
                  <a:pt x="118" y="0"/>
                </a:moveTo>
                <a:cubicBezTo>
                  <a:pt x="183" y="0"/>
                  <a:pt x="235" y="53"/>
                  <a:pt x="235" y="118"/>
                </a:cubicBezTo>
                <a:cubicBezTo>
                  <a:pt x="235" y="183"/>
                  <a:pt x="183" y="236"/>
                  <a:pt x="118" y="236"/>
                </a:cubicBezTo>
                <a:cubicBezTo>
                  <a:pt x="52" y="236"/>
                  <a:pt x="0" y="183"/>
                  <a:pt x="0" y="118"/>
                </a:cubicBezTo>
                <a:cubicBezTo>
                  <a:pt x="0" y="53"/>
                  <a:pt x="52" y="0"/>
                  <a:pt x="118" y="0"/>
                </a:cubicBezTo>
              </a:path>
            </a:pathLst>
          </a:custGeom>
          <a:solidFill>
            <a:srgbClr val="0D5D7B">
              <a:alpha val="2784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501" name="Google Shape;501;p27"/>
          <p:cNvSpPr/>
          <p:nvPr/>
        </p:nvSpPr>
        <p:spPr>
          <a:xfrm>
            <a:off x="5877742" y="4094972"/>
            <a:ext cx="104504" cy="110480"/>
          </a:xfrm>
          <a:custGeom>
            <a:avLst/>
            <a:gdLst/>
            <a:ahLst/>
            <a:cxnLst/>
            <a:rect l="l" t="t" r="r" b="b"/>
            <a:pathLst>
              <a:path w="633" h="669" extrusionOk="0">
                <a:moveTo>
                  <a:pt x="0" y="16"/>
                </a:moveTo>
                <a:cubicBezTo>
                  <a:pt x="194" y="16"/>
                  <a:pt x="194" y="16"/>
                  <a:pt x="194" y="16"/>
                </a:cubicBezTo>
                <a:cubicBezTo>
                  <a:pt x="194" y="105"/>
                  <a:pt x="194" y="105"/>
                  <a:pt x="194" y="105"/>
                </a:cubicBezTo>
                <a:cubicBezTo>
                  <a:pt x="197" y="105"/>
                  <a:pt x="197" y="105"/>
                  <a:pt x="197" y="105"/>
                </a:cubicBezTo>
                <a:cubicBezTo>
                  <a:pt x="224" y="54"/>
                  <a:pt x="291" y="0"/>
                  <a:pt x="389" y="0"/>
                </a:cubicBezTo>
                <a:cubicBezTo>
                  <a:pt x="595" y="0"/>
                  <a:pt x="633" y="135"/>
                  <a:pt x="633" y="311"/>
                </a:cubicBezTo>
                <a:cubicBezTo>
                  <a:pt x="633" y="669"/>
                  <a:pt x="633" y="669"/>
                  <a:pt x="633" y="669"/>
                </a:cubicBezTo>
                <a:cubicBezTo>
                  <a:pt x="430" y="669"/>
                  <a:pt x="430" y="669"/>
                  <a:pt x="430" y="669"/>
                </a:cubicBezTo>
                <a:cubicBezTo>
                  <a:pt x="430" y="352"/>
                  <a:pt x="430" y="352"/>
                  <a:pt x="430" y="352"/>
                </a:cubicBezTo>
                <a:cubicBezTo>
                  <a:pt x="430" y="276"/>
                  <a:pt x="429" y="178"/>
                  <a:pt x="324" y="178"/>
                </a:cubicBezTo>
                <a:cubicBezTo>
                  <a:pt x="219" y="178"/>
                  <a:pt x="203" y="261"/>
                  <a:pt x="203" y="346"/>
                </a:cubicBezTo>
                <a:cubicBezTo>
                  <a:pt x="203" y="669"/>
                  <a:pt x="203" y="669"/>
                  <a:pt x="203" y="669"/>
                </a:cubicBezTo>
                <a:cubicBezTo>
                  <a:pt x="0" y="669"/>
                  <a:pt x="0" y="669"/>
                  <a:pt x="0" y="669"/>
                </a:cubicBezTo>
                <a:lnTo>
                  <a:pt x="0" y="16"/>
                </a:lnTo>
                <a:close/>
              </a:path>
            </a:pathLst>
          </a:custGeom>
          <a:solidFill>
            <a:srgbClr val="0D5D7B">
              <a:alpha val="2784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502" name="Google Shape;502;p27"/>
          <p:cNvSpPr/>
          <p:nvPr/>
        </p:nvSpPr>
        <p:spPr>
          <a:xfrm>
            <a:off x="6129963" y="4072450"/>
            <a:ext cx="171412" cy="120108"/>
          </a:xfrm>
          <a:custGeom>
            <a:avLst/>
            <a:gdLst/>
            <a:ahLst/>
            <a:cxnLst/>
            <a:rect l="l" t="t" r="r" b="b"/>
            <a:pathLst>
              <a:path w="486" h="340" extrusionOk="0">
                <a:moveTo>
                  <a:pt x="476" y="53"/>
                </a:moveTo>
                <a:cubicBezTo>
                  <a:pt x="470" y="32"/>
                  <a:pt x="454" y="16"/>
                  <a:pt x="433" y="10"/>
                </a:cubicBezTo>
                <a:cubicBezTo>
                  <a:pt x="395" y="0"/>
                  <a:pt x="243" y="0"/>
                  <a:pt x="243" y="0"/>
                </a:cubicBezTo>
                <a:cubicBezTo>
                  <a:pt x="243" y="0"/>
                  <a:pt x="91" y="0"/>
                  <a:pt x="53" y="10"/>
                </a:cubicBezTo>
                <a:cubicBezTo>
                  <a:pt x="32" y="16"/>
                  <a:pt x="16" y="32"/>
                  <a:pt x="10" y="53"/>
                </a:cubicBezTo>
                <a:cubicBezTo>
                  <a:pt x="0" y="91"/>
                  <a:pt x="0" y="170"/>
                  <a:pt x="0" y="170"/>
                </a:cubicBezTo>
                <a:cubicBezTo>
                  <a:pt x="0" y="170"/>
                  <a:pt x="0" y="249"/>
                  <a:pt x="10" y="287"/>
                </a:cubicBezTo>
                <a:cubicBezTo>
                  <a:pt x="16" y="308"/>
                  <a:pt x="32" y="324"/>
                  <a:pt x="53" y="330"/>
                </a:cubicBezTo>
                <a:cubicBezTo>
                  <a:pt x="91" y="340"/>
                  <a:pt x="243" y="340"/>
                  <a:pt x="243" y="340"/>
                </a:cubicBezTo>
                <a:cubicBezTo>
                  <a:pt x="243" y="340"/>
                  <a:pt x="395" y="340"/>
                  <a:pt x="433" y="330"/>
                </a:cubicBezTo>
                <a:cubicBezTo>
                  <a:pt x="454" y="324"/>
                  <a:pt x="470" y="308"/>
                  <a:pt x="476" y="287"/>
                </a:cubicBezTo>
                <a:cubicBezTo>
                  <a:pt x="486" y="249"/>
                  <a:pt x="486" y="170"/>
                  <a:pt x="486" y="170"/>
                </a:cubicBezTo>
                <a:cubicBezTo>
                  <a:pt x="486" y="170"/>
                  <a:pt x="486" y="91"/>
                  <a:pt x="476" y="53"/>
                </a:cubicBezTo>
                <a:close/>
                <a:moveTo>
                  <a:pt x="194" y="243"/>
                </a:moveTo>
                <a:cubicBezTo>
                  <a:pt x="194" y="97"/>
                  <a:pt x="194" y="97"/>
                  <a:pt x="194" y="97"/>
                </a:cubicBezTo>
                <a:cubicBezTo>
                  <a:pt x="321" y="170"/>
                  <a:pt x="321" y="170"/>
                  <a:pt x="321" y="170"/>
                </a:cubicBezTo>
                <a:lnTo>
                  <a:pt x="194" y="243"/>
                </a:lnTo>
                <a:close/>
              </a:path>
            </a:pathLst>
          </a:custGeom>
          <a:solidFill>
            <a:srgbClr val="0D5D7B">
              <a:alpha val="2784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503" name="Google Shape;503;p27"/>
          <p:cNvSpPr/>
          <p:nvPr/>
        </p:nvSpPr>
        <p:spPr>
          <a:xfrm>
            <a:off x="6449094" y="4052867"/>
            <a:ext cx="143514" cy="143606"/>
          </a:xfrm>
          <a:custGeom>
            <a:avLst/>
            <a:gdLst/>
            <a:ahLst/>
            <a:cxnLst/>
            <a:rect l="l" t="t" r="r" b="b"/>
            <a:pathLst>
              <a:path w="4096" h="4096" extrusionOk="0">
                <a:moveTo>
                  <a:pt x="3870" y="0"/>
                </a:moveTo>
                <a:cubicBezTo>
                  <a:pt x="226" y="0"/>
                  <a:pt x="226" y="0"/>
                  <a:pt x="226" y="0"/>
                </a:cubicBezTo>
                <a:cubicBezTo>
                  <a:pt x="101" y="0"/>
                  <a:pt x="0" y="101"/>
                  <a:pt x="0" y="226"/>
                </a:cubicBezTo>
                <a:cubicBezTo>
                  <a:pt x="0" y="3870"/>
                  <a:pt x="0" y="3870"/>
                  <a:pt x="0" y="3870"/>
                </a:cubicBezTo>
                <a:cubicBezTo>
                  <a:pt x="0" y="3995"/>
                  <a:pt x="101" y="4096"/>
                  <a:pt x="226" y="4096"/>
                </a:cubicBezTo>
                <a:cubicBezTo>
                  <a:pt x="2188" y="4096"/>
                  <a:pt x="2188" y="4096"/>
                  <a:pt x="2188" y="4096"/>
                </a:cubicBezTo>
                <a:cubicBezTo>
                  <a:pt x="2188" y="2512"/>
                  <a:pt x="2188" y="2512"/>
                  <a:pt x="2188" y="2512"/>
                </a:cubicBezTo>
                <a:cubicBezTo>
                  <a:pt x="1656" y="2512"/>
                  <a:pt x="1656" y="2512"/>
                  <a:pt x="1656" y="2512"/>
                </a:cubicBezTo>
                <a:cubicBezTo>
                  <a:pt x="1656" y="1892"/>
                  <a:pt x="1656" y="1892"/>
                  <a:pt x="1656" y="1892"/>
                </a:cubicBezTo>
                <a:cubicBezTo>
                  <a:pt x="2188" y="1892"/>
                  <a:pt x="2188" y="1892"/>
                  <a:pt x="2188" y="1892"/>
                </a:cubicBezTo>
                <a:cubicBezTo>
                  <a:pt x="2188" y="1436"/>
                  <a:pt x="2188" y="1436"/>
                  <a:pt x="2188" y="1436"/>
                </a:cubicBezTo>
                <a:cubicBezTo>
                  <a:pt x="2188" y="907"/>
                  <a:pt x="2511" y="619"/>
                  <a:pt x="2983" y="619"/>
                </a:cubicBezTo>
                <a:cubicBezTo>
                  <a:pt x="3209" y="619"/>
                  <a:pt x="3403" y="636"/>
                  <a:pt x="3460" y="643"/>
                </a:cubicBezTo>
                <a:cubicBezTo>
                  <a:pt x="3460" y="1196"/>
                  <a:pt x="3460" y="1196"/>
                  <a:pt x="3460" y="1196"/>
                </a:cubicBezTo>
                <a:cubicBezTo>
                  <a:pt x="3134" y="1196"/>
                  <a:pt x="3134" y="1196"/>
                  <a:pt x="3134" y="1196"/>
                </a:cubicBezTo>
                <a:cubicBezTo>
                  <a:pt x="2877" y="1196"/>
                  <a:pt x="2828" y="1318"/>
                  <a:pt x="2828" y="1497"/>
                </a:cubicBezTo>
                <a:cubicBezTo>
                  <a:pt x="2828" y="1892"/>
                  <a:pt x="2828" y="1892"/>
                  <a:pt x="2828" y="1892"/>
                </a:cubicBezTo>
                <a:cubicBezTo>
                  <a:pt x="3442" y="1892"/>
                  <a:pt x="3442" y="1892"/>
                  <a:pt x="3442" y="1892"/>
                </a:cubicBezTo>
                <a:cubicBezTo>
                  <a:pt x="3362" y="2512"/>
                  <a:pt x="3362" y="2512"/>
                  <a:pt x="3362" y="2512"/>
                </a:cubicBezTo>
                <a:cubicBezTo>
                  <a:pt x="2828" y="2512"/>
                  <a:pt x="2828" y="2512"/>
                  <a:pt x="2828" y="2512"/>
                </a:cubicBezTo>
                <a:cubicBezTo>
                  <a:pt x="2828" y="4096"/>
                  <a:pt x="2828" y="4096"/>
                  <a:pt x="2828" y="4096"/>
                </a:cubicBezTo>
                <a:cubicBezTo>
                  <a:pt x="3870" y="4096"/>
                  <a:pt x="3870" y="4096"/>
                  <a:pt x="3870" y="4096"/>
                </a:cubicBezTo>
                <a:cubicBezTo>
                  <a:pt x="3995" y="4096"/>
                  <a:pt x="4096" y="3995"/>
                  <a:pt x="4096" y="3870"/>
                </a:cubicBezTo>
                <a:cubicBezTo>
                  <a:pt x="4096" y="226"/>
                  <a:pt x="4096" y="226"/>
                  <a:pt x="4096" y="226"/>
                </a:cubicBezTo>
                <a:cubicBezTo>
                  <a:pt x="4096" y="101"/>
                  <a:pt x="3995" y="0"/>
                  <a:pt x="3870" y="0"/>
                </a:cubicBezTo>
                <a:close/>
              </a:path>
            </a:pathLst>
          </a:custGeom>
          <a:solidFill>
            <a:srgbClr val="0D5D7B">
              <a:alpha val="2784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504" name="Google Shape;504;p27"/>
          <p:cNvSpPr/>
          <p:nvPr/>
        </p:nvSpPr>
        <p:spPr>
          <a:xfrm>
            <a:off x="1" y="3110088"/>
            <a:ext cx="2676394" cy="3749606"/>
          </a:xfrm>
          <a:custGeom>
            <a:avLst/>
            <a:gdLst/>
            <a:ahLst/>
            <a:cxnLst/>
            <a:rect l="l" t="t" r="r" b="b"/>
            <a:pathLst>
              <a:path w="2817257" h="3946954" extrusionOk="0">
                <a:moveTo>
                  <a:pt x="0" y="0"/>
                </a:moveTo>
                <a:lnTo>
                  <a:pt x="124981" y="72324"/>
                </a:lnTo>
                <a:cubicBezTo>
                  <a:pt x="643737" y="372513"/>
                  <a:pt x="1335412" y="772766"/>
                  <a:pt x="2257644" y="1306437"/>
                </a:cubicBezTo>
                <a:cubicBezTo>
                  <a:pt x="2524543" y="1459142"/>
                  <a:pt x="2702476" y="1704105"/>
                  <a:pt x="2778733" y="1977701"/>
                </a:cubicBezTo>
                <a:cubicBezTo>
                  <a:pt x="2800975" y="2063597"/>
                  <a:pt x="2813685" y="2152675"/>
                  <a:pt x="2816862" y="2241753"/>
                </a:cubicBezTo>
                <a:cubicBezTo>
                  <a:pt x="2820039" y="2362644"/>
                  <a:pt x="2804152" y="2486716"/>
                  <a:pt x="2766024" y="2604426"/>
                </a:cubicBezTo>
                <a:cubicBezTo>
                  <a:pt x="2686589" y="2865297"/>
                  <a:pt x="2511834" y="3097535"/>
                  <a:pt x="2257644" y="3243877"/>
                </a:cubicBezTo>
                <a:cubicBezTo>
                  <a:pt x="2257644" y="3243877"/>
                  <a:pt x="2257644" y="3243877"/>
                  <a:pt x="1047065" y="3946954"/>
                </a:cubicBezTo>
                <a:cubicBezTo>
                  <a:pt x="1047065" y="3946954"/>
                  <a:pt x="1047065" y="3946954"/>
                  <a:pt x="1511" y="3946954"/>
                </a:cubicBezTo>
                <a:lnTo>
                  <a:pt x="0" y="3946954"/>
                </a:lnTo>
                <a:close/>
              </a:path>
            </a:pathLst>
          </a:custGeom>
          <a:solidFill>
            <a:srgbClr val="00A7CD">
              <a:alpha val="149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505" name="Google Shape;505;p27"/>
          <p:cNvSpPr/>
          <p:nvPr/>
        </p:nvSpPr>
        <p:spPr>
          <a:xfrm rot="-5400000">
            <a:off x="7950454" y="2610925"/>
            <a:ext cx="3118104" cy="5376044"/>
          </a:xfrm>
          <a:custGeom>
            <a:avLst/>
            <a:gdLst/>
            <a:ahLst/>
            <a:cxnLst/>
            <a:rect l="l" t="t" r="r" b="b"/>
            <a:pathLst>
              <a:path w="3352800" h="5780692" extrusionOk="0">
                <a:moveTo>
                  <a:pt x="3352800" y="5780692"/>
                </a:moveTo>
                <a:lnTo>
                  <a:pt x="0" y="5780692"/>
                </a:lnTo>
                <a:lnTo>
                  <a:pt x="0" y="0"/>
                </a:lnTo>
                <a:close/>
              </a:path>
            </a:pathLst>
          </a:custGeom>
          <a:solidFill>
            <a:srgbClr val="66757A">
              <a:alpha val="471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506" name="Google Shape;506;p27"/>
          <p:cNvSpPr/>
          <p:nvPr/>
        </p:nvSpPr>
        <p:spPr>
          <a:xfrm>
            <a:off x="8668099" y="492980"/>
            <a:ext cx="3523900" cy="5209475"/>
          </a:xfrm>
          <a:custGeom>
            <a:avLst/>
            <a:gdLst/>
            <a:ahLst/>
            <a:cxnLst/>
            <a:rect l="l" t="t" r="r" b="b"/>
            <a:pathLst>
              <a:path w="10000" h="10000" extrusionOk="0">
                <a:moveTo>
                  <a:pt x="103" y="4497"/>
                </a:moveTo>
                <a:cubicBezTo>
                  <a:pt x="38" y="4645"/>
                  <a:pt x="9" y="4793"/>
                  <a:pt x="1" y="4941"/>
                </a:cubicBezTo>
                <a:cubicBezTo>
                  <a:pt x="-6" y="5148"/>
                  <a:pt x="30" y="5355"/>
                  <a:pt x="125" y="5553"/>
                </a:cubicBezTo>
                <a:cubicBezTo>
                  <a:pt x="234" y="5800"/>
                  <a:pt x="416" y="6027"/>
                  <a:pt x="664" y="6219"/>
                </a:cubicBezTo>
                <a:cubicBezTo>
                  <a:pt x="869" y="6382"/>
                  <a:pt x="1109" y="6520"/>
                  <a:pt x="1401" y="6634"/>
                </a:cubicBezTo>
                <a:lnTo>
                  <a:pt x="7938" y="9191"/>
                </a:lnTo>
                <a:lnTo>
                  <a:pt x="10000" y="10000"/>
                </a:lnTo>
                <a:lnTo>
                  <a:pt x="10000" y="0"/>
                </a:lnTo>
                <a:lnTo>
                  <a:pt x="1401" y="3361"/>
                </a:lnTo>
                <a:cubicBezTo>
                  <a:pt x="730" y="3623"/>
                  <a:pt x="285" y="4033"/>
                  <a:pt x="103" y="4497"/>
                </a:cubicBezTo>
                <a:close/>
              </a:path>
            </a:pathLst>
          </a:custGeom>
          <a:solidFill>
            <a:srgbClr val="2BB5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Arial"/>
              <a:ea typeface="Arial"/>
              <a:cs typeface="Arial"/>
              <a:sym typeface="Arial"/>
            </a:endParaRPr>
          </a:p>
        </p:txBody>
      </p:sp>
      <p:sp>
        <p:nvSpPr>
          <p:cNvPr id="507" name="Google Shape;507;p27"/>
          <p:cNvSpPr/>
          <p:nvPr/>
        </p:nvSpPr>
        <p:spPr>
          <a:xfrm>
            <a:off x="636014" y="6491347"/>
            <a:ext cx="2709300" cy="215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800" b="0" i="0">
                <a:solidFill>
                  <a:srgbClr val="929292"/>
                </a:solidFill>
                <a:latin typeface="Arial"/>
                <a:ea typeface="Arial"/>
                <a:cs typeface="Arial"/>
                <a:sym typeface="Arial"/>
              </a:rPr>
              <a:t>© </a:t>
            </a:r>
            <a:r>
              <a:rPr lang="en-US" sz="800">
                <a:solidFill>
                  <a:srgbClr val="929292"/>
                </a:solidFill>
              </a:rPr>
              <a:t>2020 </a:t>
            </a:r>
            <a:r>
              <a:rPr lang="en-US" sz="800" b="0" i="0">
                <a:solidFill>
                  <a:srgbClr val="929292"/>
                </a:solidFill>
                <a:latin typeface="Arial"/>
                <a:ea typeface="Arial"/>
                <a:cs typeface="Arial"/>
                <a:sym typeface="Arial"/>
              </a:rPr>
              <a:t>Snowflake Inc. All Rights Reserved</a:t>
            </a:r>
            <a:endParaRPr sz="800">
              <a:solidFill>
                <a:srgbClr val="929292"/>
              </a:solidFill>
              <a:latin typeface="Arial"/>
              <a:ea typeface="Arial"/>
              <a:cs typeface="Arial"/>
              <a:sym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2 Columns">
  <p:cSld name="2 Columns">
    <p:spTree>
      <p:nvGrpSpPr>
        <p:cNvPr id="1" name="Shape 508"/>
        <p:cNvGrpSpPr/>
        <p:nvPr/>
      </p:nvGrpSpPr>
      <p:grpSpPr>
        <a:xfrm>
          <a:off x="0" y="0"/>
          <a:ext cx="0" cy="0"/>
          <a:chOff x="0" y="0"/>
          <a:chExt cx="0" cy="0"/>
        </a:xfrm>
      </p:grpSpPr>
      <p:sp>
        <p:nvSpPr>
          <p:cNvPr id="509" name="Google Shape;509;p28"/>
          <p:cNvSpPr txBox="1">
            <a:spLocks noGrp="1"/>
          </p:cNvSpPr>
          <p:nvPr>
            <p:ph type="body" idx="1"/>
          </p:nvPr>
        </p:nvSpPr>
        <p:spPr>
          <a:xfrm>
            <a:off x="501907" y="490253"/>
            <a:ext cx="11188500" cy="639900"/>
          </a:xfrm>
          <a:prstGeom prst="rect">
            <a:avLst/>
          </a:prstGeom>
          <a:noFill/>
          <a:ln>
            <a:noFill/>
          </a:ln>
        </p:spPr>
        <p:txBody>
          <a:bodyPr spcFirstLastPara="1" wrap="square" lIns="91425" tIns="45700" rIns="91425" bIns="45700" anchor="t" anchorCtr="0">
            <a:noAutofit/>
          </a:bodyPr>
          <a:lstStyle>
            <a:lvl1pPr marL="457200" lvl="0" indent="-228600" algn="l" rtl="0">
              <a:lnSpc>
                <a:spcPct val="90000"/>
              </a:lnSpc>
              <a:spcBef>
                <a:spcPts val="1100"/>
              </a:spcBef>
              <a:spcAft>
                <a:spcPts val="0"/>
              </a:spcAft>
              <a:buClr>
                <a:schemeClr val="accent2"/>
              </a:buClr>
              <a:buSzPts val="3200"/>
              <a:buFont typeface="Arial"/>
              <a:buNone/>
              <a:defRPr sz="3200" b="1" i="0">
                <a:solidFill>
                  <a:schemeClr val="accent2"/>
                </a:solidFill>
                <a:latin typeface="Avenir"/>
                <a:ea typeface="Avenir"/>
                <a:cs typeface="Avenir"/>
                <a:sym typeface="Avenir"/>
              </a:defRPr>
            </a:lvl1pPr>
            <a:lvl2pPr marL="914400" lvl="1" indent="-349250" algn="l" rtl="0">
              <a:lnSpc>
                <a:spcPct val="90000"/>
              </a:lnSpc>
              <a:spcBef>
                <a:spcPts val="500"/>
              </a:spcBef>
              <a:spcAft>
                <a:spcPts val="0"/>
              </a:spcAft>
              <a:buClr>
                <a:schemeClr val="accent2"/>
              </a:buClr>
              <a:buSzPts val="1900"/>
              <a:buChar char="•"/>
              <a:defRPr/>
            </a:lvl2pPr>
            <a:lvl3pPr marL="1371600" lvl="2" indent="-349250" algn="l" rtl="0">
              <a:lnSpc>
                <a:spcPct val="90000"/>
              </a:lnSpc>
              <a:spcBef>
                <a:spcPts val="500"/>
              </a:spcBef>
              <a:spcAft>
                <a:spcPts val="0"/>
              </a:spcAft>
              <a:buClr>
                <a:schemeClr val="accent2"/>
              </a:buClr>
              <a:buSzPts val="1900"/>
              <a:buChar char="•"/>
              <a:defRPr/>
            </a:lvl3pPr>
            <a:lvl4pPr marL="1828800" lvl="3" indent="-349250" algn="l" rtl="0">
              <a:lnSpc>
                <a:spcPct val="90000"/>
              </a:lnSpc>
              <a:spcBef>
                <a:spcPts val="500"/>
              </a:spcBef>
              <a:spcAft>
                <a:spcPts val="0"/>
              </a:spcAft>
              <a:buClr>
                <a:schemeClr val="accent2"/>
              </a:buClr>
              <a:buSzPts val="1900"/>
              <a:buChar char="•"/>
              <a:defRPr/>
            </a:lvl4pPr>
            <a:lvl5pPr marL="2286000" lvl="4" indent="-349250" algn="l" rtl="0">
              <a:lnSpc>
                <a:spcPct val="90000"/>
              </a:lnSpc>
              <a:spcBef>
                <a:spcPts val="500"/>
              </a:spcBef>
              <a:spcAft>
                <a:spcPts val="0"/>
              </a:spcAft>
              <a:buClr>
                <a:schemeClr val="accent2"/>
              </a:buClr>
              <a:buSzPts val="1900"/>
              <a:buChar char="•"/>
              <a:defRPr/>
            </a:lvl5pPr>
            <a:lvl6pPr marL="2743200" lvl="5" indent="-349250" algn="l" rtl="0">
              <a:lnSpc>
                <a:spcPct val="90000"/>
              </a:lnSpc>
              <a:spcBef>
                <a:spcPts val="500"/>
              </a:spcBef>
              <a:spcAft>
                <a:spcPts val="0"/>
              </a:spcAft>
              <a:buClr>
                <a:schemeClr val="dk1"/>
              </a:buClr>
              <a:buSzPts val="1900"/>
              <a:buChar char="•"/>
              <a:defRPr/>
            </a:lvl6pPr>
            <a:lvl7pPr marL="3200400" lvl="6" indent="-349250" algn="l" rtl="0">
              <a:lnSpc>
                <a:spcPct val="90000"/>
              </a:lnSpc>
              <a:spcBef>
                <a:spcPts val="500"/>
              </a:spcBef>
              <a:spcAft>
                <a:spcPts val="0"/>
              </a:spcAft>
              <a:buClr>
                <a:schemeClr val="dk1"/>
              </a:buClr>
              <a:buSzPts val="1900"/>
              <a:buChar char="•"/>
              <a:defRPr/>
            </a:lvl7pPr>
            <a:lvl8pPr marL="3657600" lvl="7" indent="-349250" algn="l" rtl="0">
              <a:lnSpc>
                <a:spcPct val="90000"/>
              </a:lnSpc>
              <a:spcBef>
                <a:spcPts val="500"/>
              </a:spcBef>
              <a:spcAft>
                <a:spcPts val="0"/>
              </a:spcAft>
              <a:buClr>
                <a:schemeClr val="dk1"/>
              </a:buClr>
              <a:buSzPts val="1900"/>
              <a:buChar char="•"/>
              <a:defRPr/>
            </a:lvl8pPr>
            <a:lvl9pPr marL="4114800" lvl="8" indent="-349250" algn="l" rtl="0">
              <a:lnSpc>
                <a:spcPct val="90000"/>
              </a:lnSpc>
              <a:spcBef>
                <a:spcPts val="500"/>
              </a:spcBef>
              <a:spcAft>
                <a:spcPts val="0"/>
              </a:spcAft>
              <a:buClr>
                <a:schemeClr val="dk1"/>
              </a:buClr>
              <a:buSzPts val="1900"/>
              <a:buChar char="•"/>
              <a:defRPr/>
            </a:lvl9pPr>
          </a:lstStyle>
          <a:p>
            <a:endParaRPr/>
          </a:p>
        </p:txBody>
      </p:sp>
      <p:sp>
        <p:nvSpPr>
          <p:cNvPr id="510" name="Google Shape;510;p28"/>
          <p:cNvSpPr txBox="1">
            <a:spLocks noGrp="1"/>
          </p:cNvSpPr>
          <p:nvPr>
            <p:ph type="body" idx="2"/>
          </p:nvPr>
        </p:nvSpPr>
        <p:spPr>
          <a:xfrm>
            <a:off x="509444" y="1470026"/>
            <a:ext cx="5383500" cy="4914900"/>
          </a:xfrm>
          <a:prstGeom prst="rect">
            <a:avLst/>
          </a:prstGeom>
          <a:noFill/>
          <a:ln>
            <a:noFill/>
          </a:ln>
        </p:spPr>
        <p:txBody>
          <a:bodyPr spcFirstLastPara="1" wrap="square" lIns="91425" tIns="45700" rIns="91425" bIns="45700" anchor="t" anchorCtr="0">
            <a:noAutofit/>
          </a:bodyPr>
          <a:lstStyle>
            <a:lvl1pPr marL="457200" lvl="0" indent="-381000" algn="l" rtl="0">
              <a:lnSpc>
                <a:spcPct val="90000"/>
              </a:lnSpc>
              <a:spcBef>
                <a:spcPts val="1100"/>
              </a:spcBef>
              <a:spcAft>
                <a:spcPts val="0"/>
              </a:spcAft>
              <a:buClr>
                <a:schemeClr val="accent2"/>
              </a:buClr>
              <a:buSzPts val="2400"/>
              <a:buFont typeface="Arial"/>
              <a:buChar char="•"/>
              <a:defRPr sz="2400" b="0" i="0">
                <a:solidFill>
                  <a:srgbClr val="53585F"/>
                </a:solidFill>
                <a:latin typeface="Avenir"/>
                <a:ea typeface="Avenir"/>
                <a:cs typeface="Avenir"/>
                <a:sym typeface="Avenir"/>
              </a:defRPr>
            </a:lvl1pPr>
            <a:lvl2pPr marL="914400" lvl="1" indent="-349250" algn="l" rtl="0">
              <a:lnSpc>
                <a:spcPct val="90000"/>
              </a:lnSpc>
              <a:spcBef>
                <a:spcPts val="500"/>
              </a:spcBef>
              <a:spcAft>
                <a:spcPts val="0"/>
              </a:spcAft>
              <a:buClr>
                <a:schemeClr val="accent2"/>
              </a:buClr>
              <a:buSzPts val="1900"/>
              <a:buFont typeface="Arial"/>
              <a:buChar char="•"/>
              <a:defRPr sz="1900" b="0" i="0">
                <a:solidFill>
                  <a:srgbClr val="53585F"/>
                </a:solidFill>
                <a:latin typeface="Avenir"/>
                <a:ea typeface="Avenir"/>
                <a:cs typeface="Avenir"/>
                <a:sym typeface="Avenir"/>
              </a:defRPr>
            </a:lvl2pPr>
            <a:lvl3pPr marL="1371600" lvl="2" indent="-330200" algn="l" rtl="0">
              <a:lnSpc>
                <a:spcPct val="90000"/>
              </a:lnSpc>
              <a:spcBef>
                <a:spcPts val="500"/>
              </a:spcBef>
              <a:spcAft>
                <a:spcPts val="0"/>
              </a:spcAft>
              <a:buClr>
                <a:schemeClr val="accent2"/>
              </a:buClr>
              <a:buSzPts val="1600"/>
              <a:buFont typeface="Arial"/>
              <a:buChar char="•"/>
              <a:defRPr sz="1600" b="0" i="0">
                <a:solidFill>
                  <a:srgbClr val="53585F"/>
                </a:solidFill>
                <a:latin typeface="Avenir"/>
                <a:ea typeface="Avenir"/>
                <a:cs typeface="Avenir"/>
                <a:sym typeface="Avenir"/>
              </a:defRPr>
            </a:lvl3pPr>
            <a:lvl4pPr marL="1828800" lvl="3" indent="-323850" algn="l" rtl="0">
              <a:lnSpc>
                <a:spcPct val="90000"/>
              </a:lnSpc>
              <a:spcBef>
                <a:spcPts val="500"/>
              </a:spcBef>
              <a:spcAft>
                <a:spcPts val="0"/>
              </a:spcAft>
              <a:buClr>
                <a:schemeClr val="accent2"/>
              </a:buClr>
              <a:buSzPts val="1500"/>
              <a:buFont typeface="Arial"/>
              <a:buChar char="•"/>
              <a:defRPr sz="1500" b="0" i="0">
                <a:solidFill>
                  <a:srgbClr val="53585F"/>
                </a:solidFill>
                <a:latin typeface="Avenir"/>
                <a:ea typeface="Avenir"/>
                <a:cs typeface="Avenir"/>
                <a:sym typeface="Avenir"/>
              </a:defRPr>
            </a:lvl4pPr>
            <a:lvl5pPr marL="2286000" lvl="4" indent="-304800" algn="l" rtl="0">
              <a:lnSpc>
                <a:spcPct val="90000"/>
              </a:lnSpc>
              <a:spcBef>
                <a:spcPts val="500"/>
              </a:spcBef>
              <a:spcAft>
                <a:spcPts val="0"/>
              </a:spcAft>
              <a:buClr>
                <a:schemeClr val="accent2"/>
              </a:buClr>
              <a:buSzPts val="1200"/>
              <a:buFont typeface="Arial"/>
              <a:buChar char="•"/>
              <a:defRPr sz="1200" b="0" i="0">
                <a:solidFill>
                  <a:srgbClr val="53585F"/>
                </a:solidFill>
                <a:latin typeface="Avenir"/>
                <a:ea typeface="Avenir"/>
                <a:cs typeface="Avenir"/>
                <a:sym typeface="Avenir"/>
              </a:defRPr>
            </a:lvl5pPr>
            <a:lvl6pPr marL="2743200" lvl="5" indent="-228600" algn="l" rtl="0">
              <a:lnSpc>
                <a:spcPct val="90000"/>
              </a:lnSpc>
              <a:spcBef>
                <a:spcPts val="500"/>
              </a:spcBef>
              <a:spcAft>
                <a:spcPts val="0"/>
              </a:spcAft>
              <a:buClr>
                <a:schemeClr val="dk1"/>
              </a:buClr>
              <a:buSzPts val="1100"/>
              <a:buNone/>
              <a:defRPr sz="1100"/>
            </a:lvl6pPr>
            <a:lvl7pPr marL="3200400" lvl="6" indent="-349250" algn="l" rtl="0">
              <a:lnSpc>
                <a:spcPct val="90000"/>
              </a:lnSpc>
              <a:spcBef>
                <a:spcPts val="500"/>
              </a:spcBef>
              <a:spcAft>
                <a:spcPts val="0"/>
              </a:spcAft>
              <a:buClr>
                <a:schemeClr val="dk1"/>
              </a:buClr>
              <a:buSzPts val="1900"/>
              <a:buChar char="•"/>
              <a:defRPr/>
            </a:lvl7pPr>
            <a:lvl8pPr marL="3657600" lvl="7" indent="-349250" algn="l" rtl="0">
              <a:lnSpc>
                <a:spcPct val="90000"/>
              </a:lnSpc>
              <a:spcBef>
                <a:spcPts val="500"/>
              </a:spcBef>
              <a:spcAft>
                <a:spcPts val="0"/>
              </a:spcAft>
              <a:buClr>
                <a:schemeClr val="dk1"/>
              </a:buClr>
              <a:buSzPts val="1900"/>
              <a:buChar char="•"/>
              <a:defRPr/>
            </a:lvl8pPr>
            <a:lvl9pPr marL="4114800" lvl="8" indent="-349250" algn="l" rtl="0">
              <a:lnSpc>
                <a:spcPct val="90000"/>
              </a:lnSpc>
              <a:spcBef>
                <a:spcPts val="500"/>
              </a:spcBef>
              <a:spcAft>
                <a:spcPts val="0"/>
              </a:spcAft>
              <a:buClr>
                <a:schemeClr val="dk1"/>
              </a:buClr>
              <a:buSzPts val="1900"/>
              <a:buChar char="•"/>
              <a:defRPr/>
            </a:lvl9pPr>
          </a:lstStyle>
          <a:p>
            <a:endParaRPr/>
          </a:p>
        </p:txBody>
      </p:sp>
      <p:sp>
        <p:nvSpPr>
          <p:cNvPr id="511" name="Google Shape;511;p28"/>
          <p:cNvSpPr txBox="1">
            <a:spLocks noGrp="1"/>
          </p:cNvSpPr>
          <p:nvPr>
            <p:ph type="body" idx="3"/>
          </p:nvPr>
        </p:nvSpPr>
        <p:spPr>
          <a:xfrm>
            <a:off x="6306738" y="1470026"/>
            <a:ext cx="5383500" cy="4914900"/>
          </a:xfrm>
          <a:prstGeom prst="rect">
            <a:avLst/>
          </a:prstGeom>
          <a:noFill/>
          <a:ln>
            <a:noFill/>
          </a:ln>
        </p:spPr>
        <p:txBody>
          <a:bodyPr spcFirstLastPara="1" wrap="square" lIns="91425" tIns="45700" rIns="91425" bIns="45700" anchor="t" anchorCtr="0">
            <a:noAutofit/>
          </a:bodyPr>
          <a:lstStyle>
            <a:lvl1pPr marL="457200" lvl="0" indent="-381000" algn="l" rtl="0">
              <a:lnSpc>
                <a:spcPct val="90000"/>
              </a:lnSpc>
              <a:spcBef>
                <a:spcPts val="1100"/>
              </a:spcBef>
              <a:spcAft>
                <a:spcPts val="0"/>
              </a:spcAft>
              <a:buClr>
                <a:schemeClr val="accent2"/>
              </a:buClr>
              <a:buSzPts val="2400"/>
              <a:buFont typeface="Arial"/>
              <a:buChar char="•"/>
              <a:defRPr sz="2400" b="0" i="0">
                <a:solidFill>
                  <a:srgbClr val="53585F"/>
                </a:solidFill>
                <a:latin typeface="Avenir"/>
                <a:ea typeface="Avenir"/>
                <a:cs typeface="Avenir"/>
                <a:sym typeface="Avenir"/>
              </a:defRPr>
            </a:lvl1pPr>
            <a:lvl2pPr marL="914400" lvl="1" indent="-349250" algn="l" rtl="0">
              <a:lnSpc>
                <a:spcPct val="90000"/>
              </a:lnSpc>
              <a:spcBef>
                <a:spcPts val="500"/>
              </a:spcBef>
              <a:spcAft>
                <a:spcPts val="0"/>
              </a:spcAft>
              <a:buClr>
                <a:schemeClr val="accent2"/>
              </a:buClr>
              <a:buSzPts val="1900"/>
              <a:buFont typeface="Arial"/>
              <a:buChar char="•"/>
              <a:defRPr sz="1900" b="0" i="0">
                <a:solidFill>
                  <a:srgbClr val="53585F"/>
                </a:solidFill>
                <a:latin typeface="Avenir"/>
                <a:ea typeface="Avenir"/>
                <a:cs typeface="Avenir"/>
                <a:sym typeface="Avenir"/>
              </a:defRPr>
            </a:lvl2pPr>
            <a:lvl3pPr marL="1371600" lvl="2" indent="-330200" algn="l" rtl="0">
              <a:lnSpc>
                <a:spcPct val="90000"/>
              </a:lnSpc>
              <a:spcBef>
                <a:spcPts val="500"/>
              </a:spcBef>
              <a:spcAft>
                <a:spcPts val="0"/>
              </a:spcAft>
              <a:buClr>
                <a:schemeClr val="accent2"/>
              </a:buClr>
              <a:buSzPts val="1600"/>
              <a:buFont typeface="Arial"/>
              <a:buChar char="•"/>
              <a:defRPr sz="1600" b="0" i="0">
                <a:solidFill>
                  <a:srgbClr val="53585F"/>
                </a:solidFill>
                <a:latin typeface="Avenir"/>
                <a:ea typeface="Avenir"/>
                <a:cs typeface="Avenir"/>
                <a:sym typeface="Avenir"/>
              </a:defRPr>
            </a:lvl3pPr>
            <a:lvl4pPr marL="1828800" lvl="3" indent="-323850" algn="l" rtl="0">
              <a:lnSpc>
                <a:spcPct val="90000"/>
              </a:lnSpc>
              <a:spcBef>
                <a:spcPts val="500"/>
              </a:spcBef>
              <a:spcAft>
                <a:spcPts val="0"/>
              </a:spcAft>
              <a:buClr>
                <a:schemeClr val="accent2"/>
              </a:buClr>
              <a:buSzPts val="1500"/>
              <a:buFont typeface="Arial"/>
              <a:buChar char="•"/>
              <a:defRPr sz="1500" b="0" i="0">
                <a:solidFill>
                  <a:srgbClr val="53585F"/>
                </a:solidFill>
                <a:latin typeface="Avenir"/>
                <a:ea typeface="Avenir"/>
                <a:cs typeface="Avenir"/>
                <a:sym typeface="Avenir"/>
              </a:defRPr>
            </a:lvl4pPr>
            <a:lvl5pPr marL="2286000" lvl="4" indent="-304800" algn="l" rtl="0">
              <a:lnSpc>
                <a:spcPct val="90000"/>
              </a:lnSpc>
              <a:spcBef>
                <a:spcPts val="500"/>
              </a:spcBef>
              <a:spcAft>
                <a:spcPts val="0"/>
              </a:spcAft>
              <a:buClr>
                <a:schemeClr val="accent2"/>
              </a:buClr>
              <a:buSzPts val="1200"/>
              <a:buFont typeface="Arial"/>
              <a:buChar char="•"/>
              <a:defRPr sz="1200" b="0" i="0">
                <a:solidFill>
                  <a:srgbClr val="53585F"/>
                </a:solidFill>
                <a:latin typeface="Avenir"/>
                <a:ea typeface="Avenir"/>
                <a:cs typeface="Avenir"/>
                <a:sym typeface="Avenir"/>
              </a:defRPr>
            </a:lvl5pPr>
            <a:lvl6pPr marL="2743200" lvl="5" indent="-228600" algn="l" rtl="0">
              <a:lnSpc>
                <a:spcPct val="90000"/>
              </a:lnSpc>
              <a:spcBef>
                <a:spcPts val="500"/>
              </a:spcBef>
              <a:spcAft>
                <a:spcPts val="0"/>
              </a:spcAft>
              <a:buClr>
                <a:schemeClr val="dk1"/>
              </a:buClr>
              <a:buSzPts val="1100"/>
              <a:buNone/>
              <a:defRPr sz="1100"/>
            </a:lvl6pPr>
            <a:lvl7pPr marL="3200400" lvl="6" indent="-349250" algn="l" rtl="0">
              <a:lnSpc>
                <a:spcPct val="90000"/>
              </a:lnSpc>
              <a:spcBef>
                <a:spcPts val="500"/>
              </a:spcBef>
              <a:spcAft>
                <a:spcPts val="0"/>
              </a:spcAft>
              <a:buClr>
                <a:schemeClr val="dk1"/>
              </a:buClr>
              <a:buSzPts val="1900"/>
              <a:buChar char="•"/>
              <a:defRPr/>
            </a:lvl7pPr>
            <a:lvl8pPr marL="3657600" lvl="7" indent="-349250" algn="l" rtl="0">
              <a:lnSpc>
                <a:spcPct val="90000"/>
              </a:lnSpc>
              <a:spcBef>
                <a:spcPts val="500"/>
              </a:spcBef>
              <a:spcAft>
                <a:spcPts val="0"/>
              </a:spcAft>
              <a:buClr>
                <a:schemeClr val="dk1"/>
              </a:buClr>
              <a:buSzPts val="1900"/>
              <a:buChar char="•"/>
              <a:defRPr/>
            </a:lvl8pPr>
            <a:lvl9pPr marL="4114800" lvl="8" indent="-349250" algn="l" rtl="0">
              <a:lnSpc>
                <a:spcPct val="90000"/>
              </a:lnSpc>
              <a:spcBef>
                <a:spcPts val="500"/>
              </a:spcBef>
              <a:spcAft>
                <a:spcPts val="0"/>
              </a:spcAft>
              <a:buClr>
                <a:schemeClr val="dk1"/>
              </a:buClr>
              <a:buSzPts val="1900"/>
              <a:buChar char="•"/>
              <a:defRPr/>
            </a:lvl9pPr>
          </a:lstStyle>
          <a:p>
            <a:endParaRPr/>
          </a:p>
        </p:txBody>
      </p:sp>
      <p:sp>
        <p:nvSpPr>
          <p:cNvPr id="512" name="Google Shape;512;p28"/>
          <p:cNvSpPr txBox="1">
            <a:spLocks noGrp="1"/>
          </p:cNvSpPr>
          <p:nvPr>
            <p:ph type="sldNum" idx="12"/>
          </p:nvPr>
        </p:nvSpPr>
        <p:spPr>
          <a:xfrm>
            <a:off x="11514091" y="6535266"/>
            <a:ext cx="457200" cy="215700"/>
          </a:xfrm>
          <a:prstGeom prst="rect">
            <a:avLst/>
          </a:prstGeom>
          <a:noFill/>
          <a:ln>
            <a:noFill/>
          </a:ln>
        </p:spPr>
        <p:txBody>
          <a:bodyPr spcFirstLastPara="1" wrap="square" lIns="91425" tIns="45700" rIns="91425" bIns="45700" anchor="b" anchorCtr="0">
            <a:noAutofit/>
          </a:bodyPr>
          <a:lstStyle>
            <a:lvl1pPr marL="0" marR="0" lvl="0" indent="0" algn="r" rtl="0">
              <a:spcBef>
                <a:spcPts val="0"/>
              </a:spcBef>
              <a:buNone/>
              <a:defRPr sz="800" b="0" i="0" u="none" strike="noStrike" cap="none">
                <a:solidFill>
                  <a:srgbClr val="7F7F7F"/>
                </a:solidFill>
                <a:latin typeface="Avenir"/>
                <a:ea typeface="Avenir"/>
                <a:cs typeface="Avenir"/>
                <a:sym typeface="Avenir"/>
              </a:defRPr>
            </a:lvl1pPr>
            <a:lvl2pPr marL="0" marR="0" lvl="1" indent="0" algn="r" rtl="0">
              <a:spcBef>
                <a:spcPts val="0"/>
              </a:spcBef>
              <a:buNone/>
              <a:defRPr sz="800" b="0" i="0" u="none" strike="noStrike" cap="none">
                <a:solidFill>
                  <a:srgbClr val="7F7F7F"/>
                </a:solidFill>
                <a:latin typeface="Avenir"/>
                <a:ea typeface="Avenir"/>
                <a:cs typeface="Avenir"/>
                <a:sym typeface="Avenir"/>
              </a:defRPr>
            </a:lvl2pPr>
            <a:lvl3pPr marL="0" marR="0" lvl="2" indent="0" algn="r" rtl="0">
              <a:spcBef>
                <a:spcPts val="0"/>
              </a:spcBef>
              <a:buNone/>
              <a:defRPr sz="800" b="0" i="0" u="none" strike="noStrike" cap="none">
                <a:solidFill>
                  <a:srgbClr val="7F7F7F"/>
                </a:solidFill>
                <a:latin typeface="Avenir"/>
                <a:ea typeface="Avenir"/>
                <a:cs typeface="Avenir"/>
                <a:sym typeface="Avenir"/>
              </a:defRPr>
            </a:lvl3pPr>
            <a:lvl4pPr marL="0" marR="0" lvl="3" indent="0" algn="r" rtl="0">
              <a:spcBef>
                <a:spcPts val="0"/>
              </a:spcBef>
              <a:buNone/>
              <a:defRPr sz="800" b="0" i="0" u="none" strike="noStrike" cap="none">
                <a:solidFill>
                  <a:srgbClr val="7F7F7F"/>
                </a:solidFill>
                <a:latin typeface="Avenir"/>
                <a:ea typeface="Avenir"/>
                <a:cs typeface="Avenir"/>
                <a:sym typeface="Avenir"/>
              </a:defRPr>
            </a:lvl4pPr>
            <a:lvl5pPr marL="0" marR="0" lvl="4" indent="0" algn="r" rtl="0">
              <a:spcBef>
                <a:spcPts val="0"/>
              </a:spcBef>
              <a:buNone/>
              <a:defRPr sz="800" b="0" i="0" u="none" strike="noStrike" cap="none">
                <a:solidFill>
                  <a:srgbClr val="7F7F7F"/>
                </a:solidFill>
                <a:latin typeface="Avenir"/>
                <a:ea typeface="Avenir"/>
                <a:cs typeface="Avenir"/>
                <a:sym typeface="Avenir"/>
              </a:defRPr>
            </a:lvl5pPr>
            <a:lvl6pPr marL="0" marR="0" lvl="5" indent="0" algn="r" rtl="0">
              <a:spcBef>
                <a:spcPts val="0"/>
              </a:spcBef>
              <a:buNone/>
              <a:defRPr sz="800" b="0" i="0" u="none" strike="noStrike" cap="none">
                <a:solidFill>
                  <a:srgbClr val="7F7F7F"/>
                </a:solidFill>
                <a:latin typeface="Avenir"/>
                <a:ea typeface="Avenir"/>
                <a:cs typeface="Avenir"/>
                <a:sym typeface="Avenir"/>
              </a:defRPr>
            </a:lvl6pPr>
            <a:lvl7pPr marL="0" marR="0" lvl="6" indent="0" algn="r" rtl="0">
              <a:spcBef>
                <a:spcPts val="0"/>
              </a:spcBef>
              <a:buNone/>
              <a:defRPr sz="800" b="0" i="0" u="none" strike="noStrike" cap="none">
                <a:solidFill>
                  <a:srgbClr val="7F7F7F"/>
                </a:solidFill>
                <a:latin typeface="Avenir"/>
                <a:ea typeface="Avenir"/>
                <a:cs typeface="Avenir"/>
                <a:sym typeface="Avenir"/>
              </a:defRPr>
            </a:lvl7pPr>
            <a:lvl8pPr marL="0" marR="0" lvl="7" indent="0" algn="r" rtl="0">
              <a:spcBef>
                <a:spcPts val="0"/>
              </a:spcBef>
              <a:buNone/>
              <a:defRPr sz="800" b="0" i="0" u="none" strike="noStrike" cap="none">
                <a:solidFill>
                  <a:srgbClr val="7F7F7F"/>
                </a:solidFill>
                <a:latin typeface="Avenir"/>
                <a:ea typeface="Avenir"/>
                <a:cs typeface="Avenir"/>
                <a:sym typeface="Avenir"/>
              </a:defRPr>
            </a:lvl8pPr>
            <a:lvl9pPr marL="0" marR="0" lvl="8" indent="0" algn="r" rtl="0">
              <a:spcBef>
                <a:spcPts val="0"/>
              </a:spcBef>
              <a:buNone/>
              <a:defRPr sz="800" b="0" i="0" u="none" strike="noStrike" cap="none">
                <a:solidFill>
                  <a:srgbClr val="7F7F7F"/>
                </a:solidFill>
                <a:latin typeface="Avenir"/>
                <a:ea typeface="Avenir"/>
                <a:cs typeface="Avenir"/>
                <a:sym typeface="Avenir"/>
              </a:defRPr>
            </a:lvl9pPr>
          </a:lstStyle>
          <a:p>
            <a:pPr marL="0" lvl="0" indent="0" algn="r" rtl="0">
              <a:spcBef>
                <a:spcPts val="0"/>
              </a:spcBef>
              <a:spcAft>
                <a:spcPts val="0"/>
              </a:spcAft>
              <a:buNone/>
            </a:pPr>
            <a:fld id="{00000000-1234-1234-1234-123412341234}" type="slidenum">
              <a:rPr lang="en-US"/>
              <a:t>‹#›</a:t>
            </a:fld>
            <a:endParaRPr/>
          </a:p>
        </p:txBody>
      </p:sp>
      <p:grpSp>
        <p:nvGrpSpPr>
          <p:cNvPr id="513" name="Google Shape;513;p28"/>
          <p:cNvGrpSpPr/>
          <p:nvPr/>
        </p:nvGrpSpPr>
        <p:grpSpPr>
          <a:xfrm>
            <a:off x="280498" y="6535266"/>
            <a:ext cx="2859949" cy="215400"/>
            <a:chOff x="440518" y="6535266"/>
            <a:chExt cx="2859949" cy="215400"/>
          </a:xfrm>
        </p:grpSpPr>
        <p:sp>
          <p:nvSpPr>
            <p:cNvPr id="514" name="Google Shape;514;p28"/>
            <p:cNvSpPr/>
            <p:nvPr/>
          </p:nvSpPr>
          <p:spPr>
            <a:xfrm>
              <a:off x="614567" y="6535266"/>
              <a:ext cx="2685900" cy="2154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800" b="0" i="0" u="none" strike="noStrike" cap="none">
                  <a:solidFill>
                    <a:srgbClr val="666666"/>
                  </a:solidFill>
                  <a:latin typeface="Avenir"/>
                  <a:ea typeface="Avenir"/>
                  <a:cs typeface="Avenir"/>
                  <a:sym typeface="Avenir"/>
                </a:rPr>
                <a:t>© 2018 Snowflake Computing Inc. All Rights Reserved.</a:t>
              </a:r>
              <a:endParaRPr sz="1500"/>
            </a:p>
          </p:txBody>
        </p:sp>
        <p:grpSp>
          <p:nvGrpSpPr>
            <p:cNvPr id="515" name="Google Shape;515;p28"/>
            <p:cNvGrpSpPr/>
            <p:nvPr/>
          </p:nvGrpSpPr>
          <p:grpSpPr>
            <a:xfrm>
              <a:off x="440518" y="6541477"/>
              <a:ext cx="180165" cy="177825"/>
              <a:chOff x="2940050" y="1514475"/>
              <a:chExt cx="4643437" cy="4583110"/>
            </a:xfrm>
          </p:grpSpPr>
          <p:sp>
            <p:nvSpPr>
              <p:cNvPr id="516" name="Google Shape;516;p28"/>
              <p:cNvSpPr/>
              <p:nvPr/>
            </p:nvSpPr>
            <p:spPr>
              <a:xfrm>
                <a:off x="5507038" y="1514475"/>
                <a:ext cx="1576386" cy="1741489"/>
              </a:xfrm>
              <a:custGeom>
                <a:avLst/>
                <a:gdLst/>
                <a:ahLst/>
                <a:cxnLst/>
                <a:rect l="l" t="t" r="r" b="b"/>
                <a:pathLst>
                  <a:path w="4378" h="4837" extrusionOk="0">
                    <a:moveTo>
                      <a:pt x="105" y="4304"/>
                    </a:moveTo>
                    <a:cubicBezTo>
                      <a:pt x="105" y="4304"/>
                      <a:pt x="105" y="4304"/>
                      <a:pt x="138" y="4371"/>
                    </a:cubicBezTo>
                    <a:cubicBezTo>
                      <a:pt x="370" y="4703"/>
                      <a:pt x="833" y="4836"/>
                      <a:pt x="1198" y="4636"/>
                    </a:cubicBezTo>
                    <a:cubicBezTo>
                      <a:pt x="1198" y="4636"/>
                      <a:pt x="1198" y="4636"/>
                      <a:pt x="3880" y="3077"/>
                    </a:cubicBezTo>
                    <a:cubicBezTo>
                      <a:pt x="4278" y="2845"/>
                      <a:pt x="4377" y="2380"/>
                      <a:pt x="4177" y="2014"/>
                    </a:cubicBezTo>
                    <a:cubicBezTo>
                      <a:pt x="4177" y="2014"/>
                      <a:pt x="4177" y="2014"/>
                      <a:pt x="4143" y="1981"/>
                    </a:cubicBezTo>
                    <a:cubicBezTo>
                      <a:pt x="3945" y="1583"/>
                      <a:pt x="3448" y="1482"/>
                      <a:pt x="3084" y="1716"/>
                    </a:cubicBezTo>
                    <a:cubicBezTo>
                      <a:pt x="3084" y="1716"/>
                      <a:pt x="3084" y="1716"/>
                      <a:pt x="1587" y="2568"/>
                    </a:cubicBezTo>
                    <a:cubicBezTo>
                      <a:pt x="1587" y="2128"/>
                      <a:pt x="1587" y="1545"/>
                      <a:pt x="1587" y="767"/>
                    </a:cubicBezTo>
                    <a:cubicBezTo>
                      <a:pt x="1587" y="367"/>
                      <a:pt x="1223" y="0"/>
                      <a:pt x="826" y="0"/>
                    </a:cubicBezTo>
                    <a:cubicBezTo>
                      <a:pt x="826" y="0"/>
                      <a:pt x="826" y="0"/>
                      <a:pt x="761" y="0"/>
                    </a:cubicBezTo>
                    <a:cubicBezTo>
                      <a:pt x="364" y="0"/>
                      <a:pt x="0" y="367"/>
                      <a:pt x="0" y="767"/>
                    </a:cubicBezTo>
                    <a:cubicBezTo>
                      <a:pt x="0" y="767"/>
                      <a:pt x="0" y="767"/>
                      <a:pt x="0" y="3900"/>
                    </a:cubicBezTo>
                    <a:cubicBezTo>
                      <a:pt x="0" y="3991"/>
                      <a:pt x="16" y="4079"/>
                      <a:pt x="45" y="4161"/>
                    </a:cubicBezTo>
                    <a:cubicBezTo>
                      <a:pt x="59" y="4209"/>
                      <a:pt x="80" y="4257"/>
                      <a:pt x="105" y="4304"/>
                    </a:cubicBezTo>
                  </a:path>
                </a:pathLst>
              </a:custGeom>
              <a:solidFill>
                <a:schemeClr val="accent6">
                  <a:alpha val="49800"/>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a:solidFill>
                    <a:srgbClr val="000000"/>
                  </a:solidFill>
                  <a:latin typeface="Avenir"/>
                  <a:ea typeface="Avenir"/>
                  <a:cs typeface="Avenir"/>
                  <a:sym typeface="Avenir"/>
                </a:endParaRPr>
              </a:p>
            </p:txBody>
          </p:sp>
          <p:sp>
            <p:nvSpPr>
              <p:cNvPr id="517" name="Google Shape;517;p28"/>
              <p:cNvSpPr/>
              <p:nvPr/>
            </p:nvSpPr>
            <p:spPr>
              <a:xfrm>
                <a:off x="5970588" y="2924175"/>
                <a:ext cx="1612899" cy="1784347"/>
              </a:xfrm>
              <a:custGeom>
                <a:avLst/>
                <a:gdLst/>
                <a:ahLst/>
                <a:cxnLst/>
                <a:rect l="l" t="t" r="r" b="b"/>
                <a:pathLst>
                  <a:path w="4479" h="4958" extrusionOk="0">
                    <a:moveTo>
                      <a:pt x="3938" y="3357"/>
                    </a:moveTo>
                    <a:cubicBezTo>
                      <a:pt x="3938" y="3357"/>
                      <a:pt x="3938" y="3357"/>
                      <a:pt x="2455" y="2478"/>
                    </a:cubicBezTo>
                    <a:cubicBezTo>
                      <a:pt x="2829" y="2262"/>
                      <a:pt x="3325" y="1974"/>
                      <a:pt x="3981" y="1592"/>
                    </a:cubicBezTo>
                    <a:cubicBezTo>
                      <a:pt x="4345" y="1392"/>
                      <a:pt x="4478" y="929"/>
                      <a:pt x="4246" y="531"/>
                    </a:cubicBezTo>
                    <a:cubicBezTo>
                      <a:pt x="4246" y="531"/>
                      <a:pt x="4246" y="531"/>
                      <a:pt x="4246" y="497"/>
                    </a:cubicBezTo>
                    <a:cubicBezTo>
                      <a:pt x="4048" y="133"/>
                      <a:pt x="3551" y="0"/>
                      <a:pt x="3153" y="232"/>
                    </a:cubicBezTo>
                    <a:cubicBezTo>
                      <a:pt x="3153" y="232"/>
                      <a:pt x="3153" y="232"/>
                      <a:pt x="504" y="1758"/>
                    </a:cubicBezTo>
                    <a:cubicBezTo>
                      <a:pt x="303" y="1876"/>
                      <a:pt x="179" y="2061"/>
                      <a:pt x="130" y="2258"/>
                    </a:cubicBezTo>
                    <a:cubicBezTo>
                      <a:pt x="0" y="2596"/>
                      <a:pt x="142" y="2984"/>
                      <a:pt x="462" y="3190"/>
                    </a:cubicBezTo>
                    <a:cubicBezTo>
                      <a:pt x="462" y="3190"/>
                      <a:pt x="462" y="3190"/>
                      <a:pt x="3144" y="4724"/>
                    </a:cubicBezTo>
                    <a:cubicBezTo>
                      <a:pt x="3508" y="4957"/>
                      <a:pt x="4005" y="4858"/>
                      <a:pt x="4237" y="4458"/>
                    </a:cubicBezTo>
                    <a:cubicBezTo>
                      <a:pt x="4237" y="4458"/>
                      <a:pt x="4237" y="4458"/>
                      <a:pt x="4237" y="4424"/>
                    </a:cubicBezTo>
                    <a:cubicBezTo>
                      <a:pt x="4435" y="4058"/>
                      <a:pt x="4336" y="3590"/>
                      <a:pt x="3938" y="3357"/>
                    </a:cubicBezTo>
                  </a:path>
                </a:pathLst>
              </a:custGeom>
              <a:solidFill>
                <a:schemeClr val="accent6">
                  <a:alpha val="49800"/>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a:solidFill>
                    <a:srgbClr val="000000"/>
                  </a:solidFill>
                  <a:latin typeface="Avenir"/>
                  <a:ea typeface="Avenir"/>
                  <a:cs typeface="Avenir"/>
                  <a:sym typeface="Avenir"/>
                </a:endParaRPr>
              </a:p>
            </p:txBody>
          </p:sp>
          <p:sp>
            <p:nvSpPr>
              <p:cNvPr id="518" name="Google Shape;518;p28"/>
              <p:cNvSpPr/>
              <p:nvPr/>
            </p:nvSpPr>
            <p:spPr>
              <a:xfrm>
                <a:off x="5499100" y="4398963"/>
                <a:ext cx="1590674" cy="1698622"/>
              </a:xfrm>
              <a:custGeom>
                <a:avLst/>
                <a:gdLst/>
                <a:ahLst/>
                <a:cxnLst/>
                <a:rect l="l" t="t" r="r" b="b"/>
                <a:pathLst>
                  <a:path w="4419" h="4720" extrusionOk="0">
                    <a:moveTo>
                      <a:pt x="3923" y="1687"/>
                    </a:moveTo>
                    <a:cubicBezTo>
                      <a:pt x="3923" y="1687"/>
                      <a:pt x="3923" y="1687"/>
                      <a:pt x="1214" y="124"/>
                    </a:cubicBezTo>
                    <a:cubicBezTo>
                      <a:pt x="1009" y="0"/>
                      <a:pt x="738" y="4"/>
                      <a:pt x="508" y="115"/>
                    </a:cubicBezTo>
                    <a:cubicBezTo>
                      <a:pt x="215" y="231"/>
                      <a:pt x="0" y="519"/>
                      <a:pt x="0" y="826"/>
                    </a:cubicBezTo>
                    <a:cubicBezTo>
                      <a:pt x="0" y="826"/>
                      <a:pt x="0" y="826"/>
                      <a:pt x="0" y="3954"/>
                    </a:cubicBezTo>
                    <a:cubicBezTo>
                      <a:pt x="0" y="4387"/>
                      <a:pt x="362" y="4719"/>
                      <a:pt x="787" y="4719"/>
                    </a:cubicBezTo>
                    <a:cubicBezTo>
                      <a:pt x="787" y="4719"/>
                      <a:pt x="787" y="4719"/>
                      <a:pt x="821" y="4719"/>
                    </a:cubicBezTo>
                    <a:cubicBezTo>
                      <a:pt x="1248" y="4719"/>
                      <a:pt x="1608" y="4387"/>
                      <a:pt x="1608" y="3954"/>
                    </a:cubicBezTo>
                    <a:cubicBezTo>
                      <a:pt x="1608" y="3954"/>
                      <a:pt x="1608" y="3954"/>
                      <a:pt x="1608" y="2216"/>
                    </a:cubicBezTo>
                    <a:cubicBezTo>
                      <a:pt x="1977" y="2432"/>
                      <a:pt x="2461" y="2715"/>
                      <a:pt x="3096" y="3087"/>
                    </a:cubicBezTo>
                    <a:cubicBezTo>
                      <a:pt x="3493" y="3320"/>
                      <a:pt x="3988" y="3186"/>
                      <a:pt x="4153" y="2788"/>
                    </a:cubicBezTo>
                    <a:cubicBezTo>
                      <a:pt x="4153" y="2788"/>
                      <a:pt x="4153" y="2788"/>
                      <a:pt x="4186" y="2788"/>
                    </a:cubicBezTo>
                    <a:cubicBezTo>
                      <a:pt x="4418" y="2387"/>
                      <a:pt x="4285" y="1921"/>
                      <a:pt x="3923" y="1687"/>
                    </a:cubicBezTo>
                  </a:path>
                </a:pathLst>
              </a:custGeom>
              <a:solidFill>
                <a:schemeClr val="accent6">
                  <a:alpha val="49800"/>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a:solidFill>
                    <a:srgbClr val="000000"/>
                  </a:solidFill>
                  <a:latin typeface="Avenir"/>
                  <a:ea typeface="Avenir"/>
                  <a:cs typeface="Avenir"/>
                  <a:sym typeface="Avenir"/>
                </a:endParaRPr>
              </a:p>
            </p:txBody>
          </p:sp>
          <p:sp>
            <p:nvSpPr>
              <p:cNvPr id="519" name="Google Shape;519;p28"/>
              <p:cNvSpPr/>
              <p:nvPr/>
            </p:nvSpPr>
            <p:spPr>
              <a:xfrm>
                <a:off x="3435350" y="4359275"/>
                <a:ext cx="1571629" cy="1736721"/>
              </a:xfrm>
              <a:custGeom>
                <a:avLst/>
                <a:gdLst/>
                <a:ahLst/>
                <a:cxnLst/>
                <a:rect l="l" t="t" r="r" b="b"/>
                <a:pathLst>
                  <a:path w="4367" h="4826" extrusionOk="0">
                    <a:moveTo>
                      <a:pt x="4262" y="533"/>
                    </a:moveTo>
                    <a:cubicBezTo>
                      <a:pt x="4262" y="533"/>
                      <a:pt x="4262" y="533"/>
                      <a:pt x="4229" y="500"/>
                    </a:cubicBezTo>
                    <a:cubicBezTo>
                      <a:pt x="3997" y="134"/>
                      <a:pt x="3535" y="0"/>
                      <a:pt x="3172" y="233"/>
                    </a:cubicBezTo>
                    <a:cubicBezTo>
                      <a:pt x="3172" y="233"/>
                      <a:pt x="3172" y="233"/>
                      <a:pt x="496" y="1798"/>
                    </a:cubicBezTo>
                    <a:cubicBezTo>
                      <a:pt x="100" y="1998"/>
                      <a:pt x="0" y="2464"/>
                      <a:pt x="199" y="2864"/>
                    </a:cubicBezTo>
                    <a:cubicBezTo>
                      <a:pt x="199" y="2864"/>
                      <a:pt x="199" y="2864"/>
                      <a:pt x="232" y="2897"/>
                    </a:cubicBezTo>
                    <a:cubicBezTo>
                      <a:pt x="430" y="3263"/>
                      <a:pt x="926" y="3364"/>
                      <a:pt x="1289" y="3197"/>
                    </a:cubicBezTo>
                    <a:cubicBezTo>
                      <a:pt x="1289" y="3197"/>
                      <a:pt x="1289" y="3197"/>
                      <a:pt x="2778" y="2326"/>
                    </a:cubicBezTo>
                    <a:cubicBezTo>
                      <a:pt x="2778" y="2757"/>
                      <a:pt x="2778" y="3321"/>
                      <a:pt x="2778" y="4060"/>
                    </a:cubicBezTo>
                    <a:cubicBezTo>
                      <a:pt x="2778" y="4493"/>
                      <a:pt x="3143" y="4825"/>
                      <a:pt x="3539" y="4825"/>
                    </a:cubicBezTo>
                    <a:cubicBezTo>
                      <a:pt x="3539" y="4825"/>
                      <a:pt x="3539" y="4825"/>
                      <a:pt x="3605" y="4825"/>
                    </a:cubicBezTo>
                    <a:cubicBezTo>
                      <a:pt x="4001" y="4825"/>
                      <a:pt x="4366" y="4493"/>
                      <a:pt x="4366" y="4060"/>
                    </a:cubicBezTo>
                    <a:cubicBezTo>
                      <a:pt x="4366" y="4060"/>
                      <a:pt x="4366" y="4060"/>
                      <a:pt x="4366" y="933"/>
                    </a:cubicBezTo>
                    <a:cubicBezTo>
                      <a:pt x="4366" y="863"/>
                      <a:pt x="4354" y="794"/>
                      <a:pt x="4334" y="729"/>
                    </a:cubicBezTo>
                    <a:cubicBezTo>
                      <a:pt x="4319" y="662"/>
                      <a:pt x="4296" y="596"/>
                      <a:pt x="4262" y="533"/>
                    </a:cubicBezTo>
                  </a:path>
                </a:pathLst>
              </a:custGeom>
              <a:solidFill>
                <a:schemeClr val="accent6">
                  <a:alpha val="49800"/>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a:solidFill>
                    <a:srgbClr val="000000"/>
                  </a:solidFill>
                  <a:latin typeface="Avenir"/>
                  <a:ea typeface="Avenir"/>
                  <a:cs typeface="Avenir"/>
                  <a:sym typeface="Avenir"/>
                </a:endParaRPr>
              </a:p>
            </p:txBody>
          </p:sp>
          <p:sp>
            <p:nvSpPr>
              <p:cNvPr id="520" name="Google Shape;520;p28"/>
              <p:cNvSpPr/>
              <p:nvPr/>
            </p:nvSpPr>
            <p:spPr>
              <a:xfrm>
                <a:off x="2940050" y="2924175"/>
                <a:ext cx="1606554" cy="1771655"/>
              </a:xfrm>
              <a:custGeom>
                <a:avLst/>
                <a:gdLst/>
                <a:ahLst/>
                <a:cxnLst/>
                <a:rect l="l" t="t" r="r" b="b"/>
                <a:pathLst>
                  <a:path w="4462" h="4920" extrusionOk="0">
                    <a:moveTo>
                      <a:pt x="4321" y="2702"/>
                    </a:moveTo>
                    <a:cubicBezTo>
                      <a:pt x="4461" y="2355"/>
                      <a:pt x="4321" y="1935"/>
                      <a:pt x="3996" y="1727"/>
                    </a:cubicBezTo>
                    <a:cubicBezTo>
                      <a:pt x="3996" y="1727"/>
                      <a:pt x="3996" y="1727"/>
                      <a:pt x="1320" y="199"/>
                    </a:cubicBezTo>
                    <a:cubicBezTo>
                      <a:pt x="957" y="0"/>
                      <a:pt x="462" y="100"/>
                      <a:pt x="263" y="465"/>
                    </a:cubicBezTo>
                    <a:cubicBezTo>
                      <a:pt x="263" y="465"/>
                      <a:pt x="263" y="465"/>
                      <a:pt x="263" y="498"/>
                    </a:cubicBezTo>
                    <a:cubicBezTo>
                      <a:pt x="32" y="896"/>
                      <a:pt x="131" y="1395"/>
                      <a:pt x="527" y="1561"/>
                    </a:cubicBezTo>
                    <a:cubicBezTo>
                      <a:pt x="527" y="1561"/>
                      <a:pt x="527" y="1561"/>
                      <a:pt x="2026" y="2434"/>
                    </a:cubicBezTo>
                    <a:cubicBezTo>
                      <a:pt x="1650" y="2653"/>
                      <a:pt x="1151" y="2940"/>
                      <a:pt x="494" y="3320"/>
                    </a:cubicBezTo>
                    <a:cubicBezTo>
                      <a:pt x="131" y="3554"/>
                      <a:pt x="0" y="4020"/>
                      <a:pt x="230" y="4386"/>
                    </a:cubicBezTo>
                    <a:cubicBezTo>
                      <a:pt x="230" y="4386"/>
                      <a:pt x="230" y="4386"/>
                      <a:pt x="263" y="4419"/>
                    </a:cubicBezTo>
                    <a:cubicBezTo>
                      <a:pt x="428" y="4819"/>
                      <a:pt x="922" y="4919"/>
                      <a:pt x="1319" y="4686"/>
                    </a:cubicBezTo>
                    <a:cubicBezTo>
                      <a:pt x="1319" y="4686"/>
                      <a:pt x="1319" y="4686"/>
                      <a:pt x="3955" y="3154"/>
                    </a:cubicBezTo>
                    <a:cubicBezTo>
                      <a:pt x="4146" y="3057"/>
                      <a:pt x="4269" y="2890"/>
                      <a:pt x="4321" y="2702"/>
                    </a:cubicBezTo>
                  </a:path>
                </a:pathLst>
              </a:custGeom>
              <a:solidFill>
                <a:schemeClr val="accent6">
                  <a:alpha val="49800"/>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a:solidFill>
                    <a:srgbClr val="000000"/>
                  </a:solidFill>
                  <a:latin typeface="Avenir"/>
                  <a:ea typeface="Avenir"/>
                  <a:cs typeface="Avenir"/>
                  <a:sym typeface="Avenir"/>
                </a:endParaRPr>
              </a:p>
            </p:txBody>
          </p:sp>
          <p:sp>
            <p:nvSpPr>
              <p:cNvPr id="521" name="Google Shape;521;p28"/>
              <p:cNvSpPr/>
              <p:nvPr/>
            </p:nvSpPr>
            <p:spPr>
              <a:xfrm>
                <a:off x="3424238" y="1514475"/>
                <a:ext cx="1598617" cy="1708145"/>
              </a:xfrm>
              <a:custGeom>
                <a:avLst/>
                <a:gdLst/>
                <a:ahLst/>
                <a:cxnLst/>
                <a:rect l="l" t="t" r="r" b="b"/>
                <a:pathLst>
                  <a:path w="4439" h="4746" extrusionOk="0">
                    <a:moveTo>
                      <a:pt x="497" y="3034"/>
                    </a:moveTo>
                    <a:cubicBezTo>
                      <a:pt x="497" y="3034"/>
                      <a:pt x="497" y="3034"/>
                      <a:pt x="3212" y="4602"/>
                    </a:cubicBezTo>
                    <a:cubicBezTo>
                      <a:pt x="3384" y="4723"/>
                      <a:pt x="3601" y="4745"/>
                      <a:pt x="3803" y="4682"/>
                    </a:cubicBezTo>
                    <a:cubicBezTo>
                      <a:pt x="4161" y="4605"/>
                      <a:pt x="4438" y="4277"/>
                      <a:pt x="4438" y="3900"/>
                    </a:cubicBezTo>
                    <a:cubicBezTo>
                      <a:pt x="4438" y="3900"/>
                      <a:pt x="4438" y="3900"/>
                      <a:pt x="4438" y="766"/>
                    </a:cubicBezTo>
                    <a:cubicBezTo>
                      <a:pt x="4438" y="367"/>
                      <a:pt x="4072" y="0"/>
                      <a:pt x="3641" y="0"/>
                    </a:cubicBezTo>
                    <a:cubicBezTo>
                      <a:pt x="3641" y="0"/>
                      <a:pt x="3641" y="0"/>
                      <a:pt x="3607" y="0"/>
                    </a:cubicBezTo>
                    <a:cubicBezTo>
                      <a:pt x="3174" y="0"/>
                      <a:pt x="2810" y="367"/>
                      <a:pt x="2810" y="766"/>
                    </a:cubicBezTo>
                    <a:cubicBezTo>
                      <a:pt x="2810" y="766"/>
                      <a:pt x="2810" y="766"/>
                      <a:pt x="2810" y="2501"/>
                    </a:cubicBezTo>
                    <a:cubicBezTo>
                      <a:pt x="2441" y="2285"/>
                      <a:pt x="1957" y="2002"/>
                      <a:pt x="1325" y="1632"/>
                    </a:cubicBezTo>
                    <a:cubicBezTo>
                      <a:pt x="927" y="1399"/>
                      <a:pt x="431" y="1565"/>
                      <a:pt x="265" y="1932"/>
                    </a:cubicBezTo>
                    <a:cubicBezTo>
                      <a:pt x="265" y="1932"/>
                      <a:pt x="265" y="1932"/>
                      <a:pt x="232" y="1966"/>
                    </a:cubicBezTo>
                    <a:cubicBezTo>
                      <a:pt x="0" y="2334"/>
                      <a:pt x="132" y="2801"/>
                      <a:pt x="497" y="3034"/>
                    </a:cubicBezTo>
                  </a:path>
                </a:pathLst>
              </a:custGeom>
              <a:solidFill>
                <a:schemeClr val="accent6">
                  <a:alpha val="49800"/>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a:solidFill>
                    <a:srgbClr val="000000"/>
                  </a:solidFill>
                  <a:latin typeface="Avenir"/>
                  <a:ea typeface="Avenir"/>
                  <a:cs typeface="Avenir"/>
                  <a:sym typeface="Avenir"/>
                </a:endParaRPr>
              </a:p>
            </p:txBody>
          </p:sp>
          <p:sp>
            <p:nvSpPr>
              <p:cNvPr id="522" name="Google Shape;522;p28"/>
              <p:cNvSpPr/>
              <p:nvPr/>
            </p:nvSpPr>
            <p:spPr>
              <a:xfrm>
                <a:off x="4724400" y="3267075"/>
                <a:ext cx="1071564" cy="1093786"/>
              </a:xfrm>
              <a:custGeom>
                <a:avLst/>
                <a:gdLst/>
                <a:ahLst/>
                <a:cxnLst/>
                <a:rect l="l" t="t" r="r" b="b"/>
                <a:pathLst>
                  <a:path w="2977" h="3038" extrusionOk="0">
                    <a:moveTo>
                      <a:pt x="2745" y="1135"/>
                    </a:moveTo>
                    <a:cubicBezTo>
                      <a:pt x="1885" y="233"/>
                      <a:pt x="1885" y="233"/>
                      <a:pt x="1885" y="233"/>
                    </a:cubicBezTo>
                    <a:cubicBezTo>
                      <a:pt x="1653" y="0"/>
                      <a:pt x="1322" y="0"/>
                      <a:pt x="1090" y="233"/>
                    </a:cubicBezTo>
                    <a:cubicBezTo>
                      <a:pt x="231" y="1135"/>
                      <a:pt x="231" y="1135"/>
                      <a:pt x="231" y="1135"/>
                    </a:cubicBezTo>
                    <a:cubicBezTo>
                      <a:pt x="0" y="1368"/>
                      <a:pt x="0" y="1702"/>
                      <a:pt x="231" y="1902"/>
                    </a:cubicBezTo>
                    <a:cubicBezTo>
                      <a:pt x="1090" y="2804"/>
                      <a:pt x="1090" y="2804"/>
                      <a:pt x="1090" y="2804"/>
                    </a:cubicBezTo>
                    <a:cubicBezTo>
                      <a:pt x="1322" y="3037"/>
                      <a:pt x="1653" y="3037"/>
                      <a:pt x="1885" y="2804"/>
                    </a:cubicBezTo>
                    <a:cubicBezTo>
                      <a:pt x="2745" y="1902"/>
                      <a:pt x="2745" y="1902"/>
                      <a:pt x="2745" y="1902"/>
                    </a:cubicBezTo>
                    <a:cubicBezTo>
                      <a:pt x="2976" y="1701"/>
                      <a:pt x="2976" y="1368"/>
                      <a:pt x="2745" y="1135"/>
                    </a:cubicBezTo>
                    <a:close/>
                    <a:moveTo>
                      <a:pt x="1952" y="1602"/>
                    </a:moveTo>
                    <a:cubicBezTo>
                      <a:pt x="1587" y="2003"/>
                      <a:pt x="1587" y="2003"/>
                      <a:pt x="1587" y="2003"/>
                    </a:cubicBezTo>
                    <a:cubicBezTo>
                      <a:pt x="1522" y="2036"/>
                      <a:pt x="1455" y="2036"/>
                      <a:pt x="1389" y="2003"/>
                    </a:cubicBezTo>
                    <a:cubicBezTo>
                      <a:pt x="1025" y="1602"/>
                      <a:pt x="1025" y="1602"/>
                      <a:pt x="1025" y="1602"/>
                    </a:cubicBezTo>
                    <a:cubicBezTo>
                      <a:pt x="959" y="1568"/>
                      <a:pt x="959" y="1468"/>
                      <a:pt x="1025" y="1435"/>
                    </a:cubicBezTo>
                    <a:cubicBezTo>
                      <a:pt x="1389" y="1068"/>
                      <a:pt x="1389" y="1068"/>
                      <a:pt x="1389" y="1068"/>
                    </a:cubicBezTo>
                    <a:cubicBezTo>
                      <a:pt x="1455" y="1001"/>
                      <a:pt x="1522" y="1001"/>
                      <a:pt x="1587" y="1068"/>
                    </a:cubicBezTo>
                    <a:cubicBezTo>
                      <a:pt x="1952" y="1435"/>
                      <a:pt x="1952" y="1435"/>
                      <a:pt x="1952" y="1435"/>
                    </a:cubicBezTo>
                    <a:cubicBezTo>
                      <a:pt x="2017" y="1468"/>
                      <a:pt x="2017" y="1568"/>
                      <a:pt x="1952" y="1602"/>
                    </a:cubicBezTo>
                    <a:close/>
                  </a:path>
                </a:pathLst>
              </a:custGeom>
              <a:solidFill>
                <a:schemeClr val="accent6">
                  <a:alpha val="49800"/>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900">
                  <a:solidFill>
                    <a:srgbClr val="000000"/>
                  </a:solidFill>
                  <a:latin typeface="Avenir"/>
                  <a:ea typeface="Avenir"/>
                  <a:cs typeface="Avenir"/>
                  <a:sym typeface="Avenir"/>
                </a:endParaRPr>
              </a:p>
            </p:txBody>
          </p:sp>
        </p:grpSp>
      </p:grpSp>
    </p:spTree>
  </p:cSld>
  <p:clrMapOvr>
    <a:masterClrMapping/>
  </p:clrMapOvr>
  <p:extLst>
    <p:ext uri="{DCECCB84-F9BA-43D5-87BE-67443E8EF086}">
      <p15:sldGuideLst xmlns:p15="http://schemas.microsoft.com/office/powerpoint/2012/main">
        <p15:guide id="1" orient="horz" pos="4205">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C7E0E7"/>
          </a:solidFill>
          <a:ln/>
        </p:spPr>
        <p:txBody>
          <a:bodyPr/>
          <a:lstStyle/>
          <a:p>
            <a:endParaRPr lang="en-US" sz="1167"/>
          </a:p>
        </p:txBody>
      </p:sp>
      <p:sp>
        <p:nvSpPr>
          <p:cNvPr id="3" name="Shape 1"/>
          <p:cNvSpPr/>
          <p:nvPr/>
        </p:nvSpPr>
        <p:spPr>
          <a:xfrm>
            <a:off x="0" y="0"/>
            <a:ext cx="12192000" cy="6858000"/>
          </a:xfrm>
          <a:prstGeom prst="rect">
            <a:avLst/>
          </a:prstGeom>
          <a:solidFill>
            <a:srgbClr val="FAF9F5"/>
          </a:solidFill>
          <a:ln/>
        </p:spPr>
        <p:txBody>
          <a:bodyPr/>
          <a:lstStyle/>
          <a:p>
            <a:endParaRPr lang="en-US" sz="1167"/>
          </a:p>
        </p:txBody>
      </p:sp>
      <p:pic>
        <p:nvPicPr>
          <p:cNvPr id="4" name="Image 0" descr="preencoded.png">
            <a:hlinkClick r:id="rId2"/>
          </p:cNvPr>
          <p:cNvPicPr>
            <a:picLocks noChangeAspect="1"/>
          </p:cNvPicPr>
          <p:nvPr/>
        </p:nvPicPr>
        <p:blipFill>
          <a:blip r:embed="rId3"/>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104464454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Defaul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2" hidden="1">
                        <a:extLst>
                          <a:ext uri="{FF2B5EF4-FFF2-40B4-BE49-F238E27FC236}">
                            <a16:creationId xmlns:a16="http://schemas.microsoft.com/office/drawing/2014/main" id="{D8EFF8A2-0FB9-4B25-8B8D-492353274983}"/>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9F741700-5035-4E61-A4AC-1B3C7AE220D5}"/>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3"/>
            </p:custDataLst>
          </p:nvPr>
        </p:nvSpPr>
        <p:spPr>
          <a:xfrm>
            <a:off x="554736" y="182372"/>
            <a:ext cx="11082528" cy="731520"/>
          </a:xfrm>
        </p:spPr>
        <p:txBody>
          <a:bodyPr/>
          <a:lstStyle/>
          <a:p>
            <a:r>
              <a:rPr lang="en-US"/>
              <a:t>Click to edit Master title style</a:t>
            </a:r>
            <a:endParaRPr lang="en-US" dirty="0"/>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10" name="1. On-page tracker">
            <a:extLst>
              <a:ext uri="{FF2B5EF4-FFF2-40B4-BE49-F238E27FC236}">
                <a16:creationId xmlns:a16="http://schemas.microsoft.com/office/drawing/2014/main" id="{A8BAFD1A-3C11-49E6-B76E-5166760AF118}"/>
              </a:ext>
            </a:extLst>
          </p:cNvPr>
          <p:cNvSpPr>
            <a:spLocks noGrp="1"/>
          </p:cNvSpPr>
          <p:nvPr>
            <p:ph type="body" sz="quarter" idx="17" hasCustomPrompt="1"/>
            <p:custDataLst>
              <p:tags r:id="rId6"/>
            </p:custDataLst>
          </p:nvPr>
        </p:nvSpPr>
        <p:spPr>
          <a:xfrm>
            <a:off x="7159752" y="78768"/>
            <a:ext cx="4480560" cy="123111"/>
          </a:xfrm>
        </p:spPr>
        <p:txBody>
          <a:bodyPr anchor="ctr" anchorCtr="0">
            <a:spAutoFit/>
          </a:bodyPr>
          <a:lstStyle>
            <a:lvl1pPr algn="r">
              <a:defRPr sz="800">
                <a:latin typeface="+mn-lt"/>
              </a:defRPr>
            </a:lvl1pPr>
          </a:lstStyle>
          <a:p>
            <a:pPr lvl="0"/>
            <a:r>
              <a:rPr lang="en-US" dirty="0"/>
              <a:t>Chapter › Topic</a:t>
            </a:r>
          </a:p>
        </p:txBody>
      </p:sp>
      <p:sp>
        <p:nvSpPr>
          <p:cNvPr id="12" name="3. Subtitle">
            <a:extLst>
              <a:ext uri="{FF2B5EF4-FFF2-40B4-BE49-F238E27FC236}">
                <a16:creationId xmlns:a16="http://schemas.microsoft.com/office/drawing/2014/main" id="{1EE9FF4B-7331-4DE1-A594-C0C335ED5BE5}"/>
              </a:ext>
            </a:extLst>
          </p:cNvPr>
          <p:cNvSpPr>
            <a:spLocks noGrp="1"/>
          </p:cNvSpPr>
          <p:nvPr>
            <p:ph type="subTitle" idx="1"/>
            <p:custDataLst>
              <p:tags r:id="rId7"/>
            </p:custDataLst>
          </p:nvPr>
        </p:nvSpPr>
        <p:spPr>
          <a:xfrm>
            <a:off x="554736" y="903861"/>
            <a:ext cx="11082528" cy="276999"/>
          </a:xfrm>
        </p:spPr>
        <p:txBody>
          <a:bodyPr anchor="ctr" anchorCtr="0"/>
          <a:lstStyle/>
          <a:p>
            <a:r>
              <a:rPr lang="en-US" sz="1600"/>
              <a:t>Click to edit Master subtitle style</a:t>
            </a:r>
            <a:endParaRPr lang="en-US" sz="1600" dirty="0"/>
          </a:p>
        </p:txBody>
      </p:sp>
    </p:spTree>
    <p:extLst>
      <p:ext uri="{BB962C8B-B14F-4D97-AF65-F5344CB8AC3E}">
        <p14:creationId xmlns:p14="http://schemas.microsoft.com/office/powerpoint/2010/main" val="39157073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image" Target="../media/image3.emf"/><Relationship Id="rId2" Type="http://schemas.openxmlformats.org/officeDocument/2006/relationships/slideLayout" Target="../slideLayouts/slideLayout13.xml"/><Relationship Id="rId16" Type="http://schemas.openxmlformats.org/officeDocument/2006/relationships/oleObject" Target="../embeddings/oleObject2.bin"/><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ags" Target="../tags/tag3.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9"/>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8D4D90A1-394F-7580-9580-369A29907E45}"/>
              </a:ext>
            </a:extLst>
          </p:cNvPr>
          <p:cNvGraphicFramePr>
            <a:graphicFrameLocks noChangeAspect="1"/>
          </p:cNvGraphicFramePr>
          <p:nvPr userDrawn="1">
            <p:custDataLst>
              <p:tags r:id="rId13"/>
            </p:custDataLst>
            <p:extLst>
              <p:ext uri="{D42A27DB-BD31-4B8C-83A1-F6EECF244321}">
                <p14:modId xmlns:p14="http://schemas.microsoft.com/office/powerpoint/2010/main" val="208394860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4" imgW="7772400" imgH="10058400" progId="TCLayout.ActiveDocument.1">
                  <p:embed/>
                </p:oleObj>
              </mc:Choice>
              <mc:Fallback>
                <p:oleObj name="think-cell Slide" r:id="rId14" imgW="7772400" imgH="10058400" progId="TCLayout.ActiveDocument.1">
                  <p:embed/>
                  <p:pic>
                    <p:nvPicPr>
                      <p:cNvPr id="0" name=""/>
                      <p:cNvPicPr/>
                      <p:nvPr/>
                    </p:nvPicPr>
                    <p:blipFill>
                      <a:blip r:embed="rId15"/>
                      <a:stretch>
                        <a:fillRect/>
                      </a:stretch>
                    </p:blipFill>
                    <p:spPr>
                      <a:xfrm>
                        <a:off x="1588" y="1588"/>
                        <a:ext cx="1227" cy="1588"/>
                      </a:xfrm>
                      <a:prstGeom prst="rect">
                        <a:avLst/>
                      </a:prstGeom>
                    </p:spPr>
                  </p:pic>
                </p:oleObj>
              </mc:Fallback>
            </mc:AlternateContent>
          </a:graphicData>
        </a:graphic>
      </p:graphicFrame>
      <p:sp>
        <p:nvSpPr>
          <p:cNvPr id="10" name="Google Shape;10;p1"/>
          <p:cNvSpPr txBox="1">
            <a:spLocks noGrp="1"/>
          </p:cNvSpPr>
          <p:nvPr>
            <p:ph type="title"/>
          </p:nvPr>
        </p:nvSpPr>
        <p:spPr>
          <a:xfrm>
            <a:off x="838200" y="365125"/>
            <a:ext cx="10515600" cy="1325600"/>
          </a:xfrm>
          <a:prstGeom prst="rect">
            <a:avLst/>
          </a:prstGeom>
          <a:noFill/>
          <a:ln>
            <a:noFill/>
          </a:ln>
        </p:spPr>
        <p:txBody>
          <a:bodyPr spcFirstLastPara="1" wrap="square" lIns="68575" tIns="34275" rIns="68575" bIns="34275" anchor="ctr" anchorCtr="0">
            <a:noAutofit/>
          </a:bodyPr>
          <a:lstStyle>
            <a:lvl1pPr marR="0" lvl="0" algn="ctr" rtl="0">
              <a:lnSpc>
                <a:spcPct val="90000"/>
              </a:lnSpc>
              <a:spcBef>
                <a:spcPts val="0"/>
              </a:spcBef>
              <a:spcAft>
                <a:spcPts val="0"/>
              </a:spcAft>
              <a:buClr>
                <a:schemeClr val="dk1"/>
              </a:buClr>
              <a:buSzPts val="3300"/>
              <a:buFont typeface="Arial"/>
              <a:buNone/>
              <a:defRPr sz="33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838200" y="1825625"/>
            <a:ext cx="10515600" cy="4351200"/>
          </a:xfrm>
          <a:prstGeom prst="rect">
            <a:avLst/>
          </a:prstGeom>
          <a:noFill/>
          <a:ln>
            <a:noFill/>
          </a:ln>
        </p:spPr>
        <p:txBody>
          <a:bodyPr spcFirstLastPara="1" wrap="square" lIns="68575" tIns="34275" rIns="68575" bIns="34275" anchor="t" anchorCtr="0">
            <a:noAutofit/>
          </a:bodyPr>
          <a:lstStyle>
            <a:lvl1pPr marL="457200" marR="0" lvl="0" indent="-317500" algn="l" rtl="0">
              <a:lnSpc>
                <a:spcPct val="90000"/>
              </a:lnSpc>
              <a:spcBef>
                <a:spcPts val="8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1pPr>
            <a:lvl2pPr marL="914400" marR="0" lvl="1" indent="-304800" algn="l" rtl="0">
              <a:lnSpc>
                <a:spcPct val="90000"/>
              </a:lnSpc>
              <a:spcBef>
                <a:spcPts val="4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4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4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4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21"/>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327A2692-8743-1FFC-318F-9A501E4C21A7}"/>
              </a:ext>
            </a:extLst>
          </p:cNvPr>
          <p:cNvGraphicFramePr>
            <a:graphicFrameLocks noChangeAspect="1"/>
          </p:cNvGraphicFramePr>
          <p:nvPr userDrawn="1">
            <p:custDataLst>
              <p:tags r:id="rId15"/>
            </p:custDataLst>
            <p:extLst>
              <p:ext uri="{D42A27DB-BD31-4B8C-83A1-F6EECF244321}">
                <p14:modId xmlns:p14="http://schemas.microsoft.com/office/powerpoint/2010/main" val="17071943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6" imgW="7772400" imgH="10058400" progId="TCLayout.ActiveDocument.1">
                  <p:embed/>
                </p:oleObj>
              </mc:Choice>
              <mc:Fallback>
                <p:oleObj name="think-cell Slide" r:id="rId16" imgW="7772400" imgH="10058400" progId="TCLayout.ActiveDocument.1">
                  <p:embed/>
                  <p:pic>
                    <p:nvPicPr>
                      <p:cNvPr id="0" name=""/>
                      <p:cNvPicPr/>
                      <p:nvPr/>
                    </p:nvPicPr>
                    <p:blipFill>
                      <a:blip r:embed="rId17"/>
                      <a:stretch>
                        <a:fillRect/>
                      </a:stretch>
                    </p:blipFill>
                    <p:spPr>
                      <a:xfrm>
                        <a:off x="1588" y="1588"/>
                        <a:ext cx="1227" cy="1588"/>
                      </a:xfrm>
                      <a:prstGeom prst="rect">
                        <a:avLst/>
                      </a:prstGeom>
                    </p:spPr>
                  </p:pic>
                </p:oleObj>
              </mc:Fallback>
            </mc:AlternateContent>
          </a:graphicData>
        </a:graphic>
      </p:graphicFrame>
      <p:sp>
        <p:nvSpPr>
          <p:cNvPr id="122" name="Google Shape;122;p13"/>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0"/>
              </a:spcBef>
              <a:spcAft>
                <a:spcPts val="0"/>
              </a:spcAft>
              <a:buClr>
                <a:schemeClr val="dk1"/>
              </a:buClr>
              <a:buSzPts val="4400"/>
              <a:buFont typeface="Arial"/>
              <a:buNone/>
              <a:defRPr sz="4400" b="1" i="0" u="none" strike="noStrike" cap="none">
                <a:solidFill>
                  <a:schemeClr val="dk1"/>
                </a:solidFill>
                <a:latin typeface="Arial"/>
                <a:ea typeface="Arial"/>
                <a:cs typeface="Arial"/>
                <a:sym typeface="Arial"/>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a:endParaRPr/>
          </a:p>
        </p:txBody>
      </p:sp>
      <p:sp>
        <p:nvSpPr>
          <p:cNvPr id="123" name="Google Shape;123;p13"/>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lvl1pPr marL="457200" marR="0" lvl="0" indent="-349250" algn="l" rtl="0">
              <a:lnSpc>
                <a:spcPct val="90000"/>
              </a:lnSpc>
              <a:spcBef>
                <a:spcPts val="11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1pPr>
            <a:lvl2pPr marL="914400" marR="0" lvl="1"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4" r:id="rId5"/>
    <p:sldLayoutId id="2147483666" r:id="rId6"/>
    <p:sldLayoutId id="2147483668" r:id="rId7"/>
    <p:sldLayoutId id="2147483669" r:id="rId8"/>
    <p:sldLayoutId id="2147483670" r:id="rId9"/>
    <p:sldLayoutId id="2147483672" r:id="rId10"/>
    <p:sldLayoutId id="2147483673" r:id="rId11"/>
    <p:sldLayoutId id="2147483677" r:id="rId12"/>
    <p:sldLayoutId id="2147483678"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notesSlide" Target="../notesSlides/notesSlide2.xml"/><Relationship Id="rId7" Type="http://schemas.openxmlformats.org/officeDocument/2006/relationships/image" Target="../media/image10.png"/><Relationship Id="rId2" Type="http://schemas.openxmlformats.org/officeDocument/2006/relationships/slideLayout" Target="../slideLayouts/slideLayout14.xml"/><Relationship Id="rId1" Type="http://schemas.openxmlformats.org/officeDocument/2006/relationships/tags" Target="../tags/tag11.xml"/><Relationship Id="rId6" Type="http://schemas.openxmlformats.org/officeDocument/2006/relationships/image" Target="../media/image9.png"/><Relationship Id="rId5" Type="http://schemas.openxmlformats.org/officeDocument/2006/relationships/image" Target="../media/image8.emf"/><Relationship Id="rId4" Type="http://schemas.openxmlformats.org/officeDocument/2006/relationships/oleObject" Target="../embeddings/oleObject4.bin"/></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3.xml"/><Relationship Id="rId1" Type="http://schemas.openxmlformats.org/officeDocument/2006/relationships/tags" Target="../tags/tag12.xml"/><Relationship Id="rId5" Type="http://schemas.openxmlformats.org/officeDocument/2006/relationships/image" Target="../media/image14.emf"/><Relationship Id="rId4" Type="http://schemas.openxmlformats.org/officeDocument/2006/relationships/oleObject" Target="../embeddings/oleObject5.bin"/></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png"/><Relationship Id="rId3" Type="http://schemas.openxmlformats.org/officeDocument/2006/relationships/image" Target="../media/image15.png"/><Relationship Id="rId7" Type="http://schemas.openxmlformats.org/officeDocument/2006/relationships/image" Target="../media/image19.png"/><Relationship Id="rId12" Type="http://schemas.openxmlformats.org/officeDocument/2006/relationships/image" Target="../media/image24.svg"/><Relationship Id="rId2" Type="http://schemas.openxmlformats.org/officeDocument/2006/relationships/notesSlide" Target="../notesSlides/notesSlide7.xml"/><Relationship Id="rId16" Type="http://schemas.openxmlformats.org/officeDocument/2006/relationships/image" Target="../media/image28.png"/><Relationship Id="rId1" Type="http://schemas.openxmlformats.org/officeDocument/2006/relationships/slideLayout" Target="../slideLayouts/slideLayout23.xml"/><Relationship Id="rId6" Type="http://schemas.openxmlformats.org/officeDocument/2006/relationships/image" Target="../media/image18.svg"/><Relationship Id="rId11" Type="http://schemas.openxmlformats.org/officeDocument/2006/relationships/image" Target="../media/image23.png"/><Relationship Id="rId5" Type="http://schemas.openxmlformats.org/officeDocument/2006/relationships/image" Target="../media/image17.png"/><Relationship Id="rId15" Type="http://schemas.openxmlformats.org/officeDocument/2006/relationships/image" Target="../media/image27.sv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svg"/><Relationship Id="rId14" Type="http://schemas.openxmlformats.org/officeDocument/2006/relationships/image" Target="../media/image26.png"/></Relationships>
</file>

<file path=ppt/slides/_rels/slide9.xml.rels><?xml version="1.0" encoding="UTF-8" standalone="yes"?>
<Relationships xmlns="http://schemas.openxmlformats.org/package/2006/relationships"><Relationship Id="rId8" Type="http://schemas.openxmlformats.org/officeDocument/2006/relationships/tags" Target="../tags/tag20.xml"/><Relationship Id="rId13" Type="http://schemas.openxmlformats.org/officeDocument/2006/relationships/tags" Target="../tags/tag25.xml"/><Relationship Id="rId18" Type="http://schemas.openxmlformats.org/officeDocument/2006/relationships/tags" Target="../tags/tag30.xml"/><Relationship Id="rId3" Type="http://schemas.openxmlformats.org/officeDocument/2006/relationships/tags" Target="../tags/tag15.xml"/><Relationship Id="rId21" Type="http://schemas.openxmlformats.org/officeDocument/2006/relationships/oleObject" Target="../embeddings/oleObject6.bin"/><Relationship Id="rId7" Type="http://schemas.openxmlformats.org/officeDocument/2006/relationships/tags" Target="../tags/tag19.xml"/><Relationship Id="rId12" Type="http://schemas.openxmlformats.org/officeDocument/2006/relationships/tags" Target="../tags/tag24.xml"/><Relationship Id="rId17" Type="http://schemas.openxmlformats.org/officeDocument/2006/relationships/tags" Target="../tags/tag29.xml"/><Relationship Id="rId2" Type="http://schemas.openxmlformats.org/officeDocument/2006/relationships/tags" Target="../tags/tag14.xml"/><Relationship Id="rId16" Type="http://schemas.openxmlformats.org/officeDocument/2006/relationships/tags" Target="../tags/tag28.xml"/><Relationship Id="rId20" Type="http://schemas.openxmlformats.org/officeDocument/2006/relationships/slideLayout" Target="../slideLayouts/slideLayout24.xml"/><Relationship Id="rId1" Type="http://schemas.openxmlformats.org/officeDocument/2006/relationships/tags" Target="../tags/tag13.xml"/><Relationship Id="rId6" Type="http://schemas.openxmlformats.org/officeDocument/2006/relationships/tags" Target="../tags/tag18.xml"/><Relationship Id="rId11" Type="http://schemas.openxmlformats.org/officeDocument/2006/relationships/tags" Target="../tags/tag23.xml"/><Relationship Id="rId5" Type="http://schemas.openxmlformats.org/officeDocument/2006/relationships/tags" Target="../tags/tag17.xml"/><Relationship Id="rId15" Type="http://schemas.openxmlformats.org/officeDocument/2006/relationships/tags" Target="../tags/tag27.xml"/><Relationship Id="rId10" Type="http://schemas.openxmlformats.org/officeDocument/2006/relationships/tags" Target="../tags/tag22.xml"/><Relationship Id="rId19" Type="http://schemas.openxmlformats.org/officeDocument/2006/relationships/tags" Target="../tags/tag31.xml"/><Relationship Id="rId4" Type="http://schemas.openxmlformats.org/officeDocument/2006/relationships/tags" Target="../tags/tag16.xml"/><Relationship Id="rId9" Type="http://schemas.openxmlformats.org/officeDocument/2006/relationships/tags" Target="../tags/tag21.xml"/><Relationship Id="rId14" Type="http://schemas.openxmlformats.org/officeDocument/2006/relationships/tags" Target="../tags/tag26.xml"/><Relationship Id="rId22" Type="http://schemas.openxmlformats.org/officeDocument/2006/relationships/image" Target="../media/image29.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sp>
        <p:nvSpPr>
          <p:cNvPr id="527" name="Google Shape;527;p29"/>
          <p:cNvSpPr txBox="1">
            <a:spLocks noGrp="1"/>
          </p:cNvSpPr>
          <p:nvPr>
            <p:ph type="body" idx="1"/>
          </p:nvPr>
        </p:nvSpPr>
        <p:spPr>
          <a:xfrm>
            <a:off x="532975" y="3312150"/>
            <a:ext cx="6145500" cy="717300"/>
          </a:xfrm>
          <a:prstGeom prst="rect">
            <a:avLst/>
          </a:prstGeom>
        </p:spPr>
        <p:txBody>
          <a:bodyPr spcFirstLastPara="1" wrap="square" lIns="91425" tIns="45700" rIns="91425" bIns="45700" anchor="b" anchorCtr="0">
            <a:noAutofit/>
          </a:bodyPr>
          <a:lstStyle/>
          <a:p>
            <a:pPr marL="0" lvl="0" indent="0"/>
            <a:r>
              <a:rPr lang="en-US" dirty="0"/>
              <a:t>Tasty Bytes – Future of Data</a:t>
            </a:r>
            <a:endParaRPr dirty="0"/>
          </a:p>
        </p:txBody>
      </p:sp>
      <p:sp>
        <p:nvSpPr>
          <p:cNvPr id="528" name="Google Shape;528;p29"/>
          <p:cNvSpPr txBox="1">
            <a:spLocks noGrp="1"/>
          </p:cNvSpPr>
          <p:nvPr>
            <p:ph type="body" idx="2"/>
          </p:nvPr>
        </p:nvSpPr>
        <p:spPr>
          <a:xfrm>
            <a:off x="532975" y="4170068"/>
            <a:ext cx="8317200" cy="967500"/>
          </a:xfrm>
          <a:prstGeom prst="rect">
            <a:avLst/>
          </a:prstGeom>
        </p:spPr>
        <p:txBody>
          <a:bodyPr spcFirstLastPara="1" wrap="square" lIns="91425" tIns="45700" rIns="91425" bIns="45700" anchor="t" anchorCtr="0">
            <a:noAutofit/>
          </a:bodyPr>
          <a:lstStyle/>
          <a:p>
            <a:pPr marL="0" indent="0"/>
            <a:r>
              <a:rPr lang="en-US" b="1" dirty="0">
                <a:solidFill>
                  <a:schemeClr val="accent1"/>
                </a:solidFill>
              </a:rPr>
              <a:t>Scalable, real-time, open lake-house architecture and </a:t>
            </a:r>
          </a:p>
          <a:p>
            <a:pPr marL="0" indent="0"/>
            <a:r>
              <a:rPr lang="en-US" b="1" dirty="0">
                <a:solidFill>
                  <a:schemeClr val="accent1"/>
                </a:solidFill>
              </a:rPr>
              <a:t>deep dive</a:t>
            </a:r>
          </a:p>
          <a:p>
            <a:pPr marL="0" indent="0"/>
            <a:endParaRPr lang="en-US" b="1" dirty="0"/>
          </a:p>
          <a:p>
            <a:pPr marL="0" lvl="0" indent="0" algn="l" rtl="0">
              <a:spcBef>
                <a:spcPts val="1100"/>
              </a:spcBef>
              <a:spcAft>
                <a:spcPts val="0"/>
              </a:spcAft>
              <a:buNone/>
            </a:pPr>
            <a:r>
              <a:rPr lang="en-US" dirty="0"/>
              <a:t>Subhajit Basu</a:t>
            </a:r>
          </a:p>
        </p:txBody>
      </p:sp>
      <p:sp>
        <p:nvSpPr>
          <p:cNvPr id="529" name="Google Shape;529;p29"/>
          <p:cNvSpPr txBox="1">
            <a:spLocks noGrp="1"/>
          </p:cNvSpPr>
          <p:nvPr>
            <p:ph type="body" idx="3"/>
          </p:nvPr>
        </p:nvSpPr>
        <p:spPr>
          <a:xfrm>
            <a:off x="761577" y="8067464"/>
            <a:ext cx="11460900" cy="406500"/>
          </a:xfrm>
          <a:prstGeom prst="rect">
            <a:avLst/>
          </a:prstGeom>
        </p:spPr>
        <p:txBody>
          <a:bodyPr spcFirstLastPara="1" wrap="square" lIns="91425" tIns="45700" rIns="91425" bIns="45700" anchor="t" anchorCtr="0">
            <a:noAutofit/>
          </a:bodyPr>
          <a:lstStyle/>
          <a:p>
            <a:pPr marL="0" lvl="0" indent="0" algn="l" rtl="0">
              <a:spcBef>
                <a:spcPts val="1100"/>
              </a:spcBef>
              <a:spcAft>
                <a:spcPts val="0"/>
              </a:spcAft>
              <a:buNone/>
            </a:pPr>
            <a:r>
              <a:rPr lang="en-US"/>
              <a:t>Date | Version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9D3EDD0-84C5-BF64-9F00-24ABD3A2D54E}"/>
              </a:ext>
            </a:extLst>
          </p:cNvPr>
          <p:cNvSpPr>
            <a:spLocks noGrp="1"/>
          </p:cNvSpPr>
          <p:nvPr>
            <p:ph type="body" idx="1"/>
          </p:nvPr>
        </p:nvSpPr>
        <p:spPr>
          <a:xfrm>
            <a:off x="369600" y="512509"/>
            <a:ext cx="11452800" cy="723900"/>
          </a:xfrm>
        </p:spPr>
        <p:txBody>
          <a:bodyPr/>
          <a:lstStyle/>
          <a:p>
            <a:r>
              <a:rPr lang="en-US" dirty="0"/>
              <a:t>Tasty Bytes: Problem Statement</a:t>
            </a:r>
          </a:p>
        </p:txBody>
      </p:sp>
      <p:sp>
        <p:nvSpPr>
          <p:cNvPr id="4" name="Title 33">
            <a:extLst>
              <a:ext uri="{FF2B5EF4-FFF2-40B4-BE49-F238E27FC236}">
                <a16:creationId xmlns:a16="http://schemas.microsoft.com/office/drawing/2014/main" id="{01A4D341-9CED-415E-A417-C204833D5641}"/>
              </a:ext>
            </a:extLst>
          </p:cNvPr>
          <p:cNvSpPr>
            <a:spLocks noGrp="1"/>
          </p:cNvSpPr>
          <p:nvPr/>
        </p:nvSpPr>
        <p:spPr>
          <a:xfrm>
            <a:off x="4197615" y="1409979"/>
            <a:ext cx="7288284" cy="469490"/>
          </a:xfrm>
          <a:prstGeom prst="rect">
            <a:avLst/>
          </a:prstGeom>
        </p:spPr>
        <p:txBody>
          <a:bodyPr vert="horz" lIns="91440" tIns="45720" rIns="91440" bIns="45720" rtlCol="0" anchor="t">
            <a:normAutofit fontScale="90000" lnSpcReduction="10000"/>
          </a:bodyPr>
          <a:lstStyle>
            <a:lvl1pPr algn="l" defTabSz="914400" rtl="0" eaLnBrk="1" latinLnBrk="0" hangingPunct="1">
              <a:lnSpc>
                <a:spcPct val="100000"/>
              </a:lnSpc>
              <a:spcBef>
                <a:spcPct val="0"/>
              </a:spcBef>
              <a:buNone/>
              <a:defRPr sz="2800" kern="1200" cap="all" spc="400" baseline="0">
                <a:ln w="19050">
                  <a:solidFill>
                    <a:schemeClr val="accent5"/>
                  </a:solidFill>
                </a:ln>
                <a:noFill/>
                <a:latin typeface="+mj-lt"/>
                <a:ea typeface="+mj-ea"/>
                <a:cs typeface="+mj-cs"/>
              </a:defRPr>
            </a:lvl1pPr>
          </a:lstStyle>
          <a:p>
            <a:r>
              <a:rPr kumimoji="0" lang="en-US" sz="2800" b="0" i="0" u="none" strike="noStrike" kern="1200" cap="all" spc="400" normalizeH="0" baseline="0" noProof="0" dirty="0">
                <a:ln w="19050">
                  <a:solidFill>
                    <a:schemeClr val="accent5"/>
                  </a:solidFill>
                </a:ln>
                <a:noFill/>
                <a:effectLst/>
                <a:uLnTx/>
                <a:uFillTx/>
                <a:latin typeface="+mj-lt"/>
                <a:ea typeface="+mn-ea"/>
                <a:cs typeface="+mn-cs"/>
              </a:rPr>
              <a:t>Current Challenges</a:t>
            </a:r>
            <a:endParaRPr lang="en-US" dirty="0"/>
          </a:p>
        </p:txBody>
      </p:sp>
      <p:sp>
        <p:nvSpPr>
          <p:cNvPr id="5" name="Text Placeholder 63">
            <a:extLst>
              <a:ext uri="{FF2B5EF4-FFF2-40B4-BE49-F238E27FC236}">
                <a16:creationId xmlns:a16="http://schemas.microsoft.com/office/drawing/2014/main" id="{65AD76B6-01DC-462A-9FF0-16CC82FBDBE0}"/>
              </a:ext>
            </a:extLst>
          </p:cNvPr>
          <p:cNvSpPr>
            <a:spLocks noGrp="1"/>
          </p:cNvSpPr>
          <p:nvPr/>
        </p:nvSpPr>
        <p:spPr>
          <a:xfrm>
            <a:off x="4197617" y="2030613"/>
            <a:ext cx="2289974" cy="36512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600" kern="1200" cap="all" spc="200" baseline="0">
                <a:solidFill>
                  <a:schemeClr val="accent5"/>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t>Data silos</a:t>
            </a:r>
          </a:p>
        </p:txBody>
      </p:sp>
      <p:sp>
        <p:nvSpPr>
          <p:cNvPr id="6" name="Text Placeholder 62">
            <a:extLst>
              <a:ext uri="{FF2B5EF4-FFF2-40B4-BE49-F238E27FC236}">
                <a16:creationId xmlns:a16="http://schemas.microsoft.com/office/drawing/2014/main" id="{831B3626-E1D2-42AE-AB45-94BC5112D8FC}"/>
              </a:ext>
            </a:extLst>
          </p:cNvPr>
          <p:cNvSpPr>
            <a:spLocks noGrp="1"/>
          </p:cNvSpPr>
          <p:nvPr/>
        </p:nvSpPr>
        <p:spPr>
          <a:xfrm>
            <a:off x="6742630" y="2019236"/>
            <a:ext cx="3162734" cy="36512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cap="all" spc="200" baseline="0">
                <a:solidFill>
                  <a:schemeClr val="accent5"/>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t>No REAL time </a:t>
            </a:r>
          </a:p>
          <a:p>
            <a:r>
              <a:rPr lang="en-US" sz="1400" dirty="0"/>
              <a:t>insights</a:t>
            </a:r>
          </a:p>
        </p:txBody>
      </p:sp>
      <p:sp>
        <p:nvSpPr>
          <p:cNvPr id="7" name="Text Placeholder 66">
            <a:extLst>
              <a:ext uri="{FF2B5EF4-FFF2-40B4-BE49-F238E27FC236}">
                <a16:creationId xmlns:a16="http://schemas.microsoft.com/office/drawing/2014/main" id="{3705D4B7-D21E-458D-B289-A189923D7B3E}"/>
              </a:ext>
            </a:extLst>
          </p:cNvPr>
          <p:cNvSpPr>
            <a:spLocks noGrp="1"/>
          </p:cNvSpPr>
          <p:nvPr/>
        </p:nvSpPr>
        <p:spPr>
          <a:xfrm>
            <a:off x="9209509" y="4337441"/>
            <a:ext cx="2660598" cy="770186"/>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cap="all" spc="200" baseline="0">
                <a:solidFill>
                  <a:schemeClr val="accent5"/>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t>Loss of DATA And ACTIONABLE INSIGHTS</a:t>
            </a:r>
          </a:p>
        </p:txBody>
      </p:sp>
      <p:sp>
        <p:nvSpPr>
          <p:cNvPr id="8" name="Text Placeholder 42">
            <a:extLst>
              <a:ext uri="{FF2B5EF4-FFF2-40B4-BE49-F238E27FC236}">
                <a16:creationId xmlns:a16="http://schemas.microsoft.com/office/drawing/2014/main" id="{80683256-31D4-4761-874B-66494293B9AF}"/>
              </a:ext>
            </a:extLst>
          </p:cNvPr>
          <p:cNvSpPr>
            <a:spLocks noGrp="1"/>
          </p:cNvSpPr>
          <p:nvPr/>
        </p:nvSpPr>
        <p:spPr>
          <a:xfrm>
            <a:off x="4185560" y="2648038"/>
            <a:ext cx="2545014" cy="1739538"/>
          </a:xfrm>
          <a:prstGeom prst="rect">
            <a:avLst/>
          </a:prstGeom>
        </p:spPr>
        <p:txBody>
          <a:bodyPr vert="horz" lIns="91440" tIns="45720" rIns="91440" bIns="45720" rtlCol="0">
            <a:normAutofit/>
          </a:bodyPr>
          <a:lstStyle>
            <a:lvl1pPr marL="0" indent="0" algn="l" defTabSz="914400" rtl="0" eaLnBrk="1" latinLnBrk="0" hangingPunct="1">
              <a:lnSpc>
                <a:spcPct val="114000"/>
              </a:lnSpc>
              <a:spcBef>
                <a:spcPts val="0"/>
              </a:spcBef>
              <a:buFont typeface="Arial" panose="020B0604020202020204" pitchFamily="34" charset="0"/>
              <a:buNone/>
              <a:defRPr sz="1400" kern="1200" cap="none" spc="0" baseline="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dirty="0">
                <a:solidFill>
                  <a:srgbClr val="558DA9"/>
                </a:solidFill>
                <a:latin typeface="Arial"/>
                <a:cs typeface="Arial"/>
              </a:rPr>
              <a:t>Multiple data ingestion patterns pulling data from disparate sources like MySQL(product), PostgreSQL(sales), files, clickstream etc.</a:t>
            </a:r>
          </a:p>
        </p:txBody>
      </p:sp>
      <p:sp>
        <p:nvSpPr>
          <p:cNvPr id="9" name="Text Placeholder 41">
            <a:extLst>
              <a:ext uri="{FF2B5EF4-FFF2-40B4-BE49-F238E27FC236}">
                <a16:creationId xmlns:a16="http://schemas.microsoft.com/office/drawing/2014/main" id="{A68FF55C-6F05-48FC-9323-AB8D48077BE6}"/>
              </a:ext>
            </a:extLst>
          </p:cNvPr>
          <p:cNvSpPr>
            <a:spLocks noGrp="1"/>
          </p:cNvSpPr>
          <p:nvPr/>
        </p:nvSpPr>
        <p:spPr>
          <a:xfrm>
            <a:off x="6715111" y="2688153"/>
            <a:ext cx="2450032" cy="1739538"/>
          </a:xfrm>
          <a:prstGeom prst="rect">
            <a:avLst/>
          </a:prstGeom>
        </p:spPr>
        <p:txBody>
          <a:bodyPr vert="horz" lIns="91440" tIns="45720" rIns="91440" bIns="45720" rtlCol="0">
            <a:normAutofit/>
          </a:bodyPr>
          <a:lstStyle>
            <a:lvl1pPr marL="0" indent="0" algn="l" defTabSz="914400" rtl="0" eaLnBrk="1" latinLnBrk="0" hangingPunct="1">
              <a:lnSpc>
                <a:spcPct val="114000"/>
              </a:lnSpc>
              <a:spcBef>
                <a:spcPts val="0"/>
              </a:spcBef>
              <a:buFont typeface="Arial" panose="020B0604020202020204" pitchFamily="34" charset="0"/>
              <a:buNone/>
              <a:defRPr sz="1400" kern="1200" cap="none" spc="0" baseline="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rgbClr val="558DA9"/>
                </a:solidFill>
                <a:latin typeface="Arial"/>
                <a:cs typeface="Arial"/>
              </a:rPr>
              <a:t>Once a day ETL batch for analytics and BI – lack of real time insights like recommendations, fraud detection etc.</a:t>
            </a:r>
          </a:p>
        </p:txBody>
      </p:sp>
      <p:sp>
        <p:nvSpPr>
          <p:cNvPr id="10" name="Text Placeholder 49">
            <a:extLst>
              <a:ext uri="{FF2B5EF4-FFF2-40B4-BE49-F238E27FC236}">
                <a16:creationId xmlns:a16="http://schemas.microsoft.com/office/drawing/2014/main" id="{0868D1C0-8D01-4F5F-ADB2-2B0A4D1E744F}"/>
              </a:ext>
            </a:extLst>
          </p:cNvPr>
          <p:cNvSpPr>
            <a:spLocks noGrp="1"/>
          </p:cNvSpPr>
          <p:nvPr/>
        </p:nvSpPr>
        <p:spPr>
          <a:xfrm>
            <a:off x="9209509" y="4948201"/>
            <a:ext cx="2289974" cy="1739538"/>
          </a:xfrm>
          <a:prstGeom prst="rect">
            <a:avLst/>
          </a:prstGeom>
        </p:spPr>
        <p:txBody>
          <a:bodyPr vert="horz" lIns="91440" tIns="45720" rIns="91440" bIns="45720" rtlCol="0" anchor="t">
            <a:normAutofit/>
          </a:bodyPr>
          <a:lstStyle>
            <a:lvl1pPr marL="0" indent="0" algn="l" defTabSz="914400" rtl="0" eaLnBrk="1" latinLnBrk="0" hangingPunct="1">
              <a:lnSpc>
                <a:spcPct val="114000"/>
              </a:lnSpc>
              <a:spcBef>
                <a:spcPts val="0"/>
              </a:spcBef>
              <a:buFont typeface="Arial" panose="020B0604020202020204" pitchFamily="34" charset="0"/>
              <a:buNone/>
              <a:defRPr sz="1400" kern="1200" cap="none" spc="0" baseline="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rgbClr val="558DA9"/>
                </a:solidFill>
                <a:latin typeface="Arial"/>
                <a:cs typeface="Arial"/>
              </a:rPr>
              <a:t>Clickstream data is collected but not utilized – missed insights and possible revenue!</a:t>
            </a:r>
          </a:p>
        </p:txBody>
      </p:sp>
      <p:sp>
        <p:nvSpPr>
          <p:cNvPr id="11" name="Text Placeholder 65">
            <a:extLst>
              <a:ext uri="{FF2B5EF4-FFF2-40B4-BE49-F238E27FC236}">
                <a16:creationId xmlns:a16="http://schemas.microsoft.com/office/drawing/2014/main" id="{AFE31293-F021-441C-AC98-EE94A46A408D}"/>
              </a:ext>
            </a:extLst>
          </p:cNvPr>
          <p:cNvSpPr>
            <a:spLocks noGrp="1"/>
          </p:cNvSpPr>
          <p:nvPr/>
        </p:nvSpPr>
        <p:spPr>
          <a:xfrm>
            <a:off x="4197615" y="4471039"/>
            <a:ext cx="2545015" cy="36512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cap="all" spc="200" baseline="0">
                <a:solidFill>
                  <a:schemeClr val="accent5"/>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t>Lack of interoperability</a:t>
            </a:r>
          </a:p>
        </p:txBody>
      </p:sp>
      <p:sp>
        <p:nvSpPr>
          <p:cNvPr id="12" name="Text Placeholder 64">
            <a:extLst>
              <a:ext uri="{FF2B5EF4-FFF2-40B4-BE49-F238E27FC236}">
                <a16:creationId xmlns:a16="http://schemas.microsoft.com/office/drawing/2014/main" id="{270A850F-E957-43F7-B7FA-3CD874079131}"/>
              </a:ext>
            </a:extLst>
          </p:cNvPr>
          <p:cNvSpPr>
            <a:spLocks noGrp="1"/>
          </p:cNvSpPr>
          <p:nvPr/>
        </p:nvSpPr>
        <p:spPr>
          <a:xfrm>
            <a:off x="6711706" y="4430895"/>
            <a:ext cx="2450032" cy="36512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cap="all" spc="200" baseline="0">
                <a:solidFill>
                  <a:schemeClr val="accent5"/>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t>Lack of GOVERNANCE</a:t>
            </a:r>
          </a:p>
        </p:txBody>
      </p:sp>
      <p:sp>
        <p:nvSpPr>
          <p:cNvPr id="13" name="Text Placeholder 44">
            <a:extLst>
              <a:ext uri="{FF2B5EF4-FFF2-40B4-BE49-F238E27FC236}">
                <a16:creationId xmlns:a16="http://schemas.microsoft.com/office/drawing/2014/main" id="{CC3342B2-173B-4413-BAB0-AF14408EA5FA}"/>
              </a:ext>
            </a:extLst>
          </p:cNvPr>
          <p:cNvSpPr>
            <a:spLocks noGrp="1"/>
          </p:cNvSpPr>
          <p:nvPr/>
        </p:nvSpPr>
        <p:spPr>
          <a:xfrm>
            <a:off x="4197618" y="4960955"/>
            <a:ext cx="2289972" cy="1457161"/>
          </a:xfrm>
          <a:prstGeom prst="rect">
            <a:avLst/>
          </a:prstGeom>
        </p:spPr>
        <p:txBody>
          <a:bodyPr vert="horz" lIns="91440" tIns="45720" rIns="91440" bIns="45720" rtlCol="0">
            <a:normAutofit/>
          </a:bodyPr>
          <a:lstStyle>
            <a:lvl1pPr marL="0" indent="0" algn="l" defTabSz="914400" rtl="0" eaLnBrk="1" latinLnBrk="0" hangingPunct="1">
              <a:lnSpc>
                <a:spcPct val="114000"/>
              </a:lnSpc>
              <a:spcBef>
                <a:spcPts val="0"/>
              </a:spcBef>
              <a:buFont typeface="Arial" panose="020B0604020202020204" pitchFamily="34" charset="0"/>
              <a:buNone/>
              <a:defRPr sz="1400" kern="1200" cap="none" spc="0" baseline="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rgbClr val="558DA9"/>
                </a:solidFill>
                <a:latin typeface="Arial"/>
                <a:cs typeface="Arial"/>
              </a:rPr>
              <a:t>Multiple vendors and data formats resulting in silos and vendor lock-in, thus increased licensing cost!</a:t>
            </a:r>
          </a:p>
        </p:txBody>
      </p:sp>
      <p:sp>
        <p:nvSpPr>
          <p:cNvPr id="14" name="Text Placeholder 43">
            <a:extLst>
              <a:ext uri="{FF2B5EF4-FFF2-40B4-BE49-F238E27FC236}">
                <a16:creationId xmlns:a16="http://schemas.microsoft.com/office/drawing/2014/main" id="{12753D88-B840-4BCA-80FC-E51B691A8578}"/>
              </a:ext>
            </a:extLst>
          </p:cNvPr>
          <p:cNvSpPr>
            <a:spLocks noGrp="1"/>
          </p:cNvSpPr>
          <p:nvPr/>
        </p:nvSpPr>
        <p:spPr>
          <a:xfrm>
            <a:off x="6730574" y="4954867"/>
            <a:ext cx="2289974" cy="1463249"/>
          </a:xfrm>
          <a:prstGeom prst="rect">
            <a:avLst/>
          </a:prstGeom>
        </p:spPr>
        <p:txBody>
          <a:bodyPr vert="horz" lIns="91440" tIns="45720" rIns="91440" bIns="45720" rtlCol="0">
            <a:normAutofit/>
          </a:bodyPr>
          <a:lstStyle>
            <a:lvl1pPr marL="0" indent="0" algn="l" defTabSz="914400" rtl="0" eaLnBrk="1" latinLnBrk="0" hangingPunct="1">
              <a:lnSpc>
                <a:spcPct val="114000"/>
              </a:lnSpc>
              <a:spcBef>
                <a:spcPts val="0"/>
              </a:spcBef>
              <a:buFont typeface="Arial" panose="020B0604020202020204" pitchFamily="34" charset="0"/>
              <a:buNone/>
              <a:defRPr sz="1400" kern="1200" cap="none" spc="0" baseline="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rgbClr val="558DA9"/>
                </a:solidFill>
                <a:latin typeface="Arial"/>
                <a:cs typeface="Arial"/>
              </a:rPr>
              <a:t>Broken data security, privacy, lack of data tagging, lineage</a:t>
            </a:r>
          </a:p>
        </p:txBody>
      </p:sp>
      <p:sp>
        <p:nvSpPr>
          <p:cNvPr id="16" name="Text Placeholder 62">
            <a:extLst>
              <a:ext uri="{FF2B5EF4-FFF2-40B4-BE49-F238E27FC236}">
                <a16:creationId xmlns:a16="http://schemas.microsoft.com/office/drawing/2014/main" id="{2E85AF4D-D04C-6F80-9808-85987C2BBD28}"/>
              </a:ext>
            </a:extLst>
          </p:cNvPr>
          <p:cNvSpPr>
            <a:spLocks noGrp="1"/>
          </p:cNvSpPr>
          <p:nvPr/>
        </p:nvSpPr>
        <p:spPr>
          <a:xfrm>
            <a:off x="9168548" y="1939006"/>
            <a:ext cx="3162734" cy="36512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cap="all" spc="200" baseline="0">
                <a:solidFill>
                  <a:schemeClr val="accent5"/>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t>Ops and</a:t>
            </a:r>
          </a:p>
          <a:p>
            <a:r>
              <a:rPr lang="en-US" sz="1400" dirty="0"/>
              <a:t>RELIABILITY issues</a:t>
            </a:r>
          </a:p>
        </p:txBody>
      </p:sp>
      <p:sp>
        <p:nvSpPr>
          <p:cNvPr id="17" name="Text Placeholder 41">
            <a:extLst>
              <a:ext uri="{FF2B5EF4-FFF2-40B4-BE49-F238E27FC236}">
                <a16:creationId xmlns:a16="http://schemas.microsoft.com/office/drawing/2014/main" id="{2247B007-2344-906C-9147-4569E938E18F}"/>
              </a:ext>
            </a:extLst>
          </p:cNvPr>
          <p:cNvSpPr>
            <a:spLocks noGrp="1"/>
          </p:cNvSpPr>
          <p:nvPr/>
        </p:nvSpPr>
        <p:spPr>
          <a:xfrm>
            <a:off x="9168548" y="2651271"/>
            <a:ext cx="2450032" cy="1739538"/>
          </a:xfrm>
          <a:prstGeom prst="rect">
            <a:avLst/>
          </a:prstGeom>
        </p:spPr>
        <p:txBody>
          <a:bodyPr vert="horz" lIns="91440" tIns="45720" rIns="91440" bIns="45720" rtlCol="0">
            <a:normAutofit/>
          </a:bodyPr>
          <a:lstStyle>
            <a:lvl1pPr marL="0" indent="0" algn="l" defTabSz="914400" rtl="0" eaLnBrk="1" latinLnBrk="0" hangingPunct="1">
              <a:lnSpc>
                <a:spcPct val="114000"/>
              </a:lnSpc>
              <a:spcBef>
                <a:spcPts val="0"/>
              </a:spcBef>
              <a:buFont typeface="Arial" panose="020B0604020202020204" pitchFamily="34" charset="0"/>
              <a:buNone/>
              <a:defRPr sz="1400" kern="1200" cap="none" spc="0" baseline="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rgbClr val="558DA9"/>
                </a:solidFill>
                <a:latin typeface="Arial"/>
                <a:cs typeface="Arial"/>
              </a:rPr>
              <a:t>Unreliable on-prem infra and support resulting in downtime and revenue loss</a:t>
            </a:r>
          </a:p>
        </p:txBody>
      </p:sp>
      <p:pic>
        <p:nvPicPr>
          <p:cNvPr id="21" name="Picture 20" descr="A black and white pictogram of a person climbing a hill&#10;&#10;AI-generated content may be incorrect.">
            <a:extLst>
              <a:ext uri="{FF2B5EF4-FFF2-40B4-BE49-F238E27FC236}">
                <a16:creationId xmlns:a16="http://schemas.microsoft.com/office/drawing/2014/main" id="{61024F5B-0C1E-8587-DC02-9B13B573FD34}"/>
              </a:ext>
            </a:extLst>
          </p:cNvPr>
          <p:cNvPicPr>
            <a:picLocks noChangeAspect="1"/>
          </p:cNvPicPr>
          <p:nvPr/>
        </p:nvPicPr>
        <p:blipFill>
          <a:blip r:embed="rId2"/>
          <a:stretch>
            <a:fillRect/>
          </a:stretch>
        </p:blipFill>
        <p:spPr>
          <a:xfrm>
            <a:off x="497219" y="1992374"/>
            <a:ext cx="3121029" cy="3327858"/>
          </a:xfrm>
          <a:prstGeom prst="rect">
            <a:avLst/>
          </a:prstGeom>
          <a:blipFill>
            <a:blip r:embed="rId3"/>
            <a:tile tx="0" ty="0" sx="100000" sy="100000" flip="none" algn="tl"/>
          </a:blipFill>
        </p:spPr>
      </p:pic>
      <p:cxnSp>
        <p:nvCxnSpPr>
          <p:cNvPr id="23" name="Straight Connector 22">
            <a:extLst>
              <a:ext uri="{FF2B5EF4-FFF2-40B4-BE49-F238E27FC236}">
                <a16:creationId xmlns:a16="http://schemas.microsoft.com/office/drawing/2014/main" id="{91B7525A-D396-191F-7225-28FBBE476F66}"/>
              </a:ext>
            </a:extLst>
          </p:cNvPr>
          <p:cNvCxnSpPr>
            <a:stCxn id="5" idx="3"/>
          </p:cNvCxnSpPr>
          <p:nvPr/>
        </p:nvCxnSpPr>
        <p:spPr>
          <a:xfrm flipH="1">
            <a:off x="6487590" y="2213176"/>
            <a:ext cx="1" cy="3837246"/>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AA1A5B9-FE48-DBAF-671F-6EDBF2AE836D}"/>
              </a:ext>
            </a:extLst>
          </p:cNvPr>
          <p:cNvCxnSpPr/>
          <p:nvPr/>
        </p:nvCxnSpPr>
        <p:spPr>
          <a:xfrm flipH="1">
            <a:off x="9067819" y="2213176"/>
            <a:ext cx="1" cy="3837246"/>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0133E70E-71D9-864B-627A-A257B93F25C2}"/>
              </a:ext>
            </a:extLst>
          </p:cNvPr>
          <p:cNvCxnSpPr/>
          <p:nvPr/>
        </p:nvCxnSpPr>
        <p:spPr>
          <a:xfrm>
            <a:off x="4197615" y="4131799"/>
            <a:ext cx="7288284"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28360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68"/>
        <p:cNvGrpSpPr/>
        <p:nvPr/>
      </p:nvGrpSpPr>
      <p:grpSpPr>
        <a:xfrm>
          <a:off x="0" y="0"/>
          <a:ext cx="0" cy="0"/>
          <a:chOff x="0" y="0"/>
          <a:chExt cx="0" cy="0"/>
        </a:xfrm>
      </p:grpSpPr>
      <p:graphicFrame>
        <p:nvGraphicFramePr>
          <p:cNvPr id="34" name="think-cell data - do not delete" hidden="1">
            <a:extLst>
              <a:ext uri="{FF2B5EF4-FFF2-40B4-BE49-F238E27FC236}">
                <a16:creationId xmlns:a16="http://schemas.microsoft.com/office/drawing/2014/main" id="{21590154-A449-BE7D-D985-CEDBD36D33D7}"/>
              </a:ext>
            </a:extLst>
          </p:cNvPr>
          <p:cNvGraphicFramePr>
            <a:graphicFrameLocks noChangeAspect="1"/>
          </p:cNvGraphicFramePr>
          <p:nvPr>
            <p:custDataLst>
              <p:tags r:id="rId1"/>
            </p:custDataLst>
            <p:extLst>
              <p:ext uri="{D42A27DB-BD31-4B8C-83A1-F6EECF244321}">
                <p14:modId xmlns:p14="http://schemas.microsoft.com/office/powerpoint/2010/main" val="267431798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grpSp>
        <p:nvGrpSpPr>
          <p:cNvPr id="569" name="Google Shape;569;p35"/>
          <p:cNvGrpSpPr/>
          <p:nvPr/>
        </p:nvGrpSpPr>
        <p:grpSpPr>
          <a:xfrm>
            <a:off x="2260299" y="515850"/>
            <a:ext cx="7625063" cy="5824625"/>
            <a:chOff x="3003788" y="515850"/>
            <a:chExt cx="7625063" cy="5824625"/>
          </a:xfrm>
        </p:grpSpPr>
        <p:sp>
          <p:nvSpPr>
            <p:cNvPr id="570" name="Google Shape;570;p35"/>
            <p:cNvSpPr/>
            <p:nvPr/>
          </p:nvSpPr>
          <p:spPr>
            <a:xfrm>
              <a:off x="3095731" y="680275"/>
              <a:ext cx="7519500" cy="5622300"/>
            </a:xfrm>
            <a:prstGeom prst="rect">
              <a:avLst/>
            </a:prstGeom>
            <a:solidFill>
              <a:srgbClr val="2AB5E8"/>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endParaRPr b="1" dirty="0">
                <a:solidFill>
                  <a:srgbClr val="FFFFFF"/>
                </a:solidFill>
              </a:endParaRPr>
            </a:p>
            <a:p>
              <a:pPr marL="0" marR="0" lvl="0" indent="0" algn="ctr" rtl="0">
                <a:lnSpc>
                  <a:spcPct val="100000"/>
                </a:lnSpc>
                <a:spcBef>
                  <a:spcPts val="0"/>
                </a:spcBef>
                <a:spcAft>
                  <a:spcPts val="0"/>
                </a:spcAft>
                <a:buNone/>
              </a:pPr>
              <a:endParaRPr b="1" dirty="0">
                <a:solidFill>
                  <a:srgbClr val="FFFFFF"/>
                </a:solidFill>
              </a:endParaRPr>
            </a:p>
            <a:p>
              <a:pPr marL="0" marR="0" lvl="0" indent="0" algn="ctr" rtl="0">
                <a:lnSpc>
                  <a:spcPct val="100000"/>
                </a:lnSpc>
                <a:spcBef>
                  <a:spcPts val="0"/>
                </a:spcBef>
                <a:spcAft>
                  <a:spcPts val="0"/>
                </a:spcAft>
                <a:buNone/>
              </a:pPr>
              <a:endParaRPr b="1" dirty="0">
                <a:solidFill>
                  <a:srgbClr val="FFFFFF"/>
                </a:solidFill>
              </a:endParaRPr>
            </a:p>
            <a:p>
              <a:pPr marL="0" marR="0" lvl="0" indent="0" algn="ctr" rtl="0">
                <a:lnSpc>
                  <a:spcPct val="100000"/>
                </a:lnSpc>
                <a:spcBef>
                  <a:spcPts val="0"/>
                </a:spcBef>
                <a:spcAft>
                  <a:spcPts val="0"/>
                </a:spcAft>
                <a:buNone/>
              </a:pPr>
              <a:endParaRPr b="1" dirty="0">
                <a:solidFill>
                  <a:srgbClr val="FFFFFF"/>
                </a:solidFill>
              </a:endParaRPr>
            </a:p>
            <a:p>
              <a:pPr marL="0" marR="0" lvl="0" indent="0" algn="ctr" rtl="0">
                <a:lnSpc>
                  <a:spcPct val="100000"/>
                </a:lnSpc>
                <a:spcBef>
                  <a:spcPts val="0"/>
                </a:spcBef>
                <a:spcAft>
                  <a:spcPts val="0"/>
                </a:spcAft>
                <a:buNone/>
              </a:pPr>
              <a:r>
                <a:rPr lang="en-US" sz="1200" b="1" dirty="0">
                  <a:solidFill>
                    <a:srgbClr val="FFFFFF"/>
                  </a:solidFill>
                </a:rPr>
                <a:t>SNOWFLAKE DATA CLOUD</a:t>
              </a:r>
              <a:endParaRPr sz="1200" b="1" dirty="0">
                <a:solidFill>
                  <a:srgbClr val="FFFFFF"/>
                </a:solidFill>
              </a:endParaRPr>
            </a:p>
          </p:txBody>
        </p:sp>
        <p:sp>
          <p:nvSpPr>
            <p:cNvPr id="571" name="Google Shape;571;p35"/>
            <p:cNvSpPr/>
            <p:nvPr/>
          </p:nvSpPr>
          <p:spPr>
            <a:xfrm>
              <a:off x="3003788" y="5495375"/>
              <a:ext cx="7611600" cy="845100"/>
            </a:xfrm>
            <a:prstGeom prst="rect">
              <a:avLst/>
            </a:prstGeom>
            <a:solidFill>
              <a:srgbClr val="FFFFFF"/>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endParaRPr sz="1000" b="1" dirty="0">
                <a:solidFill>
                  <a:srgbClr val="558DA9"/>
                </a:solidFill>
              </a:endParaRPr>
            </a:p>
            <a:p>
              <a:pPr marL="0" marR="0" lvl="0" indent="0" algn="ctr" rtl="0">
                <a:lnSpc>
                  <a:spcPct val="100000"/>
                </a:lnSpc>
                <a:spcBef>
                  <a:spcPts val="0"/>
                </a:spcBef>
                <a:spcAft>
                  <a:spcPts val="0"/>
                </a:spcAft>
                <a:buNone/>
              </a:pPr>
              <a:endParaRPr sz="1000" b="1" dirty="0">
                <a:solidFill>
                  <a:srgbClr val="558DA9"/>
                </a:solidFill>
              </a:endParaRPr>
            </a:p>
            <a:p>
              <a:pPr marL="0" marR="0" lvl="0" indent="0" algn="ctr" rtl="0">
                <a:lnSpc>
                  <a:spcPct val="100000"/>
                </a:lnSpc>
                <a:spcBef>
                  <a:spcPts val="0"/>
                </a:spcBef>
                <a:spcAft>
                  <a:spcPts val="0"/>
                </a:spcAft>
                <a:buNone/>
              </a:pPr>
              <a:endParaRPr sz="1000" b="1" dirty="0">
                <a:solidFill>
                  <a:srgbClr val="558DA9"/>
                </a:solidFill>
              </a:endParaRPr>
            </a:p>
            <a:p>
              <a:pPr marL="0" marR="0" lvl="0" indent="0" algn="ctr" rtl="0">
                <a:lnSpc>
                  <a:spcPct val="100000"/>
                </a:lnSpc>
                <a:spcBef>
                  <a:spcPts val="0"/>
                </a:spcBef>
                <a:spcAft>
                  <a:spcPts val="0"/>
                </a:spcAft>
                <a:buNone/>
              </a:pPr>
              <a:endParaRPr sz="1000" b="1" dirty="0">
                <a:solidFill>
                  <a:srgbClr val="558DA9"/>
                </a:solidFill>
              </a:endParaRPr>
            </a:p>
            <a:p>
              <a:pPr marL="0" marR="0" lvl="0" indent="0" algn="ctr" rtl="0">
                <a:lnSpc>
                  <a:spcPct val="100000"/>
                </a:lnSpc>
                <a:spcBef>
                  <a:spcPts val="0"/>
                </a:spcBef>
                <a:spcAft>
                  <a:spcPts val="0"/>
                </a:spcAft>
                <a:buNone/>
              </a:pPr>
              <a:r>
                <a:rPr lang="en-US" sz="1000" b="1" dirty="0">
                  <a:solidFill>
                    <a:srgbClr val="558DA9"/>
                  </a:solidFill>
                </a:rPr>
                <a:t>ADVANCED ANALYTICS INTERFACES</a:t>
              </a:r>
              <a:endParaRPr sz="1000" b="1" dirty="0">
                <a:solidFill>
                  <a:srgbClr val="558DA9"/>
                </a:solidFill>
              </a:endParaRPr>
            </a:p>
          </p:txBody>
        </p:sp>
        <p:sp>
          <p:nvSpPr>
            <p:cNvPr id="572" name="Google Shape;572;p35"/>
            <p:cNvSpPr/>
            <p:nvPr/>
          </p:nvSpPr>
          <p:spPr>
            <a:xfrm>
              <a:off x="3051150" y="515850"/>
              <a:ext cx="7577700" cy="950400"/>
            </a:xfrm>
            <a:prstGeom prst="rect">
              <a:avLst/>
            </a:prstGeom>
            <a:solidFill>
              <a:srgbClr val="FFFFFF"/>
            </a:solidFill>
            <a:ln>
              <a:noFill/>
            </a:ln>
          </p:spPr>
          <p:txBody>
            <a:bodyPr spcFirstLastPara="1" wrap="square" lIns="91425" tIns="91425" rIns="91425" bIns="91425" anchor="t" anchorCtr="0">
              <a:noAutofit/>
            </a:bodyPr>
            <a:lstStyle/>
            <a:p>
              <a:r>
                <a:rPr lang="en-US" b="1" dirty="0"/>
                <a:t>                               	</a:t>
              </a:r>
              <a:r>
                <a:rPr lang="en-US" sz="1000" b="1" dirty="0">
                  <a:solidFill>
                    <a:srgbClr val="558DA9"/>
                  </a:solidFill>
                </a:rPr>
                <a:t>Snowflake Horizon (Catalog, Lineage, Tags, Discovery)</a:t>
              </a:r>
            </a:p>
          </p:txBody>
        </p:sp>
      </p:grpSp>
      <p:sp>
        <p:nvSpPr>
          <p:cNvPr id="573" name="Google Shape;573;p35"/>
          <p:cNvSpPr/>
          <p:nvPr/>
        </p:nvSpPr>
        <p:spPr>
          <a:xfrm>
            <a:off x="4134104" y="857468"/>
            <a:ext cx="918300" cy="338700"/>
          </a:xfrm>
          <a:prstGeom prst="rect">
            <a:avLst/>
          </a:prstGeom>
          <a:solidFill>
            <a:srgbClr val="558DA9"/>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None/>
            </a:pPr>
            <a:r>
              <a:rPr lang="en-US" sz="800">
                <a:solidFill>
                  <a:srgbClr val="FFFFFF"/>
                </a:solidFill>
              </a:rPr>
              <a:t>Orchestration &amp; Workflow</a:t>
            </a:r>
            <a:endParaRPr sz="800">
              <a:solidFill>
                <a:srgbClr val="FFFFFF"/>
              </a:solidFill>
            </a:endParaRPr>
          </a:p>
        </p:txBody>
      </p:sp>
      <p:sp>
        <p:nvSpPr>
          <p:cNvPr id="574" name="Google Shape;574;p35"/>
          <p:cNvSpPr/>
          <p:nvPr/>
        </p:nvSpPr>
        <p:spPr>
          <a:xfrm>
            <a:off x="5127158" y="857468"/>
            <a:ext cx="918300" cy="338700"/>
          </a:xfrm>
          <a:prstGeom prst="rect">
            <a:avLst/>
          </a:prstGeom>
          <a:solidFill>
            <a:srgbClr val="558DA9"/>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None/>
            </a:pPr>
            <a:r>
              <a:rPr lang="en-US" sz="800">
                <a:solidFill>
                  <a:srgbClr val="FFFFFF"/>
                </a:solidFill>
              </a:rPr>
              <a:t>DevOps</a:t>
            </a:r>
            <a:endParaRPr sz="1000">
              <a:solidFill>
                <a:srgbClr val="FFFFFF"/>
              </a:solidFill>
            </a:endParaRPr>
          </a:p>
        </p:txBody>
      </p:sp>
      <p:sp>
        <p:nvSpPr>
          <p:cNvPr id="575" name="Google Shape;575;p35"/>
          <p:cNvSpPr/>
          <p:nvPr/>
        </p:nvSpPr>
        <p:spPr>
          <a:xfrm>
            <a:off x="6120212" y="857468"/>
            <a:ext cx="918300" cy="338700"/>
          </a:xfrm>
          <a:prstGeom prst="rect">
            <a:avLst/>
          </a:prstGeom>
          <a:solidFill>
            <a:srgbClr val="558DA9"/>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None/>
            </a:pPr>
            <a:r>
              <a:rPr lang="en-US" sz="800">
                <a:solidFill>
                  <a:srgbClr val="FFFFFF"/>
                </a:solidFill>
              </a:rPr>
              <a:t>Cataloging</a:t>
            </a:r>
            <a:endParaRPr sz="800">
              <a:solidFill>
                <a:srgbClr val="FFFFFF"/>
              </a:solidFill>
            </a:endParaRPr>
          </a:p>
        </p:txBody>
      </p:sp>
      <p:sp>
        <p:nvSpPr>
          <p:cNvPr id="576" name="Google Shape;576;p35"/>
          <p:cNvSpPr/>
          <p:nvPr/>
        </p:nvSpPr>
        <p:spPr>
          <a:xfrm>
            <a:off x="3141050" y="857468"/>
            <a:ext cx="918300" cy="338700"/>
          </a:xfrm>
          <a:prstGeom prst="rect">
            <a:avLst/>
          </a:prstGeom>
          <a:solidFill>
            <a:srgbClr val="558DA9"/>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None/>
            </a:pPr>
            <a:r>
              <a:rPr lang="en-US" sz="800">
                <a:solidFill>
                  <a:srgbClr val="FFFFFF"/>
                </a:solidFill>
              </a:rPr>
              <a:t>Schema Management</a:t>
            </a:r>
            <a:endParaRPr sz="800">
              <a:solidFill>
                <a:srgbClr val="FFFFFF"/>
              </a:solidFill>
            </a:endParaRPr>
          </a:p>
        </p:txBody>
      </p:sp>
      <p:sp>
        <p:nvSpPr>
          <p:cNvPr id="577" name="Google Shape;577;p35"/>
          <p:cNvSpPr/>
          <p:nvPr/>
        </p:nvSpPr>
        <p:spPr>
          <a:xfrm>
            <a:off x="7113266" y="857468"/>
            <a:ext cx="918300" cy="338700"/>
          </a:xfrm>
          <a:prstGeom prst="rect">
            <a:avLst/>
          </a:prstGeom>
          <a:solidFill>
            <a:srgbClr val="558DA9"/>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None/>
            </a:pPr>
            <a:r>
              <a:rPr lang="en-US" sz="800">
                <a:solidFill>
                  <a:srgbClr val="FFFFFF"/>
                </a:solidFill>
              </a:rPr>
              <a:t>Metadata Management</a:t>
            </a:r>
            <a:endParaRPr sz="800">
              <a:solidFill>
                <a:srgbClr val="FFFFFF"/>
              </a:solidFill>
            </a:endParaRPr>
          </a:p>
        </p:txBody>
      </p:sp>
      <p:sp>
        <p:nvSpPr>
          <p:cNvPr id="578" name="Google Shape;578;p35"/>
          <p:cNvSpPr/>
          <p:nvPr/>
        </p:nvSpPr>
        <p:spPr>
          <a:xfrm>
            <a:off x="8106320" y="857468"/>
            <a:ext cx="918300" cy="338700"/>
          </a:xfrm>
          <a:prstGeom prst="rect">
            <a:avLst/>
          </a:prstGeom>
          <a:solidFill>
            <a:srgbClr val="558DA9"/>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None/>
            </a:pPr>
            <a:r>
              <a:rPr lang="en-US" sz="800">
                <a:solidFill>
                  <a:srgbClr val="FFFFFF"/>
                </a:solidFill>
              </a:rPr>
              <a:t>Discovery &amp; Modeling</a:t>
            </a:r>
            <a:endParaRPr sz="800">
              <a:solidFill>
                <a:srgbClr val="FFFFFF"/>
              </a:solidFill>
            </a:endParaRPr>
          </a:p>
        </p:txBody>
      </p:sp>
      <p:sp>
        <p:nvSpPr>
          <p:cNvPr id="579" name="Google Shape;579;p35"/>
          <p:cNvSpPr/>
          <p:nvPr/>
        </p:nvSpPr>
        <p:spPr>
          <a:xfrm>
            <a:off x="8595008" y="1852375"/>
            <a:ext cx="1040700" cy="3436800"/>
          </a:xfrm>
          <a:prstGeom prst="rect">
            <a:avLst/>
          </a:prstGeom>
          <a:solidFill>
            <a:srgbClr val="FFFFFF"/>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r>
              <a:rPr lang="en-US" sz="800" b="1">
                <a:solidFill>
                  <a:srgbClr val="1398C9"/>
                </a:solidFill>
              </a:rPr>
              <a:t>CONSUMER INTERFACES</a:t>
            </a:r>
            <a:endParaRPr sz="800" b="1">
              <a:solidFill>
                <a:srgbClr val="1398C9"/>
              </a:solidFill>
            </a:endParaRPr>
          </a:p>
        </p:txBody>
      </p:sp>
      <p:sp>
        <p:nvSpPr>
          <p:cNvPr id="580" name="Google Shape;580;p35"/>
          <p:cNvSpPr/>
          <p:nvPr/>
        </p:nvSpPr>
        <p:spPr>
          <a:xfrm>
            <a:off x="3860762" y="4503325"/>
            <a:ext cx="4487400" cy="786000"/>
          </a:xfrm>
          <a:prstGeom prst="rect">
            <a:avLst/>
          </a:prstGeom>
          <a:solidFill>
            <a:srgbClr val="FFFFFF"/>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800" b="1" dirty="0">
                <a:solidFill>
                  <a:srgbClr val="1398C9"/>
                </a:solidFill>
              </a:rPr>
              <a:t>GOVERNANCE</a:t>
            </a:r>
            <a:endParaRPr sz="800" b="1" dirty="0">
              <a:solidFill>
                <a:srgbClr val="1398C9"/>
              </a:solidFill>
            </a:endParaRPr>
          </a:p>
        </p:txBody>
      </p:sp>
      <p:sp>
        <p:nvSpPr>
          <p:cNvPr id="582" name="Google Shape;582;p35"/>
          <p:cNvSpPr/>
          <p:nvPr/>
        </p:nvSpPr>
        <p:spPr>
          <a:xfrm>
            <a:off x="5009709" y="2150275"/>
            <a:ext cx="2065553" cy="2277000"/>
          </a:xfrm>
          <a:prstGeom prst="rect">
            <a:avLst/>
          </a:prstGeom>
          <a:solidFill>
            <a:srgbClr val="FFFFFF"/>
          </a:solidFill>
          <a:ln>
            <a:noFill/>
          </a:ln>
        </p:spPr>
        <p:txBody>
          <a:bodyPr spcFirstLastPara="1" wrap="square" lIns="0" tIns="91425" rIns="0" bIns="91425" anchor="t" anchorCtr="0">
            <a:noAutofit/>
          </a:bodyPr>
          <a:lstStyle/>
          <a:p>
            <a:pPr algn="ctr"/>
            <a:endParaRPr lang="en-US" sz="800" dirty="0">
              <a:solidFill>
                <a:srgbClr val="1398C9"/>
              </a:solidFill>
            </a:endParaRPr>
          </a:p>
          <a:p>
            <a:pPr algn="ctr"/>
            <a:endParaRPr lang="en-US" sz="800" dirty="0">
              <a:solidFill>
                <a:srgbClr val="1398C9"/>
              </a:solidFill>
            </a:endParaRPr>
          </a:p>
          <a:p>
            <a:pPr algn="ctr"/>
            <a:endParaRPr lang="en-US" sz="800" dirty="0">
              <a:solidFill>
                <a:srgbClr val="1398C9"/>
              </a:solidFill>
            </a:endParaRPr>
          </a:p>
          <a:p>
            <a:pPr algn="ctr"/>
            <a:r>
              <a:rPr lang="en-US" sz="800" dirty="0">
                <a:solidFill>
                  <a:srgbClr val="1398C9"/>
                </a:solidFill>
              </a:rPr>
              <a:t>                        </a:t>
            </a:r>
          </a:p>
          <a:p>
            <a:pPr algn="ctr"/>
            <a:r>
              <a:rPr lang="en-US" sz="800" dirty="0">
                <a:solidFill>
                  <a:srgbClr val="1398C9"/>
                </a:solidFill>
              </a:rPr>
              <a:t>                                      4 Dynamic tables</a:t>
            </a:r>
          </a:p>
          <a:p>
            <a:pPr algn="ctr"/>
            <a:r>
              <a:rPr lang="en-US" sz="800" dirty="0">
                <a:solidFill>
                  <a:srgbClr val="1398C9"/>
                </a:solidFill>
              </a:rPr>
              <a:t>                                    with all business logic</a:t>
            </a:r>
          </a:p>
          <a:p>
            <a:pPr algn="ctr"/>
            <a:endParaRPr lang="en-US" sz="800" dirty="0">
              <a:solidFill>
                <a:srgbClr val="1398C9"/>
              </a:solidFill>
            </a:endParaRPr>
          </a:p>
          <a:p>
            <a:r>
              <a:rPr lang="en-US" sz="800" dirty="0">
                <a:solidFill>
                  <a:srgbClr val="1398C9"/>
                </a:solidFill>
              </a:rPr>
              <a:t>        1 Typed</a:t>
            </a:r>
          </a:p>
          <a:p>
            <a:r>
              <a:rPr lang="en-US" sz="800" dirty="0">
                <a:solidFill>
                  <a:srgbClr val="1398C9"/>
                </a:solidFill>
              </a:rPr>
              <a:t>           Table</a:t>
            </a:r>
          </a:p>
        </p:txBody>
      </p:sp>
      <p:sp>
        <p:nvSpPr>
          <p:cNvPr id="583" name="Google Shape;583;p35"/>
          <p:cNvSpPr/>
          <p:nvPr/>
        </p:nvSpPr>
        <p:spPr>
          <a:xfrm>
            <a:off x="7165912" y="2150275"/>
            <a:ext cx="1168465" cy="2277000"/>
          </a:xfrm>
          <a:prstGeom prst="rect">
            <a:avLst/>
          </a:prstGeom>
          <a:solidFill>
            <a:srgbClr val="FFFFFF"/>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r>
              <a:rPr lang="en-US" sz="800" b="1" dirty="0">
                <a:solidFill>
                  <a:srgbClr val="1398C9"/>
                </a:solidFill>
              </a:rPr>
              <a:t>DATA ACCESS SERVICES</a:t>
            </a:r>
          </a:p>
          <a:p>
            <a:pPr marL="0" marR="0" lvl="0" indent="0" algn="ctr" rtl="0">
              <a:lnSpc>
                <a:spcPct val="100000"/>
              </a:lnSpc>
              <a:spcBef>
                <a:spcPts val="0"/>
              </a:spcBef>
              <a:spcAft>
                <a:spcPts val="0"/>
              </a:spcAft>
              <a:buNone/>
            </a:pPr>
            <a:endParaRPr lang="en-US" sz="800" b="1" dirty="0">
              <a:solidFill>
                <a:srgbClr val="1398C9"/>
              </a:solidFill>
            </a:endParaRPr>
          </a:p>
          <a:p>
            <a:pPr marL="0" marR="0" lvl="0" indent="0" algn="ctr" rtl="0">
              <a:lnSpc>
                <a:spcPct val="100000"/>
              </a:lnSpc>
              <a:spcBef>
                <a:spcPts val="0"/>
              </a:spcBef>
              <a:spcAft>
                <a:spcPts val="0"/>
              </a:spcAft>
              <a:buNone/>
            </a:pPr>
            <a:endParaRPr lang="en-US" sz="800" b="1" dirty="0">
              <a:solidFill>
                <a:srgbClr val="1398C9"/>
              </a:solidFill>
            </a:endParaRPr>
          </a:p>
          <a:p>
            <a:pPr marL="0" marR="0" lvl="0" indent="0" algn="ctr" rtl="0">
              <a:lnSpc>
                <a:spcPct val="100000"/>
              </a:lnSpc>
              <a:spcBef>
                <a:spcPts val="0"/>
              </a:spcBef>
              <a:spcAft>
                <a:spcPts val="0"/>
              </a:spcAft>
              <a:buNone/>
            </a:pPr>
            <a:endParaRPr lang="en-US" sz="800" b="1" dirty="0">
              <a:solidFill>
                <a:srgbClr val="1398C9"/>
              </a:solidFill>
            </a:endParaRPr>
          </a:p>
          <a:p>
            <a:pPr marL="0" marR="0" lvl="0" indent="0" algn="ctr" rtl="0">
              <a:lnSpc>
                <a:spcPct val="100000"/>
              </a:lnSpc>
              <a:spcBef>
                <a:spcPts val="0"/>
              </a:spcBef>
              <a:spcAft>
                <a:spcPts val="0"/>
              </a:spcAft>
              <a:buNone/>
            </a:pPr>
            <a:endParaRPr lang="en-US" sz="800" b="1" dirty="0">
              <a:solidFill>
                <a:srgbClr val="1398C9"/>
              </a:solidFill>
            </a:endParaRPr>
          </a:p>
          <a:p>
            <a:pPr marL="0" marR="0" lvl="0" indent="0" algn="ctr" rtl="0">
              <a:lnSpc>
                <a:spcPct val="100000"/>
              </a:lnSpc>
              <a:spcBef>
                <a:spcPts val="0"/>
              </a:spcBef>
              <a:spcAft>
                <a:spcPts val="0"/>
              </a:spcAft>
              <a:buNone/>
            </a:pPr>
            <a:endParaRPr lang="en-US" sz="800" b="1" dirty="0">
              <a:solidFill>
                <a:srgbClr val="1398C9"/>
              </a:solidFill>
            </a:endParaRPr>
          </a:p>
          <a:p>
            <a:pPr marL="0" marR="0" lvl="0" indent="0" algn="ctr" rtl="0">
              <a:lnSpc>
                <a:spcPct val="100000"/>
              </a:lnSpc>
              <a:spcBef>
                <a:spcPts val="0"/>
              </a:spcBef>
              <a:spcAft>
                <a:spcPts val="0"/>
              </a:spcAft>
              <a:buNone/>
            </a:pPr>
            <a:endParaRPr lang="en-US" sz="800" b="1" dirty="0">
              <a:solidFill>
                <a:srgbClr val="1398C9"/>
              </a:solidFill>
            </a:endParaRPr>
          </a:p>
          <a:p>
            <a:pPr marL="0" marR="0" lvl="0" indent="0" algn="ctr" rtl="0">
              <a:lnSpc>
                <a:spcPct val="100000"/>
              </a:lnSpc>
              <a:spcBef>
                <a:spcPts val="0"/>
              </a:spcBef>
              <a:spcAft>
                <a:spcPts val="0"/>
              </a:spcAft>
              <a:buNone/>
            </a:pPr>
            <a:endParaRPr lang="en-US" sz="800" b="1" dirty="0">
              <a:solidFill>
                <a:srgbClr val="1398C9"/>
              </a:solidFill>
            </a:endParaRPr>
          </a:p>
          <a:p>
            <a:pPr marL="0" marR="0" lvl="0" indent="0" algn="ctr" rtl="0">
              <a:lnSpc>
                <a:spcPct val="100000"/>
              </a:lnSpc>
              <a:spcBef>
                <a:spcPts val="0"/>
              </a:spcBef>
              <a:spcAft>
                <a:spcPts val="0"/>
              </a:spcAft>
              <a:buNone/>
            </a:pPr>
            <a:endParaRPr lang="en-US" sz="800" b="1" dirty="0">
              <a:solidFill>
                <a:srgbClr val="1398C9"/>
              </a:solidFill>
            </a:endParaRPr>
          </a:p>
          <a:p>
            <a:pPr marL="0" marR="0" lvl="0" indent="0" algn="ctr" rtl="0">
              <a:lnSpc>
                <a:spcPct val="100000"/>
              </a:lnSpc>
              <a:spcBef>
                <a:spcPts val="0"/>
              </a:spcBef>
              <a:spcAft>
                <a:spcPts val="0"/>
              </a:spcAft>
              <a:buNone/>
            </a:pPr>
            <a:r>
              <a:rPr lang="en-US" sz="800" dirty="0">
                <a:solidFill>
                  <a:srgbClr val="1398C9"/>
                </a:solidFill>
              </a:rPr>
              <a:t>7 views with core KPIs all built from the 4 Dynamic Tables in the Silver layer</a:t>
            </a:r>
          </a:p>
          <a:p>
            <a:pPr marL="0" marR="0" lvl="0" indent="0" algn="ctr" rtl="0">
              <a:lnSpc>
                <a:spcPct val="100000"/>
              </a:lnSpc>
              <a:spcBef>
                <a:spcPts val="0"/>
              </a:spcBef>
              <a:spcAft>
                <a:spcPts val="0"/>
              </a:spcAft>
              <a:buNone/>
            </a:pPr>
            <a:endParaRPr lang="en-US" sz="800" b="1" dirty="0">
              <a:solidFill>
                <a:srgbClr val="1398C9"/>
              </a:solidFill>
            </a:endParaRPr>
          </a:p>
          <a:p>
            <a:pPr marL="0" marR="0" lvl="0" indent="0" algn="ctr" rtl="0">
              <a:lnSpc>
                <a:spcPct val="100000"/>
              </a:lnSpc>
              <a:spcBef>
                <a:spcPts val="0"/>
              </a:spcBef>
              <a:spcAft>
                <a:spcPts val="0"/>
              </a:spcAft>
              <a:buNone/>
            </a:pPr>
            <a:endParaRPr sz="800" b="1" dirty="0">
              <a:solidFill>
                <a:srgbClr val="1398C9"/>
              </a:solidFill>
            </a:endParaRPr>
          </a:p>
        </p:txBody>
      </p:sp>
      <p:sp>
        <p:nvSpPr>
          <p:cNvPr id="584" name="Google Shape;584;p35"/>
          <p:cNvSpPr/>
          <p:nvPr/>
        </p:nvSpPr>
        <p:spPr>
          <a:xfrm>
            <a:off x="2545587" y="1852375"/>
            <a:ext cx="1040700" cy="3436800"/>
          </a:xfrm>
          <a:prstGeom prst="rect">
            <a:avLst/>
          </a:prstGeom>
          <a:solidFill>
            <a:srgbClr val="FFFFFF"/>
          </a:solidFill>
          <a:ln>
            <a:noFill/>
          </a:ln>
        </p:spPr>
        <p:txBody>
          <a:bodyPr spcFirstLastPara="1" wrap="square" lIns="91425" tIns="137150" rIns="91425" bIns="45700" anchor="t" anchorCtr="0">
            <a:noAutofit/>
          </a:bodyPr>
          <a:lstStyle/>
          <a:p>
            <a:pPr marL="0" marR="0" lvl="0" indent="0" algn="ctr" rtl="0">
              <a:lnSpc>
                <a:spcPct val="100000"/>
              </a:lnSpc>
              <a:spcBef>
                <a:spcPts val="0"/>
              </a:spcBef>
              <a:spcAft>
                <a:spcPts val="0"/>
              </a:spcAft>
              <a:buNone/>
            </a:pPr>
            <a:r>
              <a:rPr lang="en-US" sz="800" b="1" dirty="0">
                <a:solidFill>
                  <a:srgbClr val="1398C9"/>
                </a:solidFill>
              </a:rPr>
              <a:t>Unified Ingestion</a:t>
            </a:r>
            <a:endParaRPr sz="800" b="1" dirty="0">
              <a:solidFill>
                <a:srgbClr val="1398C9"/>
              </a:solidFill>
            </a:endParaRPr>
          </a:p>
        </p:txBody>
      </p:sp>
      <p:sp>
        <p:nvSpPr>
          <p:cNvPr id="585" name="Google Shape;585;p35"/>
          <p:cNvSpPr/>
          <p:nvPr/>
        </p:nvSpPr>
        <p:spPr>
          <a:xfrm>
            <a:off x="110750" y="0"/>
            <a:ext cx="12081300" cy="569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r>
              <a:rPr lang="en-US" sz="2000" b="1" dirty="0">
                <a:solidFill>
                  <a:schemeClr val="dk1"/>
                </a:solidFill>
              </a:rPr>
              <a:t> </a:t>
            </a:r>
            <a:r>
              <a:rPr lang="en-US" sz="2000" b="1" dirty="0">
                <a:solidFill>
                  <a:srgbClr val="262626"/>
                </a:solidFill>
              </a:rPr>
              <a:t>Tasty Bytes: PROPOSED TARGET DATA ARCHITECTURE</a:t>
            </a:r>
            <a:endParaRPr sz="2000" b="1" dirty="0">
              <a:solidFill>
                <a:srgbClr val="2AB5E8"/>
              </a:solidFill>
            </a:endParaRPr>
          </a:p>
        </p:txBody>
      </p:sp>
      <p:sp>
        <p:nvSpPr>
          <p:cNvPr id="586" name="Google Shape;586;p35"/>
          <p:cNvSpPr/>
          <p:nvPr/>
        </p:nvSpPr>
        <p:spPr>
          <a:xfrm>
            <a:off x="5128779" y="5080037"/>
            <a:ext cx="914400" cy="168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700">
                <a:solidFill>
                  <a:srgbClr val="1398C9"/>
                </a:solidFill>
              </a:rPr>
              <a:t>RBAC</a:t>
            </a:r>
            <a:endParaRPr sz="700">
              <a:solidFill>
                <a:srgbClr val="1398C9"/>
              </a:solidFill>
            </a:endParaRPr>
          </a:p>
        </p:txBody>
      </p:sp>
      <p:sp>
        <p:nvSpPr>
          <p:cNvPr id="587" name="Google Shape;587;p35"/>
          <p:cNvSpPr/>
          <p:nvPr/>
        </p:nvSpPr>
        <p:spPr>
          <a:xfrm>
            <a:off x="4114286" y="5080037"/>
            <a:ext cx="914400" cy="168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700" dirty="0">
                <a:solidFill>
                  <a:srgbClr val="1398C9"/>
                </a:solidFill>
              </a:rPr>
              <a:t>Tagging</a:t>
            </a:r>
            <a:endParaRPr sz="700" dirty="0">
              <a:solidFill>
                <a:srgbClr val="1398C9"/>
              </a:solidFill>
            </a:endParaRPr>
          </a:p>
        </p:txBody>
      </p:sp>
      <p:sp>
        <p:nvSpPr>
          <p:cNvPr id="588" name="Google Shape;588;p35"/>
          <p:cNvSpPr/>
          <p:nvPr/>
        </p:nvSpPr>
        <p:spPr>
          <a:xfrm>
            <a:off x="6149047" y="5080037"/>
            <a:ext cx="914400" cy="168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700">
                <a:solidFill>
                  <a:srgbClr val="1398C9"/>
                </a:solidFill>
              </a:rPr>
              <a:t>Metadata</a:t>
            </a:r>
            <a:endParaRPr sz="700">
              <a:solidFill>
                <a:srgbClr val="1398C9"/>
              </a:solidFill>
            </a:endParaRPr>
          </a:p>
        </p:txBody>
      </p:sp>
      <p:sp>
        <p:nvSpPr>
          <p:cNvPr id="589" name="Google Shape;589;p35"/>
          <p:cNvSpPr/>
          <p:nvPr/>
        </p:nvSpPr>
        <p:spPr>
          <a:xfrm>
            <a:off x="7076972" y="5080025"/>
            <a:ext cx="1122900" cy="168600"/>
          </a:xfrm>
          <a:prstGeom prst="rect">
            <a:avLst/>
          </a:prstGeom>
          <a:noFill/>
          <a:ln>
            <a:noFill/>
          </a:ln>
        </p:spPr>
        <p:txBody>
          <a:bodyPr spcFirstLastPara="1" wrap="square" lIns="0" tIns="91425" rIns="0" bIns="91425" anchor="ctr" anchorCtr="0">
            <a:noAutofit/>
          </a:bodyPr>
          <a:lstStyle/>
          <a:p>
            <a:pPr lvl="0" algn="ctr"/>
            <a:r>
              <a:rPr lang="en-US" sz="700" dirty="0">
                <a:solidFill>
                  <a:srgbClr val="1398C9"/>
                </a:solidFill>
              </a:rPr>
              <a:t>Column Level Governance</a:t>
            </a:r>
            <a:endParaRPr sz="700" dirty="0">
              <a:solidFill>
                <a:srgbClr val="1398C9"/>
              </a:solidFill>
            </a:endParaRPr>
          </a:p>
        </p:txBody>
      </p:sp>
      <p:sp>
        <p:nvSpPr>
          <p:cNvPr id="590" name="Google Shape;590;p35"/>
          <p:cNvSpPr/>
          <p:nvPr/>
        </p:nvSpPr>
        <p:spPr>
          <a:xfrm>
            <a:off x="10183503" y="759625"/>
            <a:ext cx="1343400" cy="5622300"/>
          </a:xfrm>
          <a:prstGeom prst="rect">
            <a:avLst/>
          </a:prstGeom>
          <a:solidFill>
            <a:srgbClr val="FFFFFF"/>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1000" b="1" dirty="0">
                <a:solidFill>
                  <a:srgbClr val="558DA9"/>
                </a:solidFill>
              </a:rPr>
              <a:t>  DATA     CONSUMPTION</a:t>
            </a:r>
            <a:endParaRPr sz="1000" b="1" dirty="0">
              <a:solidFill>
                <a:srgbClr val="558DA9"/>
              </a:solidFill>
            </a:endParaRPr>
          </a:p>
        </p:txBody>
      </p:sp>
      <p:sp>
        <p:nvSpPr>
          <p:cNvPr id="591" name="Google Shape;591;p35"/>
          <p:cNvSpPr/>
          <p:nvPr/>
        </p:nvSpPr>
        <p:spPr>
          <a:xfrm>
            <a:off x="10256635" y="1904984"/>
            <a:ext cx="1155014" cy="1991897"/>
          </a:xfrm>
          <a:prstGeom prst="rect">
            <a:avLst/>
          </a:prstGeom>
          <a:solidFill>
            <a:srgbClr val="FFFFFF"/>
          </a:solidFill>
          <a:ln w="9525" cap="flat" cmpd="sng">
            <a:solidFill>
              <a:srgbClr val="558DA9"/>
            </a:solidFill>
            <a:prstDash val="dash"/>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2DB5E9"/>
              </a:buClr>
              <a:buSzPts val="1600"/>
              <a:buFont typeface="Arial"/>
              <a:buNone/>
            </a:pPr>
            <a:r>
              <a:rPr lang="en-US" sz="800" b="1" dirty="0">
                <a:solidFill>
                  <a:srgbClr val="0D5D7B"/>
                </a:solidFill>
              </a:rPr>
              <a:t>Reporting/BI</a:t>
            </a:r>
            <a:endParaRPr sz="800" b="1" dirty="0">
              <a:solidFill>
                <a:srgbClr val="0D5D7B"/>
              </a:solidFill>
            </a:endParaRPr>
          </a:p>
        </p:txBody>
      </p:sp>
      <p:sp>
        <p:nvSpPr>
          <p:cNvPr id="592" name="Google Shape;592;p35"/>
          <p:cNvSpPr/>
          <p:nvPr/>
        </p:nvSpPr>
        <p:spPr>
          <a:xfrm>
            <a:off x="10256390" y="4007954"/>
            <a:ext cx="1163100" cy="1553100"/>
          </a:xfrm>
          <a:prstGeom prst="rect">
            <a:avLst/>
          </a:prstGeom>
          <a:solidFill>
            <a:srgbClr val="FFFFFF"/>
          </a:solidFill>
          <a:ln w="9525" cap="flat" cmpd="sng">
            <a:solidFill>
              <a:srgbClr val="558DA9"/>
            </a:solidFill>
            <a:prstDash val="dash"/>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2DB5E9"/>
              </a:buClr>
              <a:buSzPts val="1600"/>
              <a:buFont typeface="Arial"/>
              <a:buNone/>
            </a:pPr>
            <a:r>
              <a:rPr lang="en-US" sz="800" b="1" dirty="0">
                <a:solidFill>
                  <a:srgbClr val="0D5D7B"/>
                </a:solidFill>
              </a:rPr>
              <a:t>Applications(optional)</a:t>
            </a:r>
            <a:endParaRPr sz="800" b="1" dirty="0">
              <a:solidFill>
                <a:srgbClr val="0D5D7B"/>
              </a:solidFill>
            </a:endParaRPr>
          </a:p>
        </p:txBody>
      </p:sp>
      <p:sp>
        <p:nvSpPr>
          <p:cNvPr id="593" name="Google Shape;593;p35"/>
          <p:cNvSpPr/>
          <p:nvPr/>
        </p:nvSpPr>
        <p:spPr>
          <a:xfrm>
            <a:off x="10401540" y="2299184"/>
            <a:ext cx="879600" cy="248532"/>
          </a:xfrm>
          <a:prstGeom prst="rect">
            <a:avLst/>
          </a:prstGeom>
          <a:solidFill>
            <a:srgbClr val="558DA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800" dirty="0">
                <a:solidFill>
                  <a:srgbClr val="FFFFFF"/>
                </a:solidFill>
              </a:rPr>
              <a:t>Executives</a:t>
            </a:r>
            <a:endParaRPr sz="800" dirty="0">
              <a:solidFill>
                <a:srgbClr val="FFFFFF"/>
              </a:solidFill>
            </a:endParaRPr>
          </a:p>
        </p:txBody>
      </p:sp>
      <p:sp>
        <p:nvSpPr>
          <p:cNvPr id="594" name="Google Shape;594;p35"/>
          <p:cNvSpPr/>
          <p:nvPr/>
        </p:nvSpPr>
        <p:spPr>
          <a:xfrm>
            <a:off x="10415403" y="2608371"/>
            <a:ext cx="879600" cy="251522"/>
          </a:xfrm>
          <a:prstGeom prst="rect">
            <a:avLst/>
          </a:prstGeom>
          <a:solidFill>
            <a:srgbClr val="558DA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800" dirty="0">
                <a:solidFill>
                  <a:srgbClr val="FFFFFF"/>
                </a:solidFill>
              </a:rPr>
              <a:t>Operations</a:t>
            </a:r>
            <a:endParaRPr sz="800" dirty="0">
              <a:solidFill>
                <a:srgbClr val="FFFFFF"/>
              </a:solidFill>
            </a:endParaRPr>
          </a:p>
        </p:txBody>
      </p:sp>
      <p:sp>
        <p:nvSpPr>
          <p:cNvPr id="595" name="Google Shape;595;p35"/>
          <p:cNvSpPr/>
          <p:nvPr/>
        </p:nvSpPr>
        <p:spPr>
          <a:xfrm>
            <a:off x="10401540" y="4668909"/>
            <a:ext cx="879600" cy="338700"/>
          </a:xfrm>
          <a:prstGeom prst="rect">
            <a:avLst/>
          </a:prstGeom>
          <a:solidFill>
            <a:srgbClr val="558DA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800" dirty="0">
                <a:solidFill>
                  <a:srgbClr val="FFFFFF"/>
                </a:solidFill>
              </a:rPr>
              <a:t>Desktop </a:t>
            </a:r>
            <a:endParaRPr sz="800" dirty="0">
              <a:solidFill>
                <a:srgbClr val="FFFFFF"/>
              </a:solidFill>
            </a:endParaRPr>
          </a:p>
        </p:txBody>
      </p:sp>
      <p:sp>
        <p:nvSpPr>
          <p:cNvPr id="596" name="Google Shape;596;p35"/>
          <p:cNvSpPr/>
          <p:nvPr/>
        </p:nvSpPr>
        <p:spPr>
          <a:xfrm>
            <a:off x="10401540" y="4303810"/>
            <a:ext cx="879600" cy="338700"/>
          </a:xfrm>
          <a:prstGeom prst="rect">
            <a:avLst/>
          </a:prstGeom>
          <a:solidFill>
            <a:srgbClr val="558DA9"/>
          </a:solidFill>
          <a:ln>
            <a:noFill/>
          </a:ln>
        </p:spPr>
        <p:txBody>
          <a:bodyPr spcFirstLastPara="1" wrap="square" lIns="91425" tIns="91425" rIns="91425" bIns="91425" anchor="ctr" anchorCtr="0">
            <a:noAutofit/>
          </a:bodyPr>
          <a:lstStyle/>
          <a:p>
            <a:pPr algn="ctr"/>
            <a:r>
              <a:rPr lang="en-US" sz="800" dirty="0">
                <a:solidFill>
                  <a:srgbClr val="FFFFFF"/>
                </a:solidFill>
              </a:rPr>
              <a:t>Mobile Apps</a:t>
            </a:r>
          </a:p>
        </p:txBody>
      </p:sp>
      <p:sp>
        <p:nvSpPr>
          <p:cNvPr id="597" name="Google Shape;597;p35"/>
          <p:cNvSpPr/>
          <p:nvPr/>
        </p:nvSpPr>
        <p:spPr>
          <a:xfrm>
            <a:off x="10401540" y="5042554"/>
            <a:ext cx="879600" cy="338700"/>
          </a:xfrm>
          <a:prstGeom prst="rect">
            <a:avLst/>
          </a:prstGeom>
          <a:solidFill>
            <a:srgbClr val="558DA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800" dirty="0">
                <a:solidFill>
                  <a:srgbClr val="FFFFFF"/>
                </a:solidFill>
              </a:rPr>
              <a:t>Other Apps</a:t>
            </a:r>
            <a:endParaRPr sz="800" dirty="0">
              <a:solidFill>
                <a:srgbClr val="FFFFFF"/>
              </a:solidFill>
            </a:endParaRPr>
          </a:p>
        </p:txBody>
      </p:sp>
      <p:sp>
        <p:nvSpPr>
          <p:cNvPr id="598" name="Google Shape;598;p35"/>
          <p:cNvSpPr/>
          <p:nvPr/>
        </p:nvSpPr>
        <p:spPr>
          <a:xfrm>
            <a:off x="6668481" y="5803853"/>
            <a:ext cx="879600" cy="338700"/>
          </a:xfrm>
          <a:prstGeom prst="rect">
            <a:avLst/>
          </a:prstGeom>
          <a:solidFill>
            <a:srgbClr val="558DA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800" dirty="0">
                <a:solidFill>
                  <a:srgbClr val="FFFFFF"/>
                </a:solidFill>
              </a:rPr>
              <a:t>Realtime Ops</a:t>
            </a:r>
            <a:endParaRPr sz="800" dirty="0">
              <a:solidFill>
                <a:srgbClr val="FFFFFF"/>
              </a:solidFill>
            </a:endParaRPr>
          </a:p>
        </p:txBody>
      </p:sp>
      <p:sp>
        <p:nvSpPr>
          <p:cNvPr id="602" name="Google Shape;602;p35"/>
          <p:cNvSpPr/>
          <p:nvPr/>
        </p:nvSpPr>
        <p:spPr>
          <a:xfrm>
            <a:off x="643938" y="645657"/>
            <a:ext cx="1343400" cy="5603474"/>
          </a:xfrm>
          <a:prstGeom prst="rect">
            <a:avLst/>
          </a:prstGeom>
          <a:solidFill>
            <a:srgbClr val="FFFFFF"/>
          </a:solidFill>
          <a:ln>
            <a:noFill/>
          </a:ln>
        </p:spPr>
        <p:txBody>
          <a:bodyPr spcFirstLastPara="1" wrap="square" lIns="91425" tIns="90000" rIns="91425" bIns="45700" anchor="t" anchorCtr="0">
            <a:noAutofit/>
          </a:bodyPr>
          <a:lstStyle/>
          <a:p>
            <a:pPr marL="0" marR="0" lvl="0" indent="0" algn="ctr" rtl="0">
              <a:lnSpc>
                <a:spcPct val="100000"/>
              </a:lnSpc>
              <a:spcBef>
                <a:spcPts val="0"/>
              </a:spcBef>
              <a:spcAft>
                <a:spcPts val="0"/>
              </a:spcAft>
              <a:buNone/>
            </a:pPr>
            <a:r>
              <a:rPr lang="en-US" sz="1000" b="1" dirty="0">
                <a:solidFill>
                  <a:srgbClr val="558DA9"/>
                </a:solidFill>
              </a:rPr>
              <a:t>DATA SOURCES</a:t>
            </a:r>
            <a:endParaRPr sz="1000" b="1" dirty="0">
              <a:solidFill>
                <a:srgbClr val="558DA9"/>
              </a:solidFill>
            </a:endParaRPr>
          </a:p>
        </p:txBody>
      </p:sp>
      <p:sp>
        <p:nvSpPr>
          <p:cNvPr id="604" name="Google Shape;604;p35"/>
          <p:cNvSpPr/>
          <p:nvPr/>
        </p:nvSpPr>
        <p:spPr>
          <a:xfrm>
            <a:off x="733171" y="1418360"/>
            <a:ext cx="1163100" cy="1548766"/>
          </a:xfrm>
          <a:prstGeom prst="rect">
            <a:avLst/>
          </a:prstGeom>
          <a:solidFill>
            <a:srgbClr val="FFFFFF"/>
          </a:solidFill>
          <a:ln w="9525" cap="flat" cmpd="sng">
            <a:solidFill>
              <a:srgbClr val="558DA9"/>
            </a:solidFill>
            <a:prstDash val="dash"/>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2DB5E9"/>
              </a:buClr>
              <a:buSzPts val="1600"/>
              <a:buFont typeface="Arial"/>
              <a:buNone/>
            </a:pPr>
            <a:r>
              <a:rPr lang="en-US" sz="800" b="1" dirty="0">
                <a:solidFill>
                  <a:srgbClr val="0D5D7B"/>
                </a:solidFill>
              </a:rPr>
              <a:t>Transactional Systems</a:t>
            </a:r>
            <a:endParaRPr sz="800" b="1" dirty="0">
              <a:solidFill>
                <a:srgbClr val="0D5D7B"/>
              </a:solidFill>
            </a:endParaRPr>
          </a:p>
        </p:txBody>
      </p:sp>
      <p:sp>
        <p:nvSpPr>
          <p:cNvPr id="605" name="Google Shape;605;p35"/>
          <p:cNvSpPr/>
          <p:nvPr/>
        </p:nvSpPr>
        <p:spPr>
          <a:xfrm>
            <a:off x="866571" y="5200067"/>
            <a:ext cx="879600" cy="273600"/>
          </a:xfrm>
          <a:prstGeom prst="rect">
            <a:avLst/>
          </a:prstGeom>
          <a:solidFill>
            <a:srgbClr val="558DA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800" dirty="0">
                <a:solidFill>
                  <a:srgbClr val="FFFFFF"/>
                </a:solidFill>
              </a:rPr>
              <a:t>Salesforce</a:t>
            </a:r>
            <a:endParaRPr sz="800" dirty="0">
              <a:solidFill>
                <a:srgbClr val="FFFFFF"/>
              </a:solidFill>
            </a:endParaRPr>
          </a:p>
        </p:txBody>
      </p:sp>
      <p:sp>
        <p:nvSpPr>
          <p:cNvPr id="610" name="Google Shape;610;p35"/>
          <p:cNvSpPr/>
          <p:nvPr/>
        </p:nvSpPr>
        <p:spPr>
          <a:xfrm>
            <a:off x="733171" y="3052419"/>
            <a:ext cx="1163100" cy="1851841"/>
          </a:xfrm>
          <a:prstGeom prst="rect">
            <a:avLst/>
          </a:prstGeom>
          <a:solidFill>
            <a:srgbClr val="FFFFFF"/>
          </a:solidFill>
          <a:ln w="9525" cap="flat" cmpd="sng">
            <a:solidFill>
              <a:srgbClr val="558DA9"/>
            </a:solidFill>
            <a:prstDash val="dash"/>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2DB5E9"/>
              </a:buClr>
              <a:buSzPts val="1600"/>
              <a:buFont typeface="Arial"/>
              <a:buNone/>
            </a:pPr>
            <a:r>
              <a:rPr lang="en-US" sz="800" b="1" dirty="0">
                <a:solidFill>
                  <a:srgbClr val="0D5D7B"/>
                </a:solidFill>
              </a:rPr>
              <a:t>Real-Time / Event Systems</a:t>
            </a:r>
            <a:endParaRPr sz="800" b="1" dirty="0">
              <a:solidFill>
                <a:srgbClr val="0D5D7B"/>
              </a:solidFill>
            </a:endParaRPr>
          </a:p>
        </p:txBody>
      </p:sp>
      <p:sp>
        <p:nvSpPr>
          <p:cNvPr id="611" name="Google Shape;611;p35"/>
          <p:cNvSpPr/>
          <p:nvPr/>
        </p:nvSpPr>
        <p:spPr>
          <a:xfrm>
            <a:off x="866571" y="3354500"/>
            <a:ext cx="879600" cy="402044"/>
          </a:xfrm>
          <a:prstGeom prst="rect">
            <a:avLst/>
          </a:prstGeom>
          <a:solidFill>
            <a:srgbClr val="558DA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800" dirty="0">
                <a:solidFill>
                  <a:srgbClr val="FFFFFF"/>
                </a:solidFill>
              </a:rPr>
              <a:t>Kafka (Trucks Ops Telemetry)</a:t>
            </a:r>
            <a:endParaRPr sz="800" dirty="0">
              <a:solidFill>
                <a:srgbClr val="FFFFFF"/>
              </a:solidFill>
            </a:endParaRPr>
          </a:p>
        </p:txBody>
      </p:sp>
      <p:sp>
        <p:nvSpPr>
          <p:cNvPr id="613" name="Google Shape;613;p35"/>
          <p:cNvSpPr/>
          <p:nvPr/>
        </p:nvSpPr>
        <p:spPr>
          <a:xfrm>
            <a:off x="866571" y="1810258"/>
            <a:ext cx="879600" cy="274800"/>
          </a:xfrm>
          <a:prstGeom prst="rect">
            <a:avLst/>
          </a:prstGeom>
          <a:solidFill>
            <a:srgbClr val="558DA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800" dirty="0">
                <a:solidFill>
                  <a:srgbClr val="FFFFFF"/>
                </a:solidFill>
              </a:rPr>
              <a:t>PostgreSQL</a:t>
            </a:r>
            <a:endParaRPr sz="800" dirty="0">
              <a:solidFill>
                <a:srgbClr val="FFFFFF"/>
              </a:solidFill>
            </a:endParaRPr>
          </a:p>
        </p:txBody>
      </p:sp>
      <p:sp>
        <p:nvSpPr>
          <p:cNvPr id="619" name="Google Shape;619;p35"/>
          <p:cNvSpPr/>
          <p:nvPr/>
        </p:nvSpPr>
        <p:spPr>
          <a:xfrm>
            <a:off x="3860769" y="2150275"/>
            <a:ext cx="1040700" cy="2277000"/>
          </a:xfrm>
          <a:prstGeom prst="rect">
            <a:avLst/>
          </a:prstGeom>
          <a:solidFill>
            <a:srgbClr val="FFFFFF"/>
          </a:solidFill>
          <a:ln>
            <a:noFill/>
          </a:ln>
        </p:spPr>
        <p:txBody>
          <a:bodyPr spcFirstLastPara="1" wrap="square" lIns="0" tIns="91425" rIns="0" bIns="91425" anchor="t" anchorCtr="0">
            <a:noAutofit/>
          </a:bodyPr>
          <a:lstStyle/>
          <a:p>
            <a:pPr marL="0" marR="0" lvl="0" indent="0" algn="ctr" rtl="0">
              <a:lnSpc>
                <a:spcPct val="100000"/>
              </a:lnSpc>
              <a:spcBef>
                <a:spcPts val="0"/>
              </a:spcBef>
              <a:spcAft>
                <a:spcPts val="0"/>
              </a:spcAft>
              <a:buNone/>
            </a:pPr>
            <a:r>
              <a:rPr lang="en-US" sz="800" b="1" dirty="0">
                <a:solidFill>
                  <a:srgbClr val="1398C9"/>
                </a:solidFill>
              </a:rPr>
              <a:t>LANDING ZONE</a:t>
            </a:r>
          </a:p>
          <a:p>
            <a:pPr marL="0" marR="0" lvl="0" indent="0" algn="ctr" rtl="0">
              <a:lnSpc>
                <a:spcPct val="100000"/>
              </a:lnSpc>
              <a:spcBef>
                <a:spcPts val="0"/>
              </a:spcBef>
              <a:spcAft>
                <a:spcPts val="0"/>
              </a:spcAft>
              <a:buNone/>
            </a:pPr>
            <a:endParaRPr lang="en-US" sz="800" b="1" dirty="0">
              <a:solidFill>
                <a:srgbClr val="1398C9"/>
              </a:solidFill>
            </a:endParaRPr>
          </a:p>
          <a:p>
            <a:pPr marL="0" marR="0" lvl="0" indent="0" algn="ctr" rtl="0">
              <a:lnSpc>
                <a:spcPct val="100000"/>
              </a:lnSpc>
              <a:spcBef>
                <a:spcPts val="0"/>
              </a:spcBef>
              <a:spcAft>
                <a:spcPts val="0"/>
              </a:spcAft>
              <a:buNone/>
            </a:pPr>
            <a:endParaRPr lang="en-US" sz="800" b="1" dirty="0">
              <a:solidFill>
                <a:srgbClr val="1398C9"/>
              </a:solidFill>
            </a:endParaRPr>
          </a:p>
          <a:p>
            <a:pPr marL="0" marR="0" lvl="0" indent="0" algn="ctr" rtl="0">
              <a:lnSpc>
                <a:spcPct val="100000"/>
              </a:lnSpc>
              <a:spcBef>
                <a:spcPts val="0"/>
              </a:spcBef>
              <a:spcAft>
                <a:spcPts val="0"/>
              </a:spcAft>
              <a:buNone/>
            </a:pPr>
            <a:endParaRPr lang="en-US" sz="800" b="1" dirty="0">
              <a:solidFill>
                <a:srgbClr val="1398C9"/>
              </a:solidFill>
            </a:endParaRPr>
          </a:p>
          <a:p>
            <a:pPr marL="0" marR="0" lvl="0" indent="0" algn="ctr" rtl="0">
              <a:lnSpc>
                <a:spcPct val="100000"/>
              </a:lnSpc>
              <a:spcBef>
                <a:spcPts val="0"/>
              </a:spcBef>
              <a:spcAft>
                <a:spcPts val="0"/>
              </a:spcAft>
              <a:buNone/>
            </a:pPr>
            <a:endParaRPr lang="en-US" sz="800" b="1" dirty="0">
              <a:solidFill>
                <a:srgbClr val="1398C9"/>
              </a:solidFill>
            </a:endParaRPr>
          </a:p>
          <a:p>
            <a:endParaRPr lang="en-US" sz="700" dirty="0">
              <a:solidFill>
                <a:srgbClr val="1398C9"/>
              </a:solidFill>
            </a:endParaRPr>
          </a:p>
          <a:p>
            <a:r>
              <a:rPr lang="en-US" sz="700" dirty="0">
                <a:solidFill>
                  <a:srgbClr val="1398C9"/>
                </a:solidFill>
              </a:rPr>
              <a:t>     1 RAW</a:t>
            </a:r>
          </a:p>
          <a:p>
            <a:r>
              <a:rPr lang="en-US" sz="700" dirty="0">
                <a:solidFill>
                  <a:srgbClr val="1398C9"/>
                </a:solidFill>
              </a:rPr>
              <a:t>       Table</a:t>
            </a:r>
          </a:p>
          <a:p>
            <a:pPr marL="0" marR="0" lvl="0" indent="0" algn="ctr" rtl="0">
              <a:lnSpc>
                <a:spcPct val="100000"/>
              </a:lnSpc>
              <a:spcBef>
                <a:spcPts val="0"/>
              </a:spcBef>
              <a:spcAft>
                <a:spcPts val="0"/>
              </a:spcAft>
              <a:buNone/>
            </a:pPr>
            <a:endParaRPr sz="800" b="1" dirty="0">
              <a:solidFill>
                <a:srgbClr val="1398C9"/>
              </a:solidFill>
            </a:endParaRPr>
          </a:p>
        </p:txBody>
      </p:sp>
      <p:sp>
        <p:nvSpPr>
          <p:cNvPr id="620" name="Google Shape;620;p35"/>
          <p:cNvSpPr/>
          <p:nvPr/>
        </p:nvSpPr>
        <p:spPr>
          <a:xfrm>
            <a:off x="6904992" y="1837325"/>
            <a:ext cx="1536044" cy="272250"/>
          </a:xfrm>
          <a:prstGeom prst="rightArrow">
            <a:avLst>
              <a:gd name="adj1" fmla="val 100000"/>
              <a:gd name="adj2" fmla="val 50000"/>
            </a:avLst>
          </a:prstGeom>
          <a:solidFill>
            <a:srgbClr val="FFD579"/>
          </a:solidFill>
          <a:ln w="28575" cap="rnd" cmpd="sng">
            <a:solidFill>
              <a:srgbClr val="27B1E3"/>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900" b="1" dirty="0">
                <a:solidFill>
                  <a:srgbClr val="2AA3D1"/>
                </a:solidFill>
              </a:rPr>
              <a:t>     CONSUMPTION(Gold-</a:t>
            </a:r>
          </a:p>
          <a:p>
            <a:pPr marL="0" marR="0" lvl="0" indent="0" algn="ctr" rtl="0">
              <a:lnSpc>
                <a:spcPct val="100000"/>
              </a:lnSpc>
              <a:spcBef>
                <a:spcPts val="0"/>
              </a:spcBef>
              <a:spcAft>
                <a:spcPts val="0"/>
              </a:spcAft>
              <a:buNone/>
            </a:pPr>
            <a:r>
              <a:rPr lang="en-US" sz="900" b="1" dirty="0">
                <a:solidFill>
                  <a:srgbClr val="2AA3D1"/>
                </a:solidFill>
              </a:rPr>
              <a:t>Semantic Layer)</a:t>
            </a:r>
          </a:p>
          <a:p>
            <a:pPr marL="0" marR="0" lvl="0" indent="0" algn="ctr" rtl="0">
              <a:lnSpc>
                <a:spcPct val="100000"/>
              </a:lnSpc>
              <a:spcBef>
                <a:spcPts val="0"/>
              </a:spcBef>
              <a:spcAft>
                <a:spcPts val="0"/>
              </a:spcAft>
              <a:buNone/>
            </a:pPr>
            <a:endParaRPr sz="900" b="1" dirty="0">
              <a:solidFill>
                <a:srgbClr val="2AA3D1"/>
              </a:solidFill>
            </a:endParaRPr>
          </a:p>
        </p:txBody>
      </p:sp>
      <p:sp>
        <p:nvSpPr>
          <p:cNvPr id="621" name="Google Shape;621;p35"/>
          <p:cNvSpPr/>
          <p:nvPr/>
        </p:nvSpPr>
        <p:spPr>
          <a:xfrm>
            <a:off x="4985819" y="1837325"/>
            <a:ext cx="1975061" cy="271758"/>
          </a:xfrm>
          <a:prstGeom prst="rightArrow">
            <a:avLst>
              <a:gd name="adj1" fmla="val 100000"/>
              <a:gd name="adj2" fmla="val 50000"/>
            </a:avLst>
          </a:prstGeom>
          <a:solidFill>
            <a:srgbClr val="D6D6D6"/>
          </a:solidFill>
          <a:ln w="28575" cap="rnd" cmpd="sng">
            <a:solidFill>
              <a:srgbClr val="27B1E3"/>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800" b="1" dirty="0">
                <a:solidFill>
                  <a:schemeClr val="tx1"/>
                </a:solidFill>
              </a:rPr>
              <a:t>     CONFORMED(Silver)</a:t>
            </a:r>
            <a:endParaRPr sz="800" b="1" dirty="0">
              <a:solidFill>
                <a:schemeClr val="tx1"/>
              </a:solidFill>
            </a:endParaRPr>
          </a:p>
        </p:txBody>
      </p:sp>
      <p:sp>
        <p:nvSpPr>
          <p:cNvPr id="622" name="Google Shape;622;p35"/>
          <p:cNvSpPr/>
          <p:nvPr/>
        </p:nvSpPr>
        <p:spPr>
          <a:xfrm>
            <a:off x="3845099" y="1823486"/>
            <a:ext cx="1207305" cy="272262"/>
          </a:xfrm>
          <a:prstGeom prst="rightArrow">
            <a:avLst>
              <a:gd name="adj1" fmla="val 100000"/>
              <a:gd name="adj2" fmla="val 50000"/>
            </a:avLst>
          </a:prstGeom>
          <a:solidFill>
            <a:srgbClr val="DB872D"/>
          </a:solidFill>
          <a:ln w="28575" cap="rnd" cmpd="sng">
            <a:solidFill>
              <a:srgbClr val="27B1E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900" b="1" dirty="0">
                <a:solidFill>
                  <a:schemeClr val="tx1"/>
                </a:solidFill>
              </a:rPr>
              <a:t> RAW(Bronze)</a:t>
            </a:r>
            <a:endParaRPr sz="900" b="1" dirty="0">
              <a:solidFill>
                <a:schemeClr val="tx1"/>
              </a:solidFill>
            </a:endParaRPr>
          </a:p>
        </p:txBody>
      </p:sp>
      <p:sp>
        <p:nvSpPr>
          <p:cNvPr id="623" name="Google Shape;623;p35"/>
          <p:cNvSpPr/>
          <p:nvPr/>
        </p:nvSpPr>
        <p:spPr>
          <a:xfrm>
            <a:off x="5672356" y="5805552"/>
            <a:ext cx="879600" cy="338700"/>
          </a:xfrm>
          <a:prstGeom prst="rect">
            <a:avLst/>
          </a:prstGeom>
          <a:solidFill>
            <a:srgbClr val="558DA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800" dirty="0">
                <a:solidFill>
                  <a:srgbClr val="FFFFFF"/>
                </a:solidFill>
              </a:rPr>
              <a:t>Agents/GenAI</a:t>
            </a:r>
            <a:endParaRPr sz="800" dirty="0">
              <a:solidFill>
                <a:srgbClr val="FFFFFF"/>
              </a:solidFill>
            </a:endParaRPr>
          </a:p>
        </p:txBody>
      </p:sp>
      <p:sp>
        <p:nvSpPr>
          <p:cNvPr id="624" name="Google Shape;624;p35"/>
          <p:cNvSpPr/>
          <p:nvPr/>
        </p:nvSpPr>
        <p:spPr>
          <a:xfrm>
            <a:off x="4631656" y="5803877"/>
            <a:ext cx="879600" cy="338700"/>
          </a:xfrm>
          <a:prstGeom prst="rect">
            <a:avLst/>
          </a:prstGeom>
          <a:solidFill>
            <a:srgbClr val="558DA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800" dirty="0">
                <a:solidFill>
                  <a:srgbClr val="FFFFFF"/>
                </a:solidFill>
              </a:rPr>
              <a:t>Data</a:t>
            </a:r>
            <a:endParaRPr sz="800" dirty="0">
              <a:solidFill>
                <a:srgbClr val="FFFFFF"/>
              </a:solidFill>
            </a:endParaRPr>
          </a:p>
          <a:p>
            <a:pPr marL="0" marR="0" lvl="0" indent="0" algn="ctr" rtl="0">
              <a:lnSpc>
                <a:spcPct val="100000"/>
              </a:lnSpc>
              <a:spcBef>
                <a:spcPts val="0"/>
              </a:spcBef>
              <a:spcAft>
                <a:spcPts val="0"/>
              </a:spcAft>
              <a:buNone/>
            </a:pPr>
            <a:r>
              <a:rPr lang="en-US" sz="800" dirty="0">
                <a:solidFill>
                  <a:srgbClr val="FFFFFF"/>
                </a:solidFill>
              </a:rPr>
              <a:t>Science</a:t>
            </a:r>
            <a:endParaRPr sz="800" dirty="0">
              <a:solidFill>
                <a:srgbClr val="FFFFFF"/>
              </a:solidFill>
            </a:endParaRPr>
          </a:p>
        </p:txBody>
      </p:sp>
      <p:grpSp>
        <p:nvGrpSpPr>
          <p:cNvPr id="625" name="Google Shape;625;p35"/>
          <p:cNvGrpSpPr/>
          <p:nvPr/>
        </p:nvGrpSpPr>
        <p:grpSpPr>
          <a:xfrm>
            <a:off x="5953890" y="5363730"/>
            <a:ext cx="268959" cy="440123"/>
            <a:chOff x="6697138" y="5318347"/>
            <a:chExt cx="268959" cy="413263"/>
          </a:xfrm>
        </p:grpSpPr>
        <p:sp>
          <p:nvSpPr>
            <p:cNvPr id="626" name="Google Shape;626;p35"/>
            <p:cNvSpPr/>
            <p:nvPr/>
          </p:nvSpPr>
          <p:spPr>
            <a:xfrm rot="-5400000">
              <a:off x="6727738" y="5287747"/>
              <a:ext cx="206700" cy="267900"/>
            </a:xfrm>
            <a:prstGeom prst="rightArrow">
              <a:avLst>
                <a:gd name="adj1" fmla="val 50000"/>
                <a:gd name="adj2" fmla="val 50000"/>
              </a:avLst>
            </a:prstGeom>
            <a:solidFill>
              <a:schemeClr val="lt2"/>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35"/>
            <p:cNvSpPr/>
            <p:nvPr/>
          </p:nvSpPr>
          <p:spPr>
            <a:xfrm rot="5400000">
              <a:off x="6728797" y="5494311"/>
              <a:ext cx="206700" cy="267900"/>
            </a:xfrm>
            <a:prstGeom prst="rightArrow">
              <a:avLst>
                <a:gd name="adj1" fmla="val 50000"/>
                <a:gd name="adj2" fmla="val 50000"/>
              </a:avLst>
            </a:prstGeom>
            <a:solidFill>
              <a:srgbClr val="4ABD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8" name="Google Shape;628;p35"/>
          <p:cNvGrpSpPr/>
          <p:nvPr/>
        </p:nvGrpSpPr>
        <p:grpSpPr>
          <a:xfrm rot="10800000">
            <a:off x="5953896" y="1318434"/>
            <a:ext cx="268959" cy="277589"/>
            <a:chOff x="6697138" y="1235122"/>
            <a:chExt cx="268959" cy="413263"/>
          </a:xfrm>
        </p:grpSpPr>
        <p:sp>
          <p:nvSpPr>
            <p:cNvPr id="629" name="Google Shape;629;p35"/>
            <p:cNvSpPr/>
            <p:nvPr/>
          </p:nvSpPr>
          <p:spPr>
            <a:xfrm rot="-5400000">
              <a:off x="6727738" y="1204522"/>
              <a:ext cx="206700" cy="267900"/>
            </a:xfrm>
            <a:prstGeom prst="rightArrow">
              <a:avLst>
                <a:gd name="adj1" fmla="val 50000"/>
                <a:gd name="adj2" fmla="val 50000"/>
              </a:avLst>
            </a:prstGeom>
            <a:solidFill>
              <a:schemeClr val="lt2"/>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5"/>
            <p:cNvSpPr/>
            <p:nvPr/>
          </p:nvSpPr>
          <p:spPr>
            <a:xfrm rot="5400000">
              <a:off x="6728797" y="1411086"/>
              <a:ext cx="206700" cy="267900"/>
            </a:xfrm>
            <a:prstGeom prst="rightArrow">
              <a:avLst>
                <a:gd name="adj1" fmla="val 50000"/>
                <a:gd name="adj2" fmla="val 50000"/>
              </a:avLst>
            </a:prstGeom>
            <a:solidFill>
              <a:srgbClr val="4ABD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9" name="Google Shape;759;p35"/>
          <p:cNvGrpSpPr/>
          <p:nvPr/>
        </p:nvGrpSpPr>
        <p:grpSpPr>
          <a:xfrm>
            <a:off x="5418348" y="4725915"/>
            <a:ext cx="315991" cy="362778"/>
            <a:chOff x="1853392" y="179809"/>
            <a:chExt cx="249381" cy="286328"/>
          </a:xfrm>
        </p:grpSpPr>
        <p:sp>
          <p:nvSpPr>
            <p:cNvPr id="760" name="Google Shape;760;p35"/>
            <p:cNvSpPr/>
            <p:nvPr/>
          </p:nvSpPr>
          <p:spPr>
            <a:xfrm>
              <a:off x="1853392" y="179809"/>
              <a:ext cx="249381" cy="286328"/>
            </a:xfrm>
            <a:custGeom>
              <a:avLst/>
              <a:gdLst/>
              <a:ahLst/>
              <a:cxnLst/>
              <a:rect l="l" t="t" r="r" b="b"/>
              <a:pathLst>
                <a:path w="249381" h="286328" extrusionOk="0">
                  <a:moveTo>
                    <a:pt x="144180" y="1"/>
                  </a:moveTo>
                  <a:lnTo>
                    <a:pt x="105202" y="1"/>
                  </a:lnTo>
                  <a:cubicBezTo>
                    <a:pt x="68291" y="52"/>
                    <a:pt x="38382" y="29961"/>
                    <a:pt x="38331" y="66872"/>
                  </a:cubicBezTo>
                  <a:lnTo>
                    <a:pt x="38331" y="115825"/>
                  </a:lnTo>
                  <a:lnTo>
                    <a:pt x="37407" y="115825"/>
                  </a:lnTo>
                  <a:cubicBezTo>
                    <a:pt x="16733" y="115876"/>
                    <a:pt x="0" y="132650"/>
                    <a:pt x="0" y="153325"/>
                  </a:cubicBezTo>
                  <a:lnTo>
                    <a:pt x="0" y="248829"/>
                  </a:lnTo>
                  <a:cubicBezTo>
                    <a:pt x="0" y="269503"/>
                    <a:pt x="16733" y="286278"/>
                    <a:pt x="37407" y="286328"/>
                  </a:cubicBezTo>
                  <a:lnTo>
                    <a:pt x="212436" y="286328"/>
                  </a:lnTo>
                  <a:cubicBezTo>
                    <a:pt x="232930" y="286025"/>
                    <a:pt x="249384" y="269325"/>
                    <a:pt x="249382" y="248829"/>
                  </a:cubicBezTo>
                  <a:lnTo>
                    <a:pt x="249382" y="153325"/>
                  </a:lnTo>
                  <a:cubicBezTo>
                    <a:pt x="249384" y="132828"/>
                    <a:pt x="232930" y="116128"/>
                    <a:pt x="212436" y="115825"/>
                  </a:cubicBezTo>
                  <a:lnTo>
                    <a:pt x="211513" y="115825"/>
                  </a:lnTo>
                  <a:lnTo>
                    <a:pt x="211513" y="66872"/>
                  </a:lnTo>
                  <a:cubicBezTo>
                    <a:pt x="211462" y="29889"/>
                    <a:pt x="181441" y="-50"/>
                    <a:pt x="144458" y="0"/>
                  </a:cubicBezTo>
                  <a:cubicBezTo>
                    <a:pt x="144365" y="0"/>
                    <a:pt x="144272" y="1"/>
                    <a:pt x="144180" y="1"/>
                  </a:cubicBezTo>
                  <a:close/>
                  <a:moveTo>
                    <a:pt x="61052" y="66872"/>
                  </a:moveTo>
                  <a:cubicBezTo>
                    <a:pt x="61052" y="42285"/>
                    <a:pt x="80984" y="22353"/>
                    <a:pt x="105572" y="22353"/>
                  </a:cubicBezTo>
                  <a:lnTo>
                    <a:pt x="144549" y="22353"/>
                  </a:lnTo>
                  <a:cubicBezTo>
                    <a:pt x="169136" y="22353"/>
                    <a:pt x="189068" y="42285"/>
                    <a:pt x="189068" y="66872"/>
                  </a:cubicBezTo>
                  <a:lnTo>
                    <a:pt x="189068" y="115825"/>
                  </a:lnTo>
                  <a:lnTo>
                    <a:pt x="60683" y="115825"/>
                  </a:lnTo>
                  <a:close/>
                  <a:moveTo>
                    <a:pt x="212436" y="138546"/>
                  </a:moveTo>
                  <a:cubicBezTo>
                    <a:pt x="220802" y="138546"/>
                    <a:pt x="227584" y="145329"/>
                    <a:pt x="227584" y="153694"/>
                  </a:cubicBezTo>
                  <a:lnTo>
                    <a:pt x="227584" y="248829"/>
                  </a:lnTo>
                  <a:cubicBezTo>
                    <a:pt x="227584" y="257194"/>
                    <a:pt x="220802" y="263976"/>
                    <a:pt x="212436" y="263976"/>
                  </a:cubicBezTo>
                  <a:lnTo>
                    <a:pt x="37407" y="263976"/>
                  </a:lnTo>
                  <a:cubicBezTo>
                    <a:pt x="29041" y="263976"/>
                    <a:pt x="22260" y="257194"/>
                    <a:pt x="22260" y="248829"/>
                  </a:cubicBezTo>
                  <a:lnTo>
                    <a:pt x="22260" y="153325"/>
                  </a:lnTo>
                  <a:cubicBezTo>
                    <a:pt x="22460" y="145103"/>
                    <a:pt x="29184" y="138544"/>
                    <a:pt x="37407" y="138546"/>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61" name="Google Shape;761;p35"/>
            <p:cNvSpPr/>
            <p:nvPr/>
          </p:nvSpPr>
          <p:spPr>
            <a:xfrm>
              <a:off x="1951851" y="344863"/>
              <a:ext cx="50892" cy="72044"/>
            </a:xfrm>
            <a:custGeom>
              <a:avLst/>
              <a:gdLst/>
              <a:ahLst/>
              <a:cxnLst/>
              <a:rect l="l" t="t" r="r" b="b"/>
              <a:pathLst>
                <a:path w="50892" h="72044" extrusionOk="0">
                  <a:moveTo>
                    <a:pt x="25492" y="72044"/>
                  </a:moveTo>
                  <a:cubicBezTo>
                    <a:pt x="39437" y="71846"/>
                    <a:pt x="50694" y="60589"/>
                    <a:pt x="50892" y="46644"/>
                  </a:cubicBezTo>
                  <a:lnTo>
                    <a:pt x="50892" y="25401"/>
                  </a:lnTo>
                  <a:cubicBezTo>
                    <a:pt x="50792" y="11415"/>
                    <a:pt x="39478" y="101"/>
                    <a:pt x="25492" y="1"/>
                  </a:cubicBezTo>
                  <a:cubicBezTo>
                    <a:pt x="11551" y="-102"/>
                    <a:pt x="152" y="11090"/>
                    <a:pt x="0" y="25031"/>
                  </a:cubicBezTo>
                  <a:lnTo>
                    <a:pt x="0" y="46644"/>
                  </a:lnTo>
                  <a:cubicBezTo>
                    <a:pt x="0" y="60673"/>
                    <a:pt x="11372" y="72044"/>
                    <a:pt x="25400" y="72044"/>
                  </a:cubicBezTo>
                  <a:cubicBezTo>
                    <a:pt x="25430" y="72044"/>
                    <a:pt x="25462" y="72044"/>
                    <a:pt x="25492" y="72044"/>
                  </a:cubicBezTo>
                  <a:close/>
                  <a:moveTo>
                    <a:pt x="17826" y="25401"/>
                  </a:moveTo>
                  <a:lnTo>
                    <a:pt x="17826" y="25401"/>
                  </a:lnTo>
                  <a:cubicBezTo>
                    <a:pt x="17974" y="21362"/>
                    <a:pt x="21267" y="18150"/>
                    <a:pt x="25308" y="18104"/>
                  </a:cubicBezTo>
                  <a:lnTo>
                    <a:pt x="25308" y="18104"/>
                  </a:lnTo>
                  <a:cubicBezTo>
                    <a:pt x="29449" y="18202"/>
                    <a:pt x="32784" y="21536"/>
                    <a:pt x="32881" y="25678"/>
                  </a:cubicBezTo>
                  <a:lnTo>
                    <a:pt x="32881" y="46829"/>
                  </a:lnTo>
                  <a:cubicBezTo>
                    <a:pt x="32786" y="50987"/>
                    <a:pt x="29464" y="54349"/>
                    <a:pt x="25308" y="54495"/>
                  </a:cubicBezTo>
                  <a:cubicBezTo>
                    <a:pt x="21124" y="54495"/>
                    <a:pt x="17734" y="51105"/>
                    <a:pt x="17734" y="46921"/>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grpSp>
      <p:grpSp>
        <p:nvGrpSpPr>
          <p:cNvPr id="762" name="Google Shape;762;p35"/>
          <p:cNvGrpSpPr/>
          <p:nvPr/>
        </p:nvGrpSpPr>
        <p:grpSpPr>
          <a:xfrm>
            <a:off x="6432118" y="4789339"/>
            <a:ext cx="345308" cy="272527"/>
            <a:chOff x="4715173" y="1335218"/>
            <a:chExt cx="392708" cy="309972"/>
          </a:xfrm>
        </p:grpSpPr>
        <p:sp>
          <p:nvSpPr>
            <p:cNvPr id="763" name="Google Shape;763;p35"/>
            <p:cNvSpPr/>
            <p:nvPr/>
          </p:nvSpPr>
          <p:spPr>
            <a:xfrm>
              <a:off x="4715173" y="1335218"/>
              <a:ext cx="121594" cy="309972"/>
            </a:xfrm>
            <a:custGeom>
              <a:avLst/>
              <a:gdLst/>
              <a:ahLst/>
              <a:cxnLst/>
              <a:rect l="l" t="t" r="r" b="b"/>
              <a:pathLst>
                <a:path w="121594" h="309972" extrusionOk="0">
                  <a:moveTo>
                    <a:pt x="40101" y="207831"/>
                  </a:moveTo>
                  <a:lnTo>
                    <a:pt x="40101" y="251805"/>
                  </a:lnTo>
                  <a:cubicBezTo>
                    <a:pt x="39890" y="283672"/>
                    <a:pt x="65515" y="309694"/>
                    <a:pt x="97381" y="309973"/>
                  </a:cubicBezTo>
                  <a:lnTo>
                    <a:pt x="107773" y="309973"/>
                  </a:lnTo>
                  <a:cubicBezTo>
                    <a:pt x="116137" y="309207"/>
                    <a:pt x="122295" y="301806"/>
                    <a:pt x="121530" y="293443"/>
                  </a:cubicBezTo>
                  <a:cubicBezTo>
                    <a:pt x="120861" y="286139"/>
                    <a:pt x="115076" y="280354"/>
                    <a:pt x="107773" y="279685"/>
                  </a:cubicBezTo>
                  <a:lnTo>
                    <a:pt x="97381" y="279685"/>
                  </a:lnTo>
                  <a:cubicBezTo>
                    <a:pt x="82223" y="279408"/>
                    <a:pt x="70120" y="266966"/>
                    <a:pt x="70262" y="251805"/>
                  </a:cubicBezTo>
                  <a:lnTo>
                    <a:pt x="70262" y="207831"/>
                  </a:lnTo>
                  <a:cubicBezTo>
                    <a:pt x="70302" y="187607"/>
                    <a:pt x="61619" y="168347"/>
                    <a:pt x="46437" y="154986"/>
                  </a:cubicBezTo>
                  <a:cubicBezTo>
                    <a:pt x="61592" y="141605"/>
                    <a:pt x="70269" y="122358"/>
                    <a:pt x="70262" y="102141"/>
                  </a:cubicBezTo>
                  <a:lnTo>
                    <a:pt x="70262" y="58167"/>
                  </a:lnTo>
                  <a:cubicBezTo>
                    <a:pt x="70120" y="43007"/>
                    <a:pt x="82223" y="30565"/>
                    <a:pt x="97381" y="30288"/>
                  </a:cubicBezTo>
                  <a:lnTo>
                    <a:pt x="107773" y="30288"/>
                  </a:lnTo>
                  <a:cubicBezTo>
                    <a:pt x="116137" y="29522"/>
                    <a:pt x="122295" y="22121"/>
                    <a:pt x="121530" y="13757"/>
                  </a:cubicBezTo>
                  <a:cubicBezTo>
                    <a:pt x="120861" y="6454"/>
                    <a:pt x="115076" y="669"/>
                    <a:pt x="107773" y="0"/>
                  </a:cubicBezTo>
                  <a:lnTo>
                    <a:pt x="97381" y="0"/>
                  </a:lnTo>
                  <a:cubicBezTo>
                    <a:pt x="65515" y="279"/>
                    <a:pt x="39890" y="26301"/>
                    <a:pt x="40101" y="58167"/>
                  </a:cubicBezTo>
                  <a:lnTo>
                    <a:pt x="40101" y="102141"/>
                  </a:lnTo>
                  <a:cubicBezTo>
                    <a:pt x="40160" y="119884"/>
                    <a:pt x="28319" y="135465"/>
                    <a:pt x="11207" y="140159"/>
                  </a:cubicBezTo>
                  <a:cubicBezTo>
                    <a:pt x="3158" y="142301"/>
                    <a:pt x="-1631" y="150561"/>
                    <a:pt x="511" y="158609"/>
                  </a:cubicBezTo>
                  <a:cubicBezTo>
                    <a:pt x="1901" y="163836"/>
                    <a:pt x="5982" y="167916"/>
                    <a:pt x="11207" y="169306"/>
                  </a:cubicBezTo>
                  <a:cubicBezTo>
                    <a:pt x="28503" y="174047"/>
                    <a:pt x="40392" y="189899"/>
                    <a:pt x="40101" y="207831"/>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64" name="Google Shape;764;p35"/>
            <p:cNvSpPr/>
            <p:nvPr/>
          </p:nvSpPr>
          <p:spPr>
            <a:xfrm>
              <a:off x="4986287" y="1335218"/>
              <a:ext cx="121594" cy="309972"/>
            </a:xfrm>
            <a:custGeom>
              <a:avLst/>
              <a:gdLst/>
              <a:ahLst/>
              <a:cxnLst/>
              <a:rect l="l" t="t" r="r" b="b"/>
              <a:pathLst>
                <a:path w="121594" h="309972" extrusionOk="0">
                  <a:moveTo>
                    <a:pt x="110387" y="140413"/>
                  </a:moveTo>
                  <a:cubicBezTo>
                    <a:pt x="93275" y="135719"/>
                    <a:pt x="81434" y="120138"/>
                    <a:pt x="81494" y="102395"/>
                  </a:cubicBezTo>
                  <a:lnTo>
                    <a:pt x="81494" y="58167"/>
                  </a:lnTo>
                  <a:cubicBezTo>
                    <a:pt x="81704" y="26301"/>
                    <a:pt x="56079" y="279"/>
                    <a:pt x="24213" y="0"/>
                  </a:cubicBezTo>
                  <a:lnTo>
                    <a:pt x="13822" y="0"/>
                  </a:lnTo>
                  <a:cubicBezTo>
                    <a:pt x="5458" y="766"/>
                    <a:pt x="-701" y="8167"/>
                    <a:pt x="64" y="16531"/>
                  </a:cubicBezTo>
                  <a:cubicBezTo>
                    <a:pt x="733" y="23833"/>
                    <a:pt x="6518" y="29619"/>
                    <a:pt x="13822" y="30288"/>
                  </a:cubicBezTo>
                  <a:lnTo>
                    <a:pt x="24213" y="30288"/>
                  </a:lnTo>
                  <a:cubicBezTo>
                    <a:pt x="39372" y="30565"/>
                    <a:pt x="51475" y="43007"/>
                    <a:pt x="51333" y="58167"/>
                  </a:cubicBezTo>
                  <a:lnTo>
                    <a:pt x="51333" y="102141"/>
                  </a:lnTo>
                  <a:cubicBezTo>
                    <a:pt x="51325" y="122358"/>
                    <a:pt x="60002" y="141605"/>
                    <a:pt x="75157" y="154986"/>
                  </a:cubicBezTo>
                  <a:cubicBezTo>
                    <a:pt x="59975" y="168347"/>
                    <a:pt x="51292" y="187607"/>
                    <a:pt x="51333" y="207831"/>
                  </a:cubicBezTo>
                  <a:lnTo>
                    <a:pt x="51333" y="251805"/>
                  </a:lnTo>
                  <a:cubicBezTo>
                    <a:pt x="51475" y="266966"/>
                    <a:pt x="39372" y="279408"/>
                    <a:pt x="24213" y="279685"/>
                  </a:cubicBezTo>
                  <a:lnTo>
                    <a:pt x="13822" y="279685"/>
                  </a:lnTo>
                  <a:cubicBezTo>
                    <a:pt x="5458" y="280451"/>
                    <a:pt x="-701" y="287851"/>
                    <a:pt x="64" y="296215"/>
                  </a:cubicBezTo>
                  <a:cubicBezTo>
                    <a:pt x="733" y="303519"/>
                    <a:pt x="6518" y="309304"/>
                    <a:pt x="13822" y="309973"/>
                  </a:cubicBezTo>
                  <a:lnTo>
                    <a:pt x="24213" y="309973"/>
                  </a:lnTo>
                  <a:cubicBezTo>
                    <a:pt x="56079" y="309694"/>
                    <a:pt x="81704" y="283672"/>
                    <a:pt x="81494" y="251805"/>
                  </a:cubicBezTo>
                  <a:lnTo>
                    <a:pt x="81494" y="207831"/>
                  </a:lnTo>
                  <a:cubicBezTo>
                    <a:pt x="81434" y="190088"/>
                    <a:pt x="93275" y="174507"/>
                    <a:pt x="110387" y="169813"/>
                  </a:cubicBezTo>
                  <a:cubicBezTo>
                    <a:pt x="118436" y="167672"/>
                    <a:pt x="123225" y="159412"/>
                    <a:pt x="121084" y="151363"/>
                  </a:cubicBezTo>
                  <a:cubicBezTo>
                    <a:pt x="119694" y="146137"/>
                    <a:pt x="115612" y="142056"/>
                    <a:pt x="110387" y="140666"/>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65" name="Google Shape;765;p35"/>
            <p:cNvSpPr/>
            <p:nvPr/>
          </p:nvSpPr>
          <p:spPr>
            <a:xfrm>
              <a:off x="4809892" y="1464859"/>
              <a:ext cx="50690" cy="50690"/>
            </a:xfrm>
            <a:custGeom>
              <a:avLst/>
              <a:gdLst/>
              <a:ahLst/>
              <a:cxnLst/>
              <a:rect l="l" t="t" r="r" b="b"/>
              <a:pathLst>
                <a:path w="50690" h="50690" extrusionOk="0">
                  <a:moveTo>
                    <a:pt x="0" y="25345"/>
                  </a:moveTo>
                  <a:cubicBezTo>
                    <a:pt x="0" y="39343"/>
                    <a:pt x="11347" y="50691"/>
                    <a:pt x="25345" y="50691"/>
                  </a:cubicBezTo>
                  <a:cubicBezTo>
                    <a:pt x="39343" y="50691"/>
                    <a:pt x="50691" y="39343"/>
                    <a:pt x="50691" y="25345"/>
                  </a:cubicBezTo>
                  <a:cubicBezTo>
                    <a:pt x="50691" y="11347"/>
                    <a:pt x="39343" y="0"/>
                    <a:pt x="25345" y="0"/>
                  </a:cubicBezTo>
                  <a:cubicBezTo>
                    <a:pt x="11347" y="0"/>
                    <a:pt x="0" y="11347"/>
                    <a:pt x="0" y="25345"/>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66" name="Google Shape;766;p35"/>
            <p:cNvSpPr/>
            <p:nvPr/>
          </p:nvSpPr>
          <p:spPr>
            <a:xfrm>
              <a:off x="4886182" y="1464859"/>
              <a:ext cx="50690" cy="50690"/>
            </a:xfrm>
            <a:custGeom>
              <a:avLst/>
              <a:gdLst/>
              <a:ahLst/>
              <a:cxnLst/>
              <a:rect l="l" t="t" r="r" b="b"/>
              <a:pathLst>
                <a:path w="50690" h="50690" extrusionOk="0">
                  <a:moveTo>
                    <a:pt x="50691" y="25345"/>
                  </a:moveTo>
                  <a:cubicBezTo>
                    <a:pt x="50691" y="11347"/>
                    <a:pt x="39343" y="0"/>
                    <a:pt x="25345" y="0"/>
                  </a:cubicBezTo>
                  <a:cubicBezTo>
                    <a:pt x="11347" y="0"/>
                    <a:pt x="0" y="11347"/>
                    <a:pt x="0" y="25345"/>
                  </a:cubicBezTo>
                  <a:cubicBezTo>
                    <a:pt x="0" y="39343"/>
                    <a:pt x="11347" y="50691"/>
                    <a:pt x="25345" y="50691"/>
                  </a:cubicBezTo>
                  <a:cubicBezTo>
                    <a:pt x="39343" y="50691"/>
                    <a:pt x="50691" y="39343"/>
                    <a:pt x="50691" y="25345"/>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67" name="Google Shape;767;p35"/>
            <p:cNvSpPr/>
            <p:nvPr/>
          </p:nvSpPr>
          <p:spPr>
            <a:xfrm>
              <a:off x="4962471" y="1464859"/>
              <a:ext cx="50690" cy="50690"/>
            </a:xfrm>
            <a:custGeom>
              <a:avLst/>
              <a:gdLst/>
              <a:ahLst/>
              <a:cxnLst/>
              <a:rect l="l" t="t" r="r" b="b"/>
              <a:pathLst>
                <a:path w="50690" h="50690" extrusionOk="0">
                  <a:moveTo>
                    <a:pt x="50691" y="25345"/>
                  </a:moveTo>
                  <a:cubicBezTo>
                    <a:pt x="50691" y="11347"/>
                    <a:pt x="39343" y="0"/>
                    <a:pt x="25345" y="0"/>
                  </a:cubicBezTo>
                  <a:cubicBezTo>
                    <a:pt x="11347" y="0"/>
                    <a:pt x="0" y="11347"/>
                    <a:pt x="0" y="25345"/>
                  </a:cubicBezTo>
                  <a:cubicBezTo>
                    <a:pt x="0" y="39343"/>
                    <a:pt x="11347" y="50691"/>
                    <a:pt x="25345" y="50691"/>
                  </a:cubicBezTo>
                  <a:cubicBezTo>
                    <a:pt x="39343" y="50691"/>
                    <a:pt x="50691" y="39343"/>
                    <a:pt x="50691" y="25345"/>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grpSp>
      <p:grpSp>
        <p:nvGrpSpPr>
          <p:cNvPr id="768" name="Google Shape;768;p35"/>
          <p:cNvGrpSpPr/>
          <p:nvPr/>
        </p:nvGrpSpPr>
        <p:grpSpPr>
          <a:xfrm>
            <a:off x="4372748" y="4715503"/>
            <a:ext cx="384997" cy="343314"/>
            <a:chOff x="793185" y="298688"/>
            <a:chExt cx="300263" cy="267754"/>
          </a:xfrm>
        </p:grpSpPr>
        <p:sp>
          <p:nvSpPr>
            <p:cNvPr id="769" name="Google Shape;769;p35"/>
            <p:cNvSpPr/>
            <p:nvPr/>
          </p:nvSpPr>
          <p:spPr>
            <a:xfrm>
              <a:off x="793185" y="298688"/>
              <a:ext cx="300263" cy="267754"/>
            </a:xfrm>
            <a:custGeom>
              <a:avLst/>
              <a:gdLst/>
              <a:ahLst/>
              <a:cxnLst/>
              <a:rect l="l" t="t" r="r" b="b"/>
              <a:pathLst>
                <a:path w="300263" h="267754" extrusionOk="0">
                  <a:moveTo>
                    <a:pt x="175410" y="14493"/>
                  </a:moveTo>
                  <a:cubicBezTo>
                    <a:pt x="167292" y="566"/>
                    <a:pt x="149422" y="-4142"/>
                    <a:pt x="135496" y="3976"/>
                  </a:cubicBezTo>
                  <a:cubicBezTo>
                    <a:pt x="131141" y="6515"/>
                    <a:pt x="127518" y="10138"/>
                    <a:pt x="124980" y="14493"/>
                  </a:cubicBezTo>
                  <a:lnTo>
                    <a:pt x="3983" y="223973"/>
                  </a:lnTo>
                  <a:cubicBezTo>
                    <a:pt x="-1328" y="232978"/>
                    <a:pt x="-1328" y="244156"/>
                    <a:pt x="3983" y="253160"/>
                  </a:cubicBezTo>
                  <a:cubicBezTo>
                    <a:pt x="9160" y="262242"/>
                    <a:pt x="18837" y="267823"/>
                    <a:pt x="29291" y="267754"/>
                  </a:cubicBezTo>
                  <a:lnTo>
                    <a:pt x="271099" y="267754"/>
                  </a:lnTo>
                  <a:cubicBezTo>
                    <a:pt x="287218" y="267742"/>
                    <a:pt x="300276" y="254664"/>
                    <a:pt x="300264" y="238545"/>
                  </a:cubicBezTo>
                  <a:cubicBezTo>
                    <a:pt x="300260" y="233465"/>
                    <a:pt x="298930" y="228474"/>
                    <a:pt x="296406" y="224066"/>
                  </a:cubicBezTo>
                  <a:close/>
                  <a:moveTo>
                    <a:pt x="276364" y="241615"/>
                  </a:moveTo>
                  <a:cubicBezTo>
                    <a:pt x="275241" y="243447"/>
                    <a:pt x="273248" y="244566"/>
                    <a:pt x="271099" y="244570"/>
                  </a:cubicBezTo>
                  <a:lnTo>
                    <a:pt x="29291" y="244570"/>
                  </a:lnTo>
                  <a:cubicBezTo>
                    <a:pt x="27142" y="244566"/>
                    <a:pt x="25149" y="243447"/>
                    <a:pt x="24026" y="241615"/>
                  </a:cubicBezTo>
                  <a:cubicBezTo>
                    <a:pt x="22918" y="239734"/>
                    <a:pt x="22918" y="237399"/>
                    <a:pt x="24026" y="235519"/>
                  </a:cubicBezTo>
                  <a:lnTo>
                    <a:pt x="144930" y="26038"/>
                  </a:lnTo>
                  <a:cubicBezTo>
                    <a:pt x="146727" y="23130"/>
                    <a:pt x="150539" y="22229"/>
                    <a:pt x="153447" y="24026"/>
                  </a:cubicBezTo>
                  <a:cubicBezTo>
                    <a:pt x="154265" y="24531"/>
                    <a:pt x="154954" y="25220"/>
                    <a:pt x="155460" y="26038"/>
                  </a:cubicBezTo>
                  <a:lnTo>
                    <a:pt x="276364" y="235519"/>
                  </a:lnTo>
                  <a:cubicBezTo>
                    <a:pt x="277472" y="237399"/>
                    <a:pt x="277472" y="239734"/>
                    <a:pt x="276364" y="241615"/>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70" name="Google Shape;770;p35"/>
            <p:cNvSpPr/>
            <p:nvPr/>
          </p:nvSpPr>
          <p:spPr>
            <a:xfrm>
              <a:off x="932110" y="495784"/>
              <a:ext cx="23369" cy="23737"/>
            </a:xfrm>
            <a:custGeom>
              <a:avLst/>
              <a:gdLst/>
              <a:ahLst/>
              <a:cxnLst/>
              <a:rect l="l" t="t" r="r" b="b"/>
              <a:pathLst>
                <a:path w="23369" h="23737" extrusionOk="0">
                  <a:moveTo>
                    <a:pt x="11547" y="0"/>
                  </a:moveTo>
                  <a:cubicBezTo>
                    <a:pt x="5119" y="51"/>
                    <a:pt x="-49" y="5303"/>
                    <a:pt x="2" y="11729"/>
                  </a:cubicBezTo>
                  <a:cubicBezTo>
                    <a:pt x="2" y="11729"/>
                    <a:pt x="2" y="11730"/>
                    <a:pt x="2" y="11730"/>
                  </a:cubicBezTo>
                  <a:cubicBezTo>
                    <a:pt x="-102" y="18224"/>
                    <a:pt x="5054" y="23586"/>
                    <a:pt x="11547" y="23737"/>
                  </a:cubicBezTo>
                  <a:cubicBezTo>
                    <a:pt x="18106" y="23637"/>
                    <a:pt x="23370" y="18290"/>
                    <a:pt x="23370" y="11730"/>
                  </a:cubicBezTo>
                  <a:cubicBezTo>
                    <a:pt x="23319" y="5237"/>
                    <a:pt x="18040" y="0"/>
                    <a:pt x="11547" y="0"/>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71" name="Google Shape;771;p35"/>
            <p:cNvSpPr/>
            <p:nvPr/>
          </p:nvSpPr>
          <p:spPr>
            <a:xfrm>
              <a:off x="932111" y="384116"/>
              <a:ext cx="22536" cy="99475"/>
            </a:xfrm>
            <a:custGeom>
              <a:avLst/>
              <a:gdLst/>
              <a:ahLst/>
              <a:cxnLst/>
              <a:rect l="l" t="t" r="r" b="b"/>
              <a:pathLst>
                <a:path w="22536" h="99475" extrusionOk="0">
                  <a:moveTo>
                    <a:pt x="18565" y="99476"/>
                  </a:moveTo>
                  <a:lnTo>
                    <a:pt x="22537" y="0"/>
                  </a:lnTo>
                  <a:lnTo>
                    <a:pt x="0" y="0"/>
                  </a:lnTo>
                  <a:lnTo>
                    <a:pt x="3972" y="99476"/>
                  </a:lnTo>
                  <a:lnTo>
                    <a:pt x="18565" y="99476"/>
                  </a:ln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grpSp>
      <p:grpSp>
        <p:nvGrpSpPr>
          <p:cNvPr id="772" name="Google Shape;772;p35"/>
          <p:cNvGrpSpPr/>
          <p:nvPr/>
        </p:nvGrpSpPr>
        <p:grpSpPr>
          <a:xfrm>
            <a:off x="7388768" y="4741031"/>
            <a:ext cx="431372" cy="310587"/>
            <a:chOff x="8131277" y="4450796"/>
            <a:chExt cx="477498" cy="343798"/>
          </a:xfrm>
        </p:grpSpPr>
        <p:grpSp>
          <p:nvGrpSpPr>
            <p:cNvPr id="773" name="Google Shape;773;p35"/>
            <p:cNvGrpSpPr/>
            <p:nvPr/>
          </p:nvGrpSpPr>
          <p:grpSpPr>
            <a:xfrm>
              <a:off x="8131277" y="4450796"/>
              <a:ext cx="477498" cy="343798"/>
              <a:chOff x="906040" y="1127954"/>
              <a:chExt cx="300181" cy="216130"/>
            </a:xfrm>
          </p:grpSpPr>
          <p:sp>
            <p:nvSpPr>
              <p:cNvPr id="774" name="Google Shape;774;p35"/>
              <p:cNvSpPr/>
              <p:nvPr/>
            </p:nvSpPr>
            <p:spPr>
              <a:xfrm>
                <a:off x="906040" y="1127954"/>
                <a:ext cx="300181" cy="216130"/>
              </a:xfrm>
              <a:custGeom>
                <a:avLst/>
                <a:gdLst/>
                <a:ahLst/>
                <a:cxnLst/>
                <a:rect l="l" t="t" r="r" b="b"/>
                <a:pathLst>
                  <a:path w="300181" h="216130" extrusionOk="0">
                    <a:moveTo>
                      <a:pt x="260650" y="0"/>
                    </a:moveTo>
                    <a:lnTo>
                      <a:pt x="39532" y="0"/>
                    </a:lnTo>
                    <a:cubicBezTo>
                      <a:pt x="17699" y="0"/>
                      <a:pt x="0" y="17699"/>
                      <a:pt x="0" y="39532"/>
                    </a:cubicBezTo>
                    <a:lnTo>
                      <a:pt x="0" y="176599"/>
                    </a:lnTo>
                    <a:cubicBezTo>
                      <a:pt x="0" y="198432"/>
                      <a:pt x="17699" y="216131"/>
                      <a:pt x="39532" y="216131"/>
                    </a:cubicBezTo>
                    <a:lnTo>
                      <a:pt x="260650" y="216131"/>
                    </a:lnTo>
                    <a:cubicBezTo>
                      <a:pt x="282483" y="216131"/>
                      <a:pt x="300182" y="198432"/>
                      <a:pt x="300182" y="176599"/>
                    </a:cubicBezTo>
                    <a:lnTo>
                      <a:pt x="300182" y="39532"/>
                    </a:lnTo>
                    <a:cubicBezTo>
                      <a:pt x="300182" y="17699"/>
                      <a:pt x="282483" y="0"/>
                      <a:pt x="260650" y="0"/>
                    </a:cubicBezTo>
                    <a:close/>
                    <a:moveTo>
                      <a:pt x="277091" y="176599"/>
                    </a:moveTo>
                    <a:cubicBezTo>
                      <a:pt x="277091" y="185680"/>
                      <a:pt x="269730" y="193040"/>
                      <a:pt x="260650" y="193040"/>
                    </a:cubicBezTo>
                    <a:lnTo>
                      <a:pt x="39532" y="193040"/>
                    </a:lnTo>
                    <a:cubicBezTo>
                      <a:pt x="30452" y="193040"/>
                      <a:pt x="23091" y="185680"/>
                      <a:pt x="23091" y="176599"/>
                    </a:cubicBezTo>
                    <a:lnTo>
                      <a:pt x="23091" y="75738"/>
                    </a:lnTo>
                    <a:lnTo>
                      <a:pt x="277091" y="75738"/>
                    </a:lnTo>
                    <a:close/>
                    <a:moveTo>
                      <a:pt x="277091" y="60868"/>
                    </a:moveTo>
                    <a:lnTo>
                      <a:pt x="23091" y="60868"/>
                    </a:lnTo>
                    <a:lnTo>
                      <a:pt x="23091" y="39532"/>
                    </a:lnTo>
                    <a:cubicBezTo>
                      <a:pt x="23091" y="30452"/>
                      <a:pt x="30452" y="23091"/>
                      <a:pt x="39532" y="23091"/>
                    </a:cubicBezTo>
                    <a:lnTo>
                      <a:pt x="260650" y="23091"/>
                    </a:lnTo>
                    <a:cubicBezTo>
                      <a:pt x="269730" y="23091"/>
                      <a:pt x="277091" y="30452"/>
                      <a:pt x="277091" y="39532"/>
                    </a:cubicBezTo>
                    <a:close/>
                  </a:path>
                </a:pathLst>
              </a:custGeom>
              <a:solidFill>
                <a:srgbClr val="29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75" name="Google Shape;775;p35"/>
              <p:cNvSpPr/>
              <p:nvPr/>
            </p:nvSpPr>
            <p:spPr>
              <a:xfrm>
                <a:off x="943077" y="1161847"/>
                <a:ext cx="16071" cy="16071"/>
              </a:xfrm>
              <a:custGeom>
                <a:avLst/>
                <a:gdLst/>
                <a:ahLst/>
                <a:cxnLst/>
                <a:rect l="l" t="t" r="r" b="b"/>
                <a:pathLst>
                  <a:path w="16071" h="16071" extrusionOk="0">
                    <a:moveTo>
                      <a:pt x="8313" y="5"/>
                    </a:moveTo>
                    <a:cubicBezTo>
                      <a:pt x="3877" y="-148"/>
                      <a:pt x="158" y="3323"/>
                      <a:pt x="5" y="7759"/>
                    </a:cubicBezTo>
                    <a:cubicBezTo>
                      <a:pt x="-148" y="12194"/>
                      <a:pt x="3323" y="15914"/>
                      <a:pt x="7759" y="16067"/>
                    </a:cubicBezTo>
                    <a:cubicBezTo>
                      <a:pt x="12194" y="16219"/>
                      <a:pt x="15913" y="12748"/>
                      <a:pt x="16067" y="8313"/>
                    </a:cubicBezTo>
                    <a:cubicBezTo>
                      <a:pt x="16070" y="8222"/>
                      <a:pt x="16071" y="8131"/>
                      <a:pt x="16071" y="8041"/>
                    </a:cubicBezTo>
                    <a:cubicBezTo>
                      <a:pt x="16074" y="3709"/>
                      <a:pt x="12642" y="154"/>
                      <a:pt x="8313" y="5"/>
                    </a:cubicBezTo>
                    <a:close/>
                  </a:path>
                </a:pathLst>
              </a:custGeom>
              <a:solidFill>
                <a:srgbClr val="29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776" name="Google Shape;776;p35"/>
              <p:cNvSpPr/>
              <p:nvPr/>
            </p:nvSpPr>
            <p:spPr>
              <a:xfrm>
                <a:off x="968570" y="1161852"/>
                <a:ext cx="16071" cy="16071"/>
              </a:xfrm>
              <a:custGeom>
                <a:avLst/>
                <a:gdLst/>
                <a:ahLst/>
                <a:cxnLst/>
                <a:rect l="l" t="t" r="r" b="b"/>
                <a:pathLst>
                  <a:path w="16071" h="16071" extrusionOk="0">
                    <a:moveTo>
                      <a:pt x="8036" y="0"/>
                    </a:moveTo>
                    <a:cubicBezTo>
                      <a:pt x="3598" y="0"/>
                      <a:pt x="0" y="3598"/>
                      <a:pt x="0" y="8036"/>
                    </a:cubicBezTo>
                    <a:cubicBezTo>
                      <a:pt x="0" y="12474"/>
                      <a:pt x="3598" y="16071"/>
                      <a:pt x="8036" y="16071"/>
                    </a:cubicBezTo>
                    <a:cubicBezTo>
                      <a:pt x="12474" y="16071"/>
                      <a:pt x="16071" y="12474"/>
                      <a:pt x="16071" y="8036"/>
                    </a:cubicBezTo>
                    <a:cubicBezTo>
                      <a:pt x="16071" y="3598"/>
                      <a:pt x="12474" y="0"/>
                      <a:pt x="8036" y="0"/>
                    </a:cubicBezTo>
                    <a:close/>
                  </a:path>
                </a:pathLst>
              </a:custGeom>
              <a:solidFill>
                <a:srgbClr val="29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grpSp>
        <p:sp>
          <p:nvSpPr>
            <p:cNvPr id="777" name="Google Shape;777;p35"/>
            <p:cNvSpPr/>
            <p:nvPr/>
          </p:nvSpPr>
          <p:spPr>
            <a:xfrm>
              <a:off x="8192950" y="4592900"/>
              <a:ext cx="138900" cy="42300"/>
            </a:xfrm>
            <a:prstGeom prst="flowChartAlternateProcess">
              <a:avLst/>
            </a:prstGeom>
            <a:solidFill>
              <a:srgbClr val="29B5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35"/>
            <p:cNvSpPr/>
            <p:nvPr/>
          </p:nvSpPr>
          <p:spPr>
            <a:xfrm>
              <a:off x="8192950" y="4693959"/>
              <a:ext cx="138900" cy="42300"/>
            </a:xfrm>
            <a:prstGeom prst="flowChartAlternateProcess">
              <a:avLst/>
            </a:prstGeom>
            <a:solidFill>
              <a:srgbClr val="29B5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9" name="Google Shape;779;p35"/>
          <p:cNvGrpSpPr/>
          <p:nvPr/>
        </p:nvGrpSpPr>
        <p:grpSpPr>
          <a:xfrm>
            <a:off x="2549786" y="2192404"/>
            <a:ext cx="981891" cy="1021770"/>
            <a:chOff x="3293275" y="2380417"/>
            <a:chExt cx="981891" cy="408907"/>
          </a:xfrm>
        </p:grpSpPr>
        <p:sp>
          <p:nvSpPr>
            <p:cNvPr id="780" name="Google Shape;780;p35"/>
            <p:cNvSpPr/>
            <p:nvPr/>
          </p:nvSpPr>
          <p:spPr>
            <a:xfrm>
              <a:off x="3356866" y="2380417"/>
              <a:ext cx="918300" cy="408907"/>
            </a:xfrm>
            <a:prstGeom prst="rect">
              <a:avLst/>
            </a:prstGeom>
            <a:solidFill>
              <a:srgbClr val="2BB5E8"/>
            </a:solidFill>
            <a:ln>
              <a:noFill/>
            </a:ln>
          </p:spPr>
          <p:txBody>
            <a:bodyPr spcFirstLastPara="1" wrap="square" lIns="91425" tIns="91425" rIns="91425" bIns="91425" anchor="ctr" anchorCtr="0">
              <a:noAutofit/>
            </a:bodyPr>
            <a:lstStyle/>
            <a:p>
              <a:pPr algn="ctr"/>
              <a:r>
                <a:rPr lang="en-US" sz="800" dirty="0">
                  <a:solidFill>
                    <a:srgbClr val="FFFFFF"/>
                  </a:solidFill>
                </a:rPr>
                <a:t>Snowflake Postgres Connector Agent</a:t>
              </a:r>
            </a:p>
            <a:p>
              <a:pPr algn="ctr"/>
              <a:r>
                <a:rPr lang="en-US" sz="800" dirty="0">
                  <a:solidFill>
                    <a:srgbClr val="FFFFFF"/>
                  </a:solidFill>
                </a:rPr>
                <a:t>(Replicates 13 PostgreSQL tables with CDC)</a:t>
              </a:r>
            </a:p>
          </p:txBody>
        </p:sp>
        <p:grpSp>
          <p:nvGrpSpPr>
            <p:cNvPr id="781" name="Google Shape;781;p35"/>
            <p:cNvGrpSpPr/>
            <p:nvPr/>
          </p:nvGrpSpPr>
          <p:grpSpPr>
            <a:xfrm>
              <a:off x="3293275" y="2486025"/>
              <a:ext cx="138900" cy="138900"/>
              <a:chOff x="3293275" y="2486025"/>
              <a:chExt cx="138900" cy="138900"/>
            </a:xfrm>
          </p:grpSpPr>
          <p:sp>
            <p:nvSpPr>
              <p:cNvPr id="782" name="Google Shape;782;p35"/>
              <p:cNvSpPr/>
              <p:nvPr/>
            </p:nvSpPr>
            <p:spPr>
              <a:xfrm>
                <a:off x="3293275" y="2486025"/>
                <a:ext cx="138900" cy="1389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83" name="Google Shape;783;p35"/>
              <p:cNvCxnSpPr/>
              <p:nvPr/>
            </p:nvCxnSpPr>
            <p:spPr>
              <a:xfrm>
                <a:off x="3332550" y="2555475"/>
                <a:ext cx="28200" cy="0"/>
              </a:xfrm>
              <a:prstGeom prst="straightConnector1">
                <a:avLst/>
              </a:prstGeom>
              <a:noFill/>
              <a:ln w="9525" cap="flat" cmpd="sng">
                <a:solidFill>
                  <a:srgbClr val="2AB5E8"/>
                </a:solidFill>
                <a:prstDash val="solid"/>
                <a:round/>
                <a:headEnd type="none" w="med" len="med"/>
                <a:tailEnd type="triangle" w="med" len="med"/>
              </a:ln>
            </p:spPr>
          </p:cxnSp>
        </p:grpSp>
      </p:grpSp>
      <p:grpSp>
        <p:nvGrpSpPr>
          <p:cNvPr id="784" name="Google Shape;784;p35"/>
          <p:cNvGrpSpPr/>
          <p:nvPr/>
        </p:nvGrpSpPr>
        <p:grpSpPr>
          <a:xfrm>
            <a:off x="8662633" y="3179375"/>
            <a:ext cx="959453" cy="338700"/>
            <a:chOff x="9406122" y="3179375"/>
            <a:chExt cx="959453" cy="338700"/>
          </a:xfrm>
        </p:grpSpPr>
        <p:sp>
          <p:nvSpPr>
            <p:cNvPr id="785" name="Google Shape;785;p35"/>
            <p:cNvSpPr/>
            <p:nvPr/>
          </p:nvSpPr>
          <p:spPr>
            <a:xfrm>
              <a:off x="9406122" y="3179375"/>
              <a:ext cx="918300" cy="338700"/>
            </a:xfrm>
            <a:prstGeom prst="rect">
              <a:avLst/>
            </a:prstGeom>
            <a:solidFill>
              <a:srgbClr val="2BB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800">
                  <a:solidFill>
                    <a:srgbClr val="FFFFFF"/>
                  </a:solidFill>
                </a:rPr>
                <a:t>Snowsight</a:t>
              </a:r>
              <a:endParaRPr sz="800">
                <a:solidFill>
                  <a:srgbClr val="FFFFFF"/>
                </a:solidFill>
              </a:endParaRPr>
            </a:p>
          </p:txBody>
        </p:sp>
        <p:grpSp>
          <p:nvGrpSpPr>
            <p:cNvPr id="786" name="Google Shape;786;p35"/>
            <p:cNvGrpSpPr/>
            <p:nvPr/>
          </p:nvGrpSpPr>
          <p:grpSpPr>
            <a:xfrm>
              <a:off x="10194731" y="3279275"/>
              <a:ext cx="170844" cy="138900"/>
              <a:chOff x="3261331" y="2486025"/>
              <a:chExt cx="170844" cy="138900"/>
            </a:xfrm>
          </p:grpSpPr>
          <p:sp>
            <p:nvSpPr>
              <p:cNvPr id="787" name="Google Shape;787;p35"/>
              <p:cNvSpPr/>
              <p:nvPr/>
            </p:nvSpPr>
            <p:spPr>
              <a:xfrm>
                <a:off x="3293275" y="2486025"/>
                <a:ext cx="138900" cy="1389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88" name="Google Shape;788;p35"/>
              <p:cNvCxnSpPr/>
              <p:nvPr/>
            </p:nvCxnSpPr>
            <p:spPr>
              <a:xfrm>
                <a:off x="3261331" y="2555475"/>
                <a:ext cx="68400" cy="0"/>
              </a:xfrm>
              <a:prstGeom prst="straightConnector1">
                <a:avLst/>
              </a:prstGeom>
              <a:noFill/>
              <a:ln w="9525" cap="flat" cmpd="sng">
                <a:solidFill>
                  <a:srgbClr val="2DB5E9"/>
                </a:solidFill>
                <a:prstDash val="solid"/>
                <a:round/>
                <a:headEnd type="none" w="med" len="med"/>
                <a:tailEnd type="triangle" w="med" len="med"/>
              </a:ln>
            </p:spPr>
          </p:cxnSp>
        </p:grpSp>
      </p:grpSp>
      <p:grpSp>
        <p:nvGrpSpPr>
          <p:cNvPr id="789" name="Google Shape;789;p35"/>
          <p:cNvGrpSpPr/>
          <p:nvPr/>
        </p:nvGrpSpPr>
        <p:grpSpPr>
          <a:xfrm>
            <a:off x="8662633" y="3567844"/>
            <a:ext cx="959453" cy="338700"/>
            <a:chOff x="9406122" y="3567844"/>
            <a:chExt cx="959453" cy="338700"/>
          </a:xfrm>
        </p:grpSpPr>
        <p:sp>
          <p:nvSpPr>
            <p:cNvPr id="790" name="Google Shape;790;p35"/>
            <p:cNvSpPr/>
            <p:nvPr/>
          </p:nvSpPr>
          <p:spPr>
            <a:xfrm>
              <a:off x="9406122" y="3567844"/>
              <a:ext cx="918300" cy="338700"/>
            </a:xfrm>
            <a:prstGeom prst="rect">
              <a:avLst/>
            </a:prstGeom>
            <a:solidFill>
              <a:srgbClr val="2BB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800">
                  <a:solidFill>
                    <a:srgbClr val="FFFFFF"/>
                  </a:solidFill>
                </a:rPr>
                <a:t>JDBC</a:t>
              </a:r>
              <a:endParaRPr sz="800">
                <a:solidFill>
                  <a:srgbClr val="FFFFFF"/>
                </a:solidFill>
              </a:endParaRPr>
            </a:p>
          </p:txBody>
        </p:sp>
        <p:grpSp>
          <p:nvGrpSpPr>
            <p:cNvPr id="791" name="Google Shape;791;p35"/>
            <p:cNvGrpSpPr/>
            <p:nvPr/>
          </p:nvGrpSpPr>
          <p:grpSpPr>
            <a:xfrm>
              <a:off x="10194731" y="3667750"/>
              <a:ext cx="170844" cy="138900"/>
              <a:chOff x="3261331" y="2486025"/>
              <a:chExt cx="170844" cy="138900"/>
            </a:xfrm>
          </p:grpSpPr>
          <p:sp>
            <p:nvSpPr>
              <p:cNvPr id="792" name="Google Shape;792;p35"/>
              <p:cNvSpPr/>
              <p:nvPr/>
            </p:nvSpPr>
            <p:spPr>
              <a:xfrm>
                <a:off x="3293275" y="2486025"/>
                <a:ext cx="138900" cy="1389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93" name="Google Shape;793;p35"/>
              <p:cNvCxnSpPr/>
              <p:nvPr/>
            </p:nvCxnSpPr>
            <p:spPr>
              <a:xfrm>
                <a:off x="3261331" y="2555475"/>
                <a:ext cx="68400" cy="0"/>
              </a:xfrm>
              <a:prstGeom prst="straightConnector1">
                <a:avLst/>
              </a:prstGeom>
              <a:noFill/>
              <a:ln w="9525" cap="flat" cmpd="sng">
                <a:solidFill>
                  <a:srgbClr val="2DB5E9"/>
                </a:solidFill>
                <a:prstDash val="solid"/>
                <a:round/>
                <a:headEnd type="none" w="med" len="med"/>
                <a:tailEnd type="triangle" w="med" len="med"/>
              </a:ln>
            </p:spPr>
          </p:cxnSp>
        </p:grpSp>
      </p:grpSp>
      <p:grpSp>
        <p:nvGrpSpPr>
          <p:cNvPr id="794" name="Google Shape;794;p35"/>
          <p:cNvGrpSpPr/>
          <p:nvPr/>
        </p:nvGrpSpPr>
        <p:grpSpPr>
          <a:xfrm>
            <a:off x="8662633" y="3956325"/>
            <a:ext cx="959453" cy="338700"/>
            <a:chOff x="9406122" y="3956325"/>
            <a:chExt cx="959453" cy="338700"/>
          </a:xfrm>
        </p:grpSpPr>
        <p:sp>
          <p:nvSpPr>
            <p:cNvPr id="795" name="Google Shape;795;p35"/>
            <p:cNvSpPr/>
            <p:nvPr/>
          </p:nvSpPr>
          <p:spPr>
            <a:xfrm>
              <a:off x="9406122" y="3956325"/>
              <a:ext cx="918300" cy="338700"/>
            </a:xfrm>
            <a:prstGeom prst="rect">
              <a:avLst/>
            </a:prstGeom>
            <a:solidFill>
              <a:srgbClr val="2BB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800">
                  <a:solidFill>
                    <a:srgbClr val="FFFFFF"/>
                  </a:solidFill>
                </a:rPr>
                <a:t>ODBC</a:t>
              </a:r>
              <a:endParaRPr sz="800">
                <a:solidFill>
                  <a:srgbClr val="FFFFFF"/>
                </a:solidFill>
              </a:endParaRPr>
            </a:p>
          </p:txBody>
        </p:sp>
        <p:grpSp>
          <p:nvGrpSpPr>
            <p:cNvPr id="796" name="Google Shape;796;p35"/>
            <p:cNvGrpSpPr/>
            <p:nvPr/>
          </p:nvGrpSpPr>
          <p:grpSpPr>
            <a:xfrm>
              <a:off x="10194731" y="4056225"/>
              <a:ext cx="170844" cy="138900"/>
              <a:chOff x="3261331" y="2486025"/>
              <a:chExt cx="170844" cy="138900"/>
            </a:xfrm>
          </p:grpSpPr>
          <p:sp>
            <p:nvSpPr>
              <p:cNvPr id="797" name="Google Shape;797;p35"/>
              <p:cNvSpPr/>
              <p:nvPr/>
            </p:nvSpPr>
            <p:spPr>
              <a:xfrm>
                <a:off x="3293275" y="2486025"/>
                <a:ext cx="138900" cy="1389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98" name="Google Shape;798;p35"/>
              <p:cNvCxnSpPr/>
              <p:nvPr/>
            </p:nvCxnSpPr>
            <p:spPr>
              <a:xfrm>
                <a:off x="3261331" y="2555475"/>
                <a:ext cx="68400" cy="0"/>
              </a:xfrm>
              <a:prstGeom prst="straightConnector1">
                <a:avLst/>
              </a:prstGeom>
              <a:noFill/>
              <a:ln w="9525" cap="flat" cmpd="sng">
                <a:solidFill>
                  <a:srgbClr val="2DB5E9"/>
                </a:solidFill>
                <a:prstDash val="solid"/>
                <a:round/>
                <a:headEnd type="none" w="med" len="med"/>
                <a:tailEnd type="triangle" w="med" len="med"/>
              </a:ln>
            </p:spPr>
          </p:cxnSp>
        </p:grpSp>
      </p:grpSp>
      <p:grpSp>
        <p:nvGrpSpPr>
          <p:cNvPr id="809" name="Google Shape;809;p35"/>
          <p:cNvGrpSpPr/>
          <p:nvPr/>
        </p:nvGrpSpPr>
        <p:grpSpPr>
          <a:xfrm>
            <a:off x="2549786" y="3473930"/>
            <a:ext cx="981334" cy="556007"/>
            <a:chOff x="3293275" y="3473930"/>
            <a:chExt cx="981334" cy="556007"/>
          </a:xfrm>
        </p:grpSpPr>
        <p:sp>
          <p:nvSpPr>
            <p:cNvPr id="810" name="Google Shape;810;p35"/>
            <p:cNvSpPr/>
            <p:nvPr/>
          </p:nvSpPr>
          <p:spPr>
            <a:xfrm>
              <a:off x="3356309" y="3473930"/>
              <a:ext cx="918300" cy="556007"/>
            </a:xfrm>
            <a:prstGeom prst="rect">
              <a:avLst/>
            </a:prstGeom>
            <a:solidFill>
              <a:srgbClr val="2BB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800" dirty="0">
                  <a:solidFill>
                    <a:srgbClr val="FFFFFF"/>
                  </a:solidFill>
                </a:rPr>
                <a:t>Kafka Connectors</a:t>
              </a:r>
            </a:p>
            <a:p>
              <a:pPr marL="0" marR="0" lvl="0" indent="0" algn="ctr" rtl="0">
                <a:lnSpc>
                  <a:spcPct val="100000"/>
                </a:lnSpc>
                <a:spcBef>
                  <a:spcPts val="0"/>
                </a:spcBef>
                <a:spcAft>
                  <a:spcPts val="0"/>
                </a:spcAft>
                <a:buNone/>
              </a:pPr>
              <a:r>
                <a:rPr lang="en-US" sz="800" dirty="0">
                  <a:solidFill>
                    <a:srgbClr val="FFFFFF"/>
                  </a:solidFill>
                </a:rPr>
                <a:t>(1 Kafka Topic)</a:t>
              </a:r>
            </a:p>
            <a:p>
              <a:pPr marL="0" marR="0" lvl="0" indent="0" algn="ctr" rtl="0">
                <a:lnSpc>
                  <a:spcPct val="100000"/>
                </a:lnSpc>
                <a:spcBef>
                  <a:spcPts val="0"/>
                </a:spcBef>
                <a:spcAft>
                  <a:spcPts val="0"/>
                </a:spcAft>
                <a:buNone/>
              </a:pPr>
              <a:endParaRPr sz="800" dirty="0">
                <a:solidFill>
                  <a:srgbClr val="FFFFFF"/>
                </a:solidFill>
              </a:endParaRPr>
            </a:p>
          </p:txBody>
        </p:sp>
        <p:grpSp>
          <p:nvGrpSpPr>
            <p:cNvPr id="811" name="Google Shape;811;p35"/>
            <p:cNvGrpSpPr/>
            <p:nvPr/>
          </p:nvGrpSpPr>
          <p:grpSpPr>
            <a:xfrm>
              <a:off x="3293275" y="3676663"/>
              <a:ext cx="138900" cy="138900"/>
              <a:chOff x="3293275" y="2486025"/>
              <a:chExt cx="138900" cy="138900"/>
            </a:xfrm>
          </p:grpSpPr>
          <p:sp>
            <p:nvSpPr>
              <p:cNvPr id="812" name="Google Shape;812;p35"/>
              <p:cNvSpPr/>
              <p:nvPr/>
            </p:nvSpPr>
            <p:spPr>
              <a:xfrm>
                <a:off x="3293275" y="2486025"/>
                <a:ext cx="138900" cy="1389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13" name="Google Shape;813;p35"/>
              <p:cNvCxnSpPr/>
              <p:nvPr/>
            </p:nvCxnSpPr>
            <p:spPr>
              <a:xfrm>
                <a:off x="3332550" y="2555475"/>
                <a:ext cx="28200" cy="0"/>
              </a:xfrm>
              <a:prstGeom prst="straightConnector1">
                <a:avLst/>
              </a:prstGeom>
              <a:noFill/>
              <a:ln w="9525" cap="flat" cmpd="sng">
                <a:solidFill>
                  <a:srgbClr val="2AB5E8"/>
                </a:solidFill>
                <a:prstDash val="solid"/>
                <a:round/>
                <a:headEnd type="none" w="med" len="med"/>
                <a:tailEnd type="triangle" w="med" len="med"/>
              </a:ln>
            </p:spPr>
          </p:cxnSp>
        </p:grpSp>
      </p:grpSp>
      <p:grpSp>
        <p:nvGrpSpPr>
          <p:cNvPr id="814" name="Google Shape;814;p35"/>
          <p:cNvGrpSpPr/>
          <p:nvPr/>
        </p:nvGrpSpPr>
        <p:grpSpPr>
          <a:xfrm>
            <a:off x="2550221" y="4452048"/>
            <a:ext cx="989636" cy="551961"/>
            <a:chOff x="3293275" y="4075425"/>
            <a:chExt cx="989636" cy="551961"/>
          </a:xfrm>
        </p:grpSpPr>
        <p:sp>
          <p:nvSpPr>
            <p:cNvPr id="815" name="Google Shape;815;p35"/>
            <p:cNvSpPr/>
            <p:nvPr/>
          </p:nvSpPr>
          <p:spPr>
            <a:xfrm>
              <a:off x="3364611" y="4288686"/>
              <a:ext cx="918300" cy="338700"/>
            </a:xfrm>
            <a:prstGeom prst="rect">
              <a:avLst/>
            </a:prstGeom>
            <a:solidFill>
              <a:srgbClr val="2BB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sz="800" dirty="0">
                <a:solidFill>
                  <a:srgbClr val="FFFFFF"/>
                </a:solidFill>
              </a:endParaRPr>
            </a:p>
          </p:txBody>
        </p:sp>
        <p:grpSp>
          <p:nvGrpSpPr>
            <p:cNvPr id="816" name="Google Shape;816;p35"/>
            <p:cNvGrpSpPr/>
            <p:nvPr/>
          </p:nvGrpSpPr>
          <p:grpSpPr>
            <a:xfrm>
              <a:off x="3293275" y="4075425"/>
              <a:ext cx="138900" cy="138900"/>
              <a:chOff x="3293275" y="2486025"/>
              <a:chExt cx="138900" cy="138900"/>
            </a:xfrm>
          </p:grpSpPr>
          <p:sp>
            <p:nvSpPr>
              <p:cNvPr id="817" name="Google Shape;817;p35"/>
              <p:cNvSpPr/>
              <p:nvPr/>
            </p:nvSpPr>
            <p:spPr>
              <a:xfrm>
                <a:off x="3293275" y="2486025"/>
                <a:ext cx="138900" cy="1389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18" name="Google Shape;818;p35"/>
              <p:cNvCxnSpPr>
                <a:cxnSpLocks/>
              </p:cNvCxnSpPr>
              <p:nvPr/>
            </p:nvCxnSpPr>
            <p:spPr>
              <a:xfrm>
                <a:off x="3332550" y="2555475"/>
                <a:ext cx="28200" cy="0"/>
              </a:xfrm>
              <a:prstGeom prst="straightConnector1">
                <a:avLst/>
              </a:prstGeom>
              <a:noFill/>
              <a:ln w="9525" cap="flat" cmpd="sng">
                <a:solidFill>
                  <a:srgbClr val="2AB5E8"/>
                </a:solidFill>
                <a:prstDash val="solid"/>
                <a:round/>
                <a:headEnd type="none" w="med" len="med"/>
                <a:tailEnd type="triangle" w="med" len="med"/>
              </a:ln>
            </p:spPr>
          </p:cxnSp>
        </p:grpSp>
      </p:grpSp>
      <p:sp>
        <p:nvSpPr>
          <p:cNvPr id="866" name="Google Shape;866;p35"/>
          <p:cNvSpPr/>
          <p:nvPr/>
        </p:nvSpPr>
        <p:spPr>
          <a:xfrm>
            <a:off x="9853668" y="2700820"/>
            <a:ext cx="402721" cy="267900"/>
          </a:xfrm>
          <a:prstGeom prst="rightArrow">
            <a:avLst>
              <a:gd name="adj1" fmla="val 50000"/>
              <a:gd name="adj2" fmla="val 50000"/>
            </a:avLst>
          </a:prstGeom>
          <a:solidFill>
            <a:srgbClr val="2AB5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35"/>
          <p:cNvSpPr/>
          <p:nvPr/>
        </p:nvSpPr>
        <p:spPr>
          <a:xfrm>
            <a:off x="9840739" y="4337020"/>
            <a:ext cx="402721" cy="267900"/>
          </a:xfrm>
          <a:prstGeom prst="rightArrow">
            <a:avLst>
              <a:gd name="adj1" fmla="val 50000"/>
              <a:gd name="adj2" fmla="val 50000"/>
            </a:avLst>
          </a:prstGeom>
          <a:solidFill>
            <a:srgbClr val="2AB5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Google Shape;868;p35">
            <a:extLst>
              <a:ext uri="{FF2B5EF4-FFF2-40B4-BE49-F238E27FC236}">
                <a16:creationId xmlns:a16="http://schemas.microsoft.com/office/drawing/2014/main" id="{77E14CAF-A78E-DA04-BF12-C427B12D1C4D}"/>
              </a:ext>
            </a:extLst>
          </p:cNvPr>
          <p:cNvSpPr/>
          <p:nvPr/>
        </p:nvSpPr>
        <p:spPr>
          <a:xfrm>
            <a:off x="1913874" y="2265184"/>
            <a:ext cx="454967" cy="267900"/>
          </a:xfrm>
          <a:prstGeom prst="rightArrow">
            <a:avLst>
              <a:gd name="adj1" fmla="val 50000"/>
              <a:gd name="adj2" fmla="val 50000"/>
            </a:avLst>
          </a:prstGeom>
          <a:solidFill>
            <a:srgbClr val="2AB5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Google Shape;868;p35">
            <a:extLst>
              <a:ext uri="{FF2B5EF4-FFF2-40B4-BE49-F238E27FC236}">
                <a16:creationId xmlns:a16="http://schemas.microsoft.com/office/drawing/2014/main" id="{163A574C-AE1C-FCC9-1DD9-1801DC85E1D0}"/>
              </a:ext>
            </a:extLst>
          </p:cNvPr>
          <p:cNvSpPr/>
          <p:nvPr/>
        </p:nvSpPr>
        <p:spPr>
          <a:xfrm>
            <a:off x="1913826" y="3545049"/>
            <a:ext cx="454967" cy="267900"/>
          </a:xfrm>
          <a:prstGeom prst="rightArrow">
            <a:avLst>
              <a:gd name="adj1" fmla="val 50000"/>
              <a:gd name="adj2" fmla="val 50000"/>
            </a:avLst>
          </a:prstGeom>
          <a:solidFill>
            <a:srgbClr val="2AB5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868;p35">
            <a:extLst>
              <a:ext uri="{FF2B5EF4-FFF2-40B4-BE49-F238E27FC236}">
                <a16:creationId xmlns:a16="http://schemas.microsoft.com/office/drawing/2014/main" id="{D659FD7E-0151-EE1E-E55B-17F362FA1702}"/>
              </a:ext>
            </a:extLst>
          </p:cNvPr>
          <p:cNvSpPr/>
          <p:nvPr/>
        </p:nvSpPr>
        <p:spPr>
          <a:xfrm>
            <a:off x="1903174" y="5114675"/>
            <a:ext cx="454967" cy="267900"/>
          </a:xfrm>
          <a:prstGeom prst="rightArrow">
            <a:avLst>
              <a:gd name="adj1" fmla="val 50000"/>
              <a:gd name="adj2" fmla="val 50000"/>
            </a:avLst>
          </a:prstGeom>
          <a:solidFill>
            <a:srgbClr val="2AB5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660;p35">
            <a:extLst>
              <a:ext uri="{FF2B5EF4-FFF2-40B4-BE49-F238E27FC236}">
                <a16:creationId xmlns:a16="http://schemas.microsoft.com/office/drawing/2014/main" id="{5AAF9A8D-0BDE-CF98-BFB6-C7975E858E8B}"/>
              </a:ext>
            </a:extLst>
          </p:cNvPr>
          <p:cNvSpPr txBox="1"/>
          <p:nvPr/>
        </p:nvSpPr>
        <p:spPr>
          <a:xfrm>
            <a:off x="3866495" y="4168420"/>
            <a:ext cx="1040700" cy="168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endParaRPr sz="700" dirty="0">
              <a:solidFill>
                <a:srgbClr val="1398C9"/>
              </a:solidFill>
            </a:endParaRPr>
          </a:p>
        </p:txBody>
      </p:sp>
      <p:sp>
        <p:nvSpPr>
          <p:cNvPr id="5" name="TextBox 4">
            <a:extLst>
              <a:ext uri="{FF2B5EF4-FFF2-40B4-BE49-F238E27FC236}">
                <a16:creationId xmlns:a16="http://schemas.microsoft.com/office/drawing/2014/main" id="{F9283D4D-026C-6CB1-CE1F-515B6764BBF0}"/>
              </a:ext>
            </a:extLst>
          </p:cNvPr>
          <p:cNvSpPr txBox="1"/>
          <p:nvPr/>
        </p:nvSpPr>
        <p:spPr>
          <a:xfrm>
            <a:off x="747260" y="2050671"/>
            <a:ext cx="1209241" cy="910475"/>
          </a:xfrm>
          <a:prstGeom prst="rect">
            <a:avLst/>
          </a:prstGeom>
          <a:noFill/>
          <a:ln>
            <a:noFill/>
          </a:ln>
        </p:spPr>
        <p:txBody>
          <a:bodyPr spcFirstLastPara="1" wrap="square" lIns="68575" tIns="34275" rIns="68575" bIns="34275" anchor="t" anchorCtr="0">
            <a:spAutoFit/>
          </a:bodyPr>
          <a:lstStyle>
            <a:defPPr marR="0" lvl="0" algn="l" rtl="0">
              <a:lnSpc>
                <a:spcPct val="100000"/>
              </a:lnSpc>
              <a:spcBef>
                <a:spcPts val="0"/>
              </a:spcBef>
              <a:spcAft>
                <a:spcPts val="0"/>
              </a:spcAft>
            </a:defPPr>
            <a:lvl1pPr marL="457200" indent="-317500">
              <a:lnSpc>
                <a:spcPct val="90000"/>
              </a:lnSpc>
              <a:spcBef>
                <a:spcPts val="800"/>
              </a:spcBef>
              <a:buClr>
                <a:schemeClr val="dk1"/>
              </a:buClr>
              <a:buSzPts val="1400"/>
              <a:buChar char="•"/>
              <a:defRPr>
                <a:solidFill>
                  <a:schemeClr val="dk1"/>
                </a:solidFill>
              </a:defRPr>
            </a:lvl1pPr>
            <a:lvl2pPr marL="914400" indent="-304800">
              <a:lnSpc>
                <a:spcPct val="90000"/>
              </a:lnSpc>
              <a:spcBef>
                <a:spcPts val="400"/>
              </a:spcBef>
              <a:buClr>
                <a:schemeClr val="dk1"/>
              </a:buClr>
              <a:buSzPts val="1200"/>
              <a:buChar char="•"/>
              <a:defRPr sz="1200">
                <a:solidFill>
                  <a:schemeClr val="dk1"/>
                </a:solidFill>
              </a:defRPr>
            </a:lvl2pPr>
            <a:lvl3pPr marL="1371600" indent="-304800">
              <a:lnSpc>
                <a:spcPct val="90000"/>
              </a:lnSpc>
              <a:spcBef>
                <a:spcPts val="400"/>
              </a:spcBef>
              <a:buClr>
                <a:schemeClr val="dk1"/>
              </a:buClr>
              <a:buSzPts val="1200"/>
              <a:buChar char="•"/>
              <a:defRPr sz="1200">
                <a:solidFill>
                  <a:schemeClr val="dk1"/>
                </a:solidFill>
              </a:defRPr>
            </a:lvl3pPr>
            <a:lvl4pPr marL="1828800" indent="-304800">
              <a:lnSpc>
                <a:spcPct val="90000"/>
              </a:lnSpc>
              <a:spcBef>
                <a:spcPts val="400"/>
              </a:spcBef>
              <a:buClr>
                <a:schemeClr val="dk1"/>
              </a:buClr>
              <a:buSzPts val="1200"/>
              <a:buChar char="•"/>
              <a:defRPr sz="1200">
                <a:solidFill>
                  <a:schemeClr val="dk1"/>
                </a:solidFill>
              </a:defRPr>
            </a:lvl4pPr>
            <a:lvl5pPr marL="2286000" indent="-304800">
              <a:lnSpc>
                <a:spcPct val="90000"/>
              </a:lnSpc>
              <a:spcBef>
                <a:spcPts val="400"/>
              </a:spcBef>
              <a:buClr>
                <a:schemeClr val="dk1"/>
              </a:buClr>
              <a:buSzPts val="1200"/>
              <a:buChar char="•"/>
              <a:defRPr sz="1200">
                <a:solidFill>
                  <a:schemeClr val="dk1"/>
                </a:solidFill>
              </a:defRPr>
            </a:lvl5pPr>
            <a:lvl6pPr marL="2743200" indent="-317500">
              <a:lnSpc>
                <a:spcPct val="90000"/>
              </a:lnSpc>
              <a:spcBef>
                <a:spcPts val="400"/>
              </a:spcBef>
              <a:buClr>
                <a:schemeClr val="dk1"/>
              </a:buClr>
              <a:buSzPts val="1400"/>
              <a:buChar char="•"/>
              <a:defRPr>
                <a:solidFill>
                  <a:schemeClr val="dk1"/>
                </a:solidFill>
              </a:defRPr>
            </a:lvl6pPr>
            <a:lvl7pPr marL="3200400" indent="-317500">
              <a:lnSpc>
                <a:spcPct val="90000"/>
              </a:lnSpc>
              <a:spcBef>
                <a:spcPts val="400"/>
              </a:spcBef>
              <a:buClr>
                <a:schemeClr val="dk1"/>
              </a:buClr>
              <a:buSzPts val="1400"/>
              <a:buChar char="•"/>
              <a:defRPr>
                <a:solidFill>
                  <a:schemeClr val="dk1"/>
                </a:solidFill>
              </a:defRPr>
            </a:lvl7pPr>
            <a:lvl8pPr marL="3657600" indent="-317500">
              <a:lnSpc>
                <a:spcPct val="90000"/>
              </a:lnSpc>
              <a:spcBef>
                <a:spcPts val="400"/>
              </a:spcBef>
              <a:buClr>
                <a:schemeClr val="dk1"/>
              </a:buClr>
              <a:buSzPts val="1400"/>
              <a:buChar char="•"/>
              <a:defRPr>
                <a:solidFill>
                  <a:schemeClr val="dk1"/>
                </a:solidFill>
              </a:defRPr>
            </a:lvl8pPr>
            <a:lvl9pPr marL="4114800" indent="-317500">
              <a:lnSpc>
                <a:spcPct val="90000"/>
              </a:lnSpc>
              <a:spcBef>
                <a:spcPts val="400"/>
              </a:spcBef>
              <a:buClr>
                <a:schemeClr val="dk1"/>
              </a:buClr>
              <a:buSzPts val="1400"/>
              <a:buChar char="•"/>
              <a:defRPr>
                <a:solidFill>
                  <a:schemeClr val="dk1"/>
                </a:solidFill>
              </a:defRPr>
            </a:lvl9pPr>
          </a:lstStyle>
          <a:p>
            <a:pPr marL="228600" indent="-171450">
              <a:lnSpc>
                <a:spcPct val="100000"/>
              </a:lnSpc>
              <a:buFont typeface="Arial" panose="020B0604020202020204" pitchFamily="34" charset="0"/>
              <a:buChar char="•"/>
            </a:pPr>
            <a:r>
              <a:rPr lang="en-US" sz="700" dirty="0"/>
              <a:t>Orders, Menu</a:t>
            </a:r>
          </a:p>
          <a:p>
            <a:pPr marL="228600" indent="-171450">
              <a:lnSpc>
                <a:spcPct val="100000"/>
              </a:lnSpc>
              <a:buFont typeface="Arial" panose="020B0604020202020204" pitchFamily="34" charset="0"/>
              <a:buChar char="•"/>
            </a:pPr>
            <a:r>
              <a:rPr lang="en-US" sz="700" dirty="0"/>
              <a:t>Trucks, Ops</a:t>
            </a:r>
          </a:p>
          <a:p>
            <a:pPr marL="228600" indent="-171450">
              <a:lnSpc>
                <a:spcPct val="100000"/>
              </a:lnSpc>
              <a:buFont typeface="Arial" panose="020B0604020202020204" pitchFamily="34" charset="0"/>
              <a:buChar char="•"/>
            </a:pPr>
            <a:r>
              <a:rPr lang="en-US" sz="700" dirty="0"/>
              <a:t>Customers, Vendors</a:t>
            </a:r>
          </a:p>
          <a:p>
            <a:pPr marL="228600" indent="-171450">
              <a:lnSpc>
                <a:spcPct val="100000"/>
              </a:lnSpc>
              <a:buFont typeface="Arial" panose="020B0604020202020204" pitchFamily="34" charset="0"/>
              <a:buChar char="•"/>
            </a:pPr>
            <a:r>
              <a:rPr lang="en-US" sz="700" dirty="0"/>
              <a:t>Reviews</a:t>
            </a:r>
          </a:p>
        </p:txBody>
      </p:sp>
      <p:sp>
        <p:nvSpPr>
          <p:cNvPr id="6" name="TextBox 5">
            <a:extLst>
              <a:ext uri="{FF2B5EF4-FFF2-40B4-BE49-F238E27FC236}">
                <a16:creationId xmlns:a16="http://schemas.microsoft.com/office/drawing/2014/main" id="{0EFE32D4-A722-B3E3-A574-0FC748DE628F}"/>
              </a:ext>
            </a:extLst>
          </p:cNvPr>
          <p:cNvSpPr txBox="1"/>
          <p:nvPr/>
        </p:nvSpPr>
        <p:spPr>
          <a:xfrm>
            <a:off x="734923" y="3767047"/>
            <a:ext cx="1209241" cy="1125919"/>
          </a:xfrm>
          <a:prstGeom prst="rect">
            <a:avLst/>
          </a:prstGeom>
          <a:noFill/>
          <a:ln>
            <a:noFill/>
          </a:ln>
        </p:spPr>
        <p:txBody>
          <a:bodyPr spcFirstLastPara="1" wrap="square" lIns="68575" tIns="34275" rIns="68575" bIns="34275" anchor="t" anchorCtr="0">
            <a:spAutoFit/>
          </a:bodyPr>
          <a:lstStyle>
            <a:defPPr marR="0" lvl="0" algn="l" rtl="0">
              <a:lnSpc>
                <a:spcPct val="100000"/>
              </a:lnSpc>
              <a:spcBef>
                <a:spcPts val="0"/>
              </a:spcBef>
              <a:spcAft>
                <a:spcPts val="0"/>
              </a:spcAft>
            </a:defPPr>
            <a:lvl1pPr marL="457200" indent="-317500">
              <a:lnSpc>
                <a:spcPct val="90000"/>
              </a:lnSpc>
              <a:spcBef>
                <a:spcPts val="800"/>
              </a:spcBef>
              <a:buClr>
                <a:schemeClr val="dk1"/>
              </a:buClr>
              <a:buSzPts val="1400"/>
              <a:buChar char="•"/>
              <a:defRPr>
                <a:solidFill>
                  <a:schemeClr val="dk1"/>
                </a:solidFill>
              </a:defRPr>
            </a:lvl1pPr>
            <a:lvl2pPr marL="914400" indent="-304800">
              <a:lnSpc>
                <a:spcPct val="90000"/>
              </a:lnSpc>
              <a:spcBef>
                <a:spcPts val="400"/>
              </a:spcBef>
              <a:buClr>
                <a:schemeClr val="dk1"/>
              </a:buClr>
              <a:buSzPts val="1200"/>
              <a:buChar char="•"/>
              <a:defRPr sz="1200">
                <a:solidFill>
                  <a:schemeClr val="dk1"/>
                </a:solidFill>
              </a:defRPr>
            </a:lvl2pPr>
            <a:lvl3pPr marL="1371600" indent="-304800">
              <a:lnSpc>
                <a:spcPct val="90000"/>
              </a:lnSpc>
              <a:spcBef>
                <a:spcPts val="400"/>
              </a:spcBef>
              <a:buClr>
                <a:schemeClr val="dk1"/>
              </a:buClr>
              <a:buSzPts val="1200"/>
              <a:buChar char="•"/>
              <a:defRPr sz="1200">
                <a:solidFill>
                  <a:schemeClr val="dk1"/>
                </a:solidFill>
              </a:defRPr>
            </a:lvl3pPr>
            <a:lvl4pPr marL="1828800" indent="-304800">
              <a:lnSpc>
                <a:spcPct val="90000"/>
              </a:lnSpc>
              <a:spcBef>
                <a:spcPts val="400"/>
              </a:spcBef>
              <a:buClr>
                <a:schemeClr val="dk1"/>
              </a:buClr>
              <a:buSzPts val="1200"/>
              <a:buChar char="•"/>
              <a:defRPr sz="1200">
                <a:solidFill>
                  <a:schemeClr val="dk1"/>
                </a:solidFill>
              </a:defRPr>
            </a:lvl4pPr>
            <a:lvl5pPr marL="2286000" indent="-304800">
              <a:lnSpc>
                <a:spcPct val="90000"/>
              </a:lnSpc>
              <a:spcBef>
                <a:spcPts val="400"/>
              </a:spcBef>
              <a:buClr>
                <a:schemeClr val="dk1"/>
              </a:buClr>
              <a:buSzPts val="1200"/>
              <a:buChar char="•"/>
              <a:defRPr sz="1200">
                <a:solidFill>
                  <a:schemeClr val="dk1"/>
                </a:solidFill>
              </a:defRPr>
            </a:lvl5pPr>
            <a:lvl6pPr marL="2743200" indent="-317500">
              <a:lnSpc>
                <a:spcPct val="90000"/>
              </a:lnSpc>
              <a:spcBef>
                <a:spcPts val="400"/>
              </a:spcBef>
              <a:buClr>
                <a:schemeClr val="dk1"/>
              </a:buClr>
              <a:buSzPts val="1400"/>
              <a:buChar char="•"/>
              <a:defRPr>
                <a:solidFill>
                  <a:schemeClr val="dk1"/>
                </a:solidFill>
              </a:defRPr>
            </a:lvl6pPr>
            <a:lvl7pPr marL="3200400" indent="-317500">
              <a:lnSpc>
                <a:spcPct val="90000"/>
              </a:lnSpc>
              <a:spcBef>
                <a:spcPts val="400"/>
              </a:spcBef>
              <a:buClr>
                <a:schemeClr val="dk1"/>
              </a:buClr>
              <a:buSzPts val="1400"/>
              <a:buChar char="•"/>
              <a:defRPr>
                <a:solidFill>
                  <a:schemeClr val="dk1"/>
                </a:solidFill>
              </a:defRPr>
            </a:lvl7pPr>
            <a:lvl8pPr marL="3657600" indent="-317500">
              <a:lnSpc>
                <a:spcPct val="90000"/>
              </a:lnSpc>
              <a:spcBef>
                <a:spcPts val="400"/>
              </a:spcBef>
              <a:buClr>
                <a:schemeClr val="dk1"/>
              </a:buClr>
              <a:buSzPts val="1400"/>
              <a:buChar char="•"/>
              <a:defRPr>
                <a:solidFill>
                  <a:schemeClr val="dk1"/>
                </a:solidFill>
              </a:defRPr>
            </a:lvl8pPr>
            <a:lvl9pPr marL="4114800" indent="-317500">
              <a:lnSpc>
                <a:spcPct val="90000"/>
              </a:lnSpc>
              <a:spcBef>
                <a:spcPts val="400"/>
              </a:spcBef>
              <a:buClr>
                <a:schemeClr val="dk1"/>
              </a:buClr>
              <a:buSzPts val="1400"/>
              <a:buChar char="•"/>
              <a:defRPr>
                <a:solidFill>
                  <a:schemeClr val="dk1"/>
                </a:solidFill>
              </a:defRPr>
            </a:lvl9pPr>
          </a:lstStyle>
          <a:p>
            <a:pPr marL="228600" indent="-171450">
              <a:lnSpc>
                <a:spcPct val="100000"/>
              </a:lnSpc>
              <a:buFont typeface="Arial" panose="020B0604020202020204" pitchFamily="34" charset="0"/>
              <a:buChar char="•"/>
            </a:pPr>
            <a:r>
              <a:rPr lang="en-US" sz="700" dirty="0"/>
              <a:t>Speed, Fuel</a:t>
            </a:r>
          </a:p>
          <a:p>
            <a:pPr marL="228600" indent="-171450">
              <a:lnSpc>
                <a:spcPct val="100000"/>
              </a:lnSpc>
              <a:buFont typeface="Arial" panose="020B0604020202020204" pitchFamily="34" charset="0"/>
              <a:buChar char="•"/>
            </a:pPr>
            <a:r>
              <a:rPr lang="en-US" sz="700" dirty="0"/>
              <a:t>Fridge, Temperature</a:t>
            </a:r>
          </a:p>
          <a:p>
            <a:pPr marL="228600" indent="-171450">
              <a:lnSpc>
                <a:spcPct val="100000"/>
              </a:lnSpc>
              <a:buFont typeface="Arial" panose="020B0604020202020204" pitchFamily="34" charset="0"/>
              <a:buChar char="•"/>
            </a:pPr>
            <a:r>
              <a:rPr lang="en-US" sz="700" dirty="0"/>
              <a:t>Exceptions</a:t>
            </a:r>
          </a:p>
          <a:p>
            <a:pPr marL="57150" indent="0">
              <a:lnSpc>
                <a:spcPct val="100000"/>
              </a:lnSpc>
              <a:buNone/>
            </a:pPr>
            <a:r>
              <a:rPr lang="en-US" sz="700" dirty="0"/>
              <a:t>Note: Not having sales data. Just real-time Ops telemetry</a:t>
            </a:r>
          </a:p>
        </p:txBody>
      </p:sp>
      <p:sp>
        <p:nvSpPr>
          <p:cNvPr id="8" name="Google Shape;610;p35">
            <a:extLst>
              <a:ext uri="{FF2B5EF4-FFF2-40B4-BE49-F238E27FC236}">
                <a16:creationId xmlns:a16="http://schemas.microsoft.com/office/drawing/2014/main" id="{B579C04C-33E1-5EBF-FFC2-937199288955}"/>
              </a:ext>
            </a:extLst>
          </p:cNvPr>
          <p:cNvSpPr/>
          <p:nvPr/>
        </p:nvSpPr>
        <p:spPr>
          <a:xfrm>
            <a:off x="748003" y="4980397"/>
            <a:ext cx="1163100" cy="638491"/>
          </a:xfrm>
          <a:prstGeom prst="rect">
            <a:avLst/>
          </a:prstGeom>
          <a:solidFill>
            <a:srgbClr val="FFFFFF"/>
          </a:solidFill>
          <a:ln w="9525" cap="flat" cmpd="sng">
            <a:solidFill>
              <a:srgbClr val="558DA9"/>
            </a:solidFill>
            <a:prstDash val="dash"/>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2DB5E9"/>
              </a:buClr>
              <a:buSzPts val="1600"/>
              <a:buFont typeface="Arial"/>
              <a:buNone/>
            </a:pPr>
            <a:r>
              <a:rPr lang="en-US" sz="800" b="1" dirty="0">
                <a:solidFill>
                  <a:srgbClr val="0D5D7B"/>
                </a:solidFill>
              </a:rPr>
              <a:t>Future-Ready(Optional)</a:t>
            </a:r>
            <a:endParaRPr sz="800" b="1" dirty="0">
              <a:solidFill>
                <a:srgbClr val="0D5D7B"/>
              </a:solidFill>
            </a:endParaRPr>
          </a:p>
        </p:txBody>
      </p:sp>
      <p:sp>
        <p:nvSpPr>
          <p:cNvPr id="14" name="Google Shape;611;p35">
            <a:extLst>
              <a:ext uri="{FF2B5EF4-FFF2-40B4-BE49-F238E27FC236}">
                <a16:creationId xmlns:a16="http://schemas.microsoft.com/office/drawing/2014/main" id="{BA8D4D1C-1097-1C9B-78BD-D3A2A396F86F}"/>
              </a:ext>
            </a:extLst>
          </p:cNvPr>
          <p:cNvSpPr/>
          <p:nvPr/>
        </p:nvSpPr>
        <p:spPr>
          <a:xfrm>
            <a:off x="853340" y="5275004"/>
            <a:ext cx="879600" cy="274800"/>
          </a:xfrm>
          <a:prstGeom prst="rect">
            <a:avLst/>
          </a:prstGeom>
          <a:solidFill>
            <a:srgbClr val="558DA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800" dirty="0">
                <a:solidFill>
                  <a:srgbClr val="FFFFFF"/>
                </a:solidFill>
              </a:rPr>
              <a:t>GenAI/Text Agents</a:t>
            </a:r>
            <a:endParaRPr sz="800" dirty="0">
              <a:solidFill>
                <a:srgbClr val="FFFFFF"/>
              </a:solidFill>
            </a:endParaRPr>
          </a:p>
        </p:txBody>
      </p:sp>
      <p:grpSp>
        <p:nvGrpSpPr>
          <p:cNvPr id="17" name="Google Shape;829;p35">
            <a:extLst>
              <a:ext uri="{FF2B5EF4-FFF2-40B4-BE49-F238E27FC236}">
                <a16:creationId xmlns:a16="http://schemas.microsoft.com/office/drawing/2014/main" id="{C4B66BAA-3007-9C2D-F046-E77A6AD01990}"/>
              </a:ext>
            </a:extLst>
          </p:cNvPr>
          <p:cNvGrpSpPr/>
          <p:nvPr/>
        </p:nvGrpSpPr>
        <p:grpSpPr>
          <a:xfrm>
            <a:off x="3726583" y="3238557"/>
            <a:ext cx="918300" cy="762394"/>
            <a:chOff x="6966879" y="3513425"/>
            <a:chExt cx="918300" cy="762394"/>
          </a:xfrm>
        </p:grpSpPr>
        <p:sp>
          <p:nvSpPr>
            <p:cNvPr id="18" name="Google Shape;830;p35">
              <a:extLst>
                <a:ext uri="{FF2B5EF4-FFF2-40B4-BE49-F238E27FC236}">
                  <a16:creationId xmlns:a16="http://schemas.microsoft.com/office/drawing/2014/main" id="{A7F371AE-C9B1-F3D0-9647-9AB081665B59}"/>
                </a:ext>
              </a:extLst>
            </p:cNvPr>
            <p:cNvSpPr/>
            <p:nvPr/>
          </p:nvSpPr>
          <p:spPr>
            <a:xfrm>
              <a:off x="6966879" y="3937119"/>
              <a:ext cx="918300" cy="338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lang="en-US" sz="700" dirty="0">
                <a:solidFill>
                  <a:srgbClr val="1398C9"/>
                </a:solidFill>
              </a:endParaRPr>
            </a:p>
            <a:p>
              <a:pPr algn="ctr"/>
              <a:r>
                <a:rPr lang="en-US" sz="700" dirty="0">
                  <a:solidFill>
                    <a:srgbClr val="1398C9"/>
                  </a:solidFill>
                </a:rPr>
                <a:t>Schema- TASTY_BYTES_ICEBERG_DB.FOODTRUCK</a:t>
              </a:r>
            </a:p>
            <a:p>
              <a:pPr marL="0" marR="0" lvl="0" indent="0" algn="ctr" rtl="0">
                <a:lnSpc>
                  <a:spcPct val="100000"/>
                </a:lnSpc>
                <a:spcBef>
                  <a:spcPts val="0"/>
                </a:spcBef>
                <a:spcAft>
                  <a:spcPts val="0"/>
                </a:spcAft>
                <a:buNone/>
              </a:pPr>
              <a:r>
                <a:rPr lang="en-US" sz="700" dirty="0">
                  <a:solidFill>
                    <a:srgbClr val="1398C9"/>
                  </a:solidFill>
                </a:rPr>
                <a:t>In raw VARIANT format</a:t>
              </a:r>
              <a:endParaRPr sz="700" dirty="0">
                <a:solidFill>
                  <a:srgbClr val="1398C9"/>
                </a:solidFill>
              </a:endParaRPr>
            </a:p>
          </p:txBody>
        </p:sp>
        <p:grpSp>
          <p:nvGrpSpPr>
            <p:cNvPr id="19" name="Google Shape;831;p35">
              <a:extLst>
                <a:ext uri="{FF2B5EF4-FFF2-40B4-BE49-F238E27FC236}">
                  <a16:creationId xmlns:a16="http://schemas.microsoft.com/office/drawing/2014/main" id="{EB0BFE94-BB87-9B95-0661-7E5C2515C15E}"/>
                </a:ext>
              </a:extLst>
            </p:cNvPr>
            <p:cNvGrpSpPr/>
            <p:nvPr/>
          </p:nvGrpSpPr>
          <p:grpSpPr>
            <a:xfrm>
              <a:off x="7263663" y="3513425"/>
              <a:ext cx="317544" cy="313150"/>
              <a:chOff x="7265175" y="3513425"/>
              <a:chExt cx="317544" cy="313150"/>
            </a:xfrm>
          </p:grpSpPr>
          <p:grpSp>
            <p:nvGrpSpPr>
              <p:cNvPr id="20" name="Google Shape;832;p35">
                <a:extLst>
                  <a:ext uri="{FF2B5EF4-FFF2-40B4-BE49-F238E27FC236}">
                    <a16:creationId xmlns:a16="http://schemas.microsoft.com/office/drawing/2014/main" id="{097E3A60-E09D-B9B2-63C0-055D5B652353}"/>
                  </a:ext>
                </a:extLst>
              </p:cNvPr>
              <p:cNvGrpSpPr/>
              <p:nvPr/>
            </p:nvGrpSpPr>
            <p:grpSpPr>
              <a:xfrm>
                <a:off x="7265175" y="3513425"/>
                <a:ext cx="315900" cy="313150"/>
                <a:chOff x="7265175" y="3513425"/>
                <a:chExt cx="315900" cy="313150"/>
              </a:xfrm>
            </p:grpSpPr>
            <p:cxnSp>
              <p:nvCxnSpPr>
                <p:cNvPr id="22" name="Google Shape;833;p35">
                  <a:extLst>
                    <a:ext uri="{FF2B5EF4-FFF2-40B4-BE49-F238E27FC236}">
                      <a16:creationId xmlns:a16="http://schemas.microsoft.com/office/drawing/2014/main" id="{9141F68B-8558-0595-ADBE-8E506773E856}"/>
                    </a:ext>
                  </a:extLst>
                </p:cNvPr>
                <p:cNvCxnSpPr/>
                <p:nvPr/>
              </p:nvCxnSpPr>
              <p:spPr>
                <a:xfrm>
                  <a:off x="7422438" y="3516075"/>
                  <a:ext cx="0" cy="310500"/>
                </a:xfrm>
                <a:prstGeom prst="straightConnector1">
                  <a:avLst/>
                </a:prstGeom>
                <a:noFill/>
                <a:ln w="9525" cap="flat" cmpd="sng">
                  <a:solidFill>
                    <a:srgbClr val="2AB5E8"/>
                  </a:solidFill>
                  <a:prstDash val="solid"/>
                  <a:round/>
                  <a:headEnd type="none" w="med" len="med"/>
                  <a:tailEnd type="none" w="med" len="med"/>
                </a:ln>
              </p:spPr>
            </p:cxnSp>
            <p:cxnSp>
              <p:nvCxnSpPr>
                <p:cNvPr id="23" name="Google Shape;834;p35">
                  <a:extLst>
                    <a:ext uri="{FF2B5EF4-FFF2-40B4-BE49-F238E27FC236}">
                      <a16:creationId xmlns:a16="http://schemas.microsoft.com/office/drawing/2014/main" id="{1F2A4439-D6F6-0039-7A13-368BDFAC136A}"/>
                    </a:ext>
                  </a:extLst>
                </p:cNvPr>
                <p:cNvCxnSpPr/>
                <p:nvPr/>
              </p:nvCxnSpPr>
              <p:spPr>
                <a:xfrm>
                  <a:off x="7340288" y="3516075"/>
                  <a:ext cx="0" cy="310500"/>
                </a:xfrm>
                <a:prstGeom prst="straightConnector1">
                  <a:avLst/>
                </a:prstGeom>
                <a:noFill/>
                <a:ln w="9525" cap="flat" cmpd="sng">
                  <a:solidFill>
                    <a:srgbClr val="2AB5E8"/>
                  </a:solidFill>
                  <a:prstDash val="solid"/>
                  <a:round/>
                  <a:headEnd type="none" w="med" len="med"/>
                  <a:tailEnd type="none" w="med" len="med"/>
                </a:ln>
              </p:spPr>
            </p:cxnSp>
            <p:cxnSp>
              <p:nvCxnSpPr>
                <p:cNvPr id="24" name="Google Shape;835;p35">
                  <a:extLst>
                    <a:ext uri="{FF2B5EF4-FFF2-40B4-BE49-F238E27FC236}">
                      <a16:creationId xmlns:a16="http://schemas.microsoft.com/office/drawing/2014/main" id="{6BCA1C0B-68BF-7171-4CD2-A7D4C69A00CA}"/>
                    </a:ext>
                  </a:extLst>
                </p:cNvPr>
                <p:cNvCxnSpPr/>
                <p:nvPr/>
              </p:nvCxnSpPr>
              <p:spPr>
                <a:xfrm>
                  <a:off x="7504588" y="3516075"/>
                  <a:ext cx="0" cy="310500"/>
                </a:xfrm>
                <a:prstGeom prst="straightConnector1">
                  <a:avLst/>
                </a:prstGeom>
                <a:noFill/>
                <a:ln w="9525" cap="flat" cmpd="sng">
                  <a:solidFill>
                    <a:srgbClr val="2AB5E8"/>
                  </a:solidFill>
                  <a:prstDash val="solid"/>
                  <a:round/>
                  <a:headEnd type="none" w="med" len="med"/>
                  <a:tailEnd type="none" w="med" len="med"/>
                </a:ln>
              </p:spPr>
            </p:cxnSp>
            <p:cxnSp>
              <p:nvCxnSpPr>
                <p:cNvPr id="25" name="Google Shape;836;p35">
                  <a:extLst>
                    <a:ext uri="{FF2B5EF4-FFF2-40B4-BE49-F238E27FC236}">
                      <a16:creationId xmlns:a16="http://schemas.microsoft.com/office/drawing/2014/main" id="{29ECD3E1-FC35-FA88-28BE-B12A021463DA}"/>
                    </a:ext>
                  </a:extLst>
                </p:cNvPr>
                <p:cNvCxnSpPr/>
                <p:nvPr/>
              </p:nvCxnSpPr>
              <p:spPr>
                <a:xfrm>
                  <a:off x="7272438" y="3701091"/>
                  <a:ext cx="300000" cy="0"/>
                </a:xfrm>
                <a:prstGeom prst="straightConnector1">
                  <a:avLst/>
                </a:prstGeom>
                <a:noFill/>
                <a:ln w="9525" cap="flat" cmpd="sng">
                  <a:solidFill>
                    <a:srgbClr val="2AB5E8"/>
                  </a:solidFill>
                  <a:prstDash val="solid"/>
                  <a:round/>
                  <a:headEnd type="none" w="med" len="med"/>
                  <a:tailEnd type="none" w="med" len="med"/>
                </a:ln>
              </p:spPr>
            </p:cxnSp>
            <p:cxnSp>
              <p:nvCxnSpPr>
                <p:cNvPr id="26" name="Google Shape;837;p35">
                  <a:extLst>
                    <a:ext uri="{FF2B5EF4-FFF2-40B4-BE49-F238E27FC236}">
                      <a16:creationId xmlns:a16="http://schemas.microsoft.com/office/drawing/2014/main" id="{85D510A6-8B12-0BC2-E68F-D02266F8216A}"/>
                    </a:ext>
                  </a:extLst>
                </p:cNvPr>
                <p:cNvCxnSpPr/>
                <p:nvPr/>
              </p:nvCxnSpPr>
              <p:spPr>
                <a:xfrm>
                  <a:off x="7272438" y="3639181"/>
                  <a:ext cx="300000" cy="0"/>
                </a:xfrm>
                <a:prstGeom prst="straightConnector1">
                  <a:avLst/>
                </a:prstGeom>
                <a:noFill/>
                <a:ln w="9525" cap="flat" cmpd="sng">
                  <a:solidFill>
                    <a:srgbClr val="2AB5E8"/>
                  </a:solidFill>
                  <a:prstDash val="solid"/>
                  <a:round/>
                  <a:headEnd type="none" w="med" len="med"/>
                  <a:tailEnd type="none" w="med" len="med"/>
                </a:ln>
              </p:spPr>
            </p:cxnSp>
            <p:cxnSp>
              <p:nvCxnSpPr>
                <p:cNvPr id="27" name="Google Shape;838;p35">
                  <a:extLst>
                    <a:ext uri="{FF2B5EF4-FFF2-40B4-BE49-F238E27FC236}">
                      <a16:creationId xmlns:a16="http://schemas.microsoft.com/office/drawing/2014/main" id="{61A598AC-973A-B150-AA63-E5CBB8D857B0}"/>
                    </a:ext>
                  </a:extLst>
                </p:cNvPr>
                <p:cNvCxnSpPr/>
                <p:nvPr/>
              </p:nvCxnSpPr>
              <p:spPr>
                <a:xfrm>
                  <a:off x="7272438" y="3760634"/>
                  <a:ext cx="300000" cy="0"/>
                </a:xfrm>
                <a:prstGeom prst="straightConnector1">
                  <a:avLst/>
                </a:prstGeom>
                <a:noFill/>
                <a:ln w="9525" cap="flat" cmpd="sng">
                  <a:solidFill>
                    <a:srgbClr val="2AB5E8"/>
                  </a:solidFill>
                  <a:prstDash val="solid"/>
                  <a:round/>
                  <a:headEnd type="none" w="med" len="med"/>
                  <a:tailEnd type="none" w="med" len="med"/>
                </a:ln>
              </p:spPr>
            </p:cxnSp>
            <p:sp>
              <p:nvSpPr>
                <p:cNvPr id="28" name="Google Shape;839;p35">
                  <a:extLst>
                    <a:ext uri="{FF2B5EF4-FFF2-40B4-BE49-F238E27FC236}">
                      <a16:creationId xmlns:a16="http://schemas.microsoft.com/office/drawing/2014/main" id="{76459262-08C0-A915-0F39-FF1AA2421A5F}"/>
                    </a:ext>
                  </a:extLst>
                </p:cNvPr>
                <p:cNvSpPr/>
                <p:nvPr/>
              </p:nvSpPr>
              <p:spPr>
                <a:xfrm>
                  <a:off x="7265175" y="3513425"/>
                  <a:ext cx="315900" cy="68400"/>
                </a:xfrm>
                <a:prstGeom prst="flowChartAlternateProcess">
                  <a:avLst/>
                </a:prstGeom>
                <a:solidFill>
                  <a:srgbClr val="2AB5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840;p35">
                <a:extLst>
                  <a:ext uri="{FF2B5EF4-FFF2-40B4-BE49-F238E27FC236}">
                    <a16:creationId xmlns:a16="http://schemas.microsoft.com/office/drawing/2014/main" id="{D3E852B5-2953-D86E-5668-9D9491024499}"/>
                  </a:ext>
                </a:extLst>
              </p:cNvPr>
              <p:cNvSpPr/>
              <p:nvPr/>
            </p:nvSpPr>
            <p:spPr>
              <a:xfrm>
                <a:off x="7266819" y="3518175"/>
                <a:ext cx="315900" cy="306300"/>
              </a:xfrm>
              <a:prstGeom prst="rect">
                <a:avLst/>
              </a:prstGeom>
              <a:noFill/>
              <a:ln w="19050" cap="flat" cmpd="sng">
                <a:solidFill>
                  <a:srgbClr val="29B5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cxnSp>
        <p:nvCxnSpPr>
          <p:cNvPr id="30" name="Google Shape;818;p35">
            <a:extLst>
              <a:ext uri="{FF2B5EF4-FFF2-40B4-BE49-F238E27FC236}">
                <a16:creationId xmlns:a16="http://schemas.microsoft.com/office/drawing/2014/main" id="{D819BBDB-3C06-586D-C888-4739B581D28D}"/>
              </a:ext>
            </a:extLst>
          </p:cNvPr>
          <p:cNvCxnSpPr>
            <a:cxnSpLocks/>
            <a:stCxn id="810" idx="3"/>
          </p:cNvCxnSpPr>
          <p:nvPr/>
        </p:nvCxnSpPr>
        <p:spPr>
          <a:xfrm flipV="1">
            <a:off x="3531120" y="3344564"/>
            <a:ext cx="457513" cy="407370"/>
          </a:xfrm>
          <a:prstGeom prst="straightConnector1">
            <a:avLst/>
          </a:prstGeom>
          <a:noFill/>
          <a:ln w="9525" cap="flat" cmpd="sng">
            <a:solidFill>
              <a:srgbClr val="2AB5E8"/>
            </a:solidFill>
            <a:prstDash val="solid"/>
            <a:round/>
            <a:headEnd type="none" w="med" len="med"/>
            <a:tailEnd type="triangle" w="med" len="med"/>
          </a:ln>
        </p:spPr>
      </p:cxnSp>
      <p:grpSp>
        <p:nvGrpSpPr>
          <p:cNvPr id="48" name="Google Shape;829;p35">
            <a:extLst>
              <a:ext uri="{FF2B5EF4-FFF2-40B4-BE49-F238E27FC236}">
                <a16:creationId xmlns:a16="http://schemas.microsoft.com/office/drawing/2014/main" id="{F2A443A0-AA2C-7EA0-1460-C9DA4ABADE07}"/>
              </a:ext>
            </a:extLst>
          </p:cNvPr>
          <p:cNvGrpSpPr/>
          <p:nvPr/>
        </p:nvGrpSpPr>
        <p:grpSpPr>
          <a:xfrm>
            <a:off x="4971398" y="3401568"/>
            <a:ext cx="918300" cy="762394"/>
            <a:chOff x="6966879" y="3513425"/>
            <a:chExt cx="918300" cy="762394"/>
          </a:xfrm>
        </p:grpSpPr>
        <p:sp>
          <p:nvSpPr>
            <p:cNvPr id="49" name="Google Shape;830;p35">
              <a:extLst>
                <a:ext uri="{FF2B5EF4-FFF2-40B4-BE49-F238E27FC236}">
                  <a16:creationId xmlns:a16="http://schemas.microsoft.com/office/drawing/2014/main" id="{F63ACF66-0932-C828-3C33-DAE5861F0FAD}"/>
                </a:ext>
              </a:extLst>
            </p:cNvPr>
            <p:cNvSpPr/>
            <p:nvPr/>
          </p:nvSpPr>
          <p:spPr>
            <a:xfrm>
              <a:off x="6966879" y="3937119"/>
              <a:ext cx="918300" cy="338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lang="en-US" sz="700" dirty="0">
                <a:solidFill>
                  <a:srgbClr val="1398C9"/>
                </a:solidFill>
              </a:endParaRPr>
            </a:p>
            <a:p>
              <a:pPr algn="ctr"/>
              <a:r>
                <a:rPr lang="en-US" sz="700" dirty="0">
                  <a:solidFill>
                    <a:srgbClr val="1398C9"/>
                  </a:solidFill>
                </a:rPr>
                <a:t>Schema- TASTY_BYTES_ICEBERG_DB.FOODTRUCK</a:t>
              </a:r>
            </a:p>
            <a:p>
              <a:pPr marL="0" marR="0" lvl="0" indent="0" algn="ctr" rtl="0">
                <a:lnSpc>
                  <a:spcPct val="100000"/>
                </a:lnSpc>
                <a:spcBef>
                  <a:spcPts val="0"/>
                </a:spcBef>
                <a:spcAft>
                  <a:spcPts val="0"/>
                </a:spcAft>
                <a:buNone/>
              </a:pPr>
              <a:r>
                <a:rPr lang="en-US" sz="700" dirty="0">
                  <a:solidFill>
                    <a:srgbClr val="1398C9"/>
                  </a:solidFill>
                </a:rPr>
                <a:t>Typed format</a:t>
              </a:r>
              <a:endParaRPr sz="700" dirty="0">
                <a:solidFill>
                  <a:srgbClr val="1398C9"/>
                </a:solidFill>
              </a:endParaRPr>
            </a:p>
          </p:txBody>
        </p:sp>
        <p:grpSp>
          <p:nvGrpSpPr>
            <p:cNvPr id="50" name="Google Shape;831;p35">
              <a:extLst>
                <a:ext uri="{FF2B5EF4-FFF2-40B4-BE49-F238E27FC236}">
                  <a16:creationId xmlns:a16="http://schemas.microsoft.com/office/drawing/2014/main" id="{5EBBF39A-CFB2-ADA7-C08F-7B3A0F54504A}"/>
                </a:ext>
              </a:extLst>
            </p:cNvPr>
            <p:cNvGrpSpPr/>
            <p:nvPr/>
          </p:nvGrpSpPr>
          <p:grpSpPr>
            <a:xfrm>
              <a:off x="7263663" y="3513425"/>
              <a:ext cx="317544" cy="313150"/>
              <a:chOff x="7265175" y="3513425"/>
              <a:chExt cx="317544" cy="313150"/>
            </a:xfrm>
          </p:grpSpPr>
          <p:grpSp>
            <p:nvGrpSpPr>
              <p:cNvPr id="51" name="Google Shape;832;p35">
                <a:extLst>
                  <a:ext uri="{FF2B5EF4-FFF2-40B4-BE49-F238E27FC236}">
                    <a16:creationId xmlns:a16="http://schemas.microsoft.com/office/drawing/2014/main" id="{6979B9FF-1231-E983-4260-D696B7C0D66C}"/>
                  </a:ext>
                </a:extLst>
              </p:cNvPr>
              <p:cNvGrpSpPr/>
              <p:nvPr/>
            </p:nvGrpSpPr>
            <p:grpSpPr>
              <a:xfrm>
                <a:off x="7265175" y="3513425"/>
                <a:ext cx="315900" cy="313150"/>
                <a:chOff x="7265175" y="3513425"/>
                <a:chExt cx="315900" cy="313150"/>
              </a:xfrm>
            </p:grpSpPr>
            <p:cxnSp>
              <p:nvCxnSpPr>
                <p:cNvPr id="53" name="Google Shape;833;p35">
                  <a:extLst>
                    <a:ext uri="{FF2B5EF4-FFF2-40B4-BE49-F238E27FC236}">
                      <a16:creationId xmlns:a16="http://schemas.microsoft.com/office/drawing/2014/main" id="{3A1C64B8-A014-361C-3703-7D4F0A879CF1}"/>
                    </a:ext>
                  </a:extLst>
                </p:cNvPr>
                <p:cNvCxnSpPr/>
                <p:nvPr/>
              </p:nvCxnSpPr>
              <p:spPr>
                <a:xfrm>
                  <a:off x="7422438" y="3516075"/>
                  <a:ext cx="0" cy="310500"/>
                </a:xfrm>
                <a:prstGeom prst="straightConnector1">
                  <a:avLst/>
                </a:prstGeom>
                <a:noFill/>
                <a:ln w="9525" cap="flat" cmpd="sng">
                  <a:solidFill>
                    <a:srgbClr val="2AB5E8"/>
                  </a:solidFill>
                  <a:prstDash val="solid"/>
                  <a:round/>
                  <a:headEnd type="none" w="med" len="med"/>
                  <a:tailEnd type="none" w="med" len="med"/>
                </a:ln>
              </p:spPr>
            </p:cxnSp>
            <p:cxnSp>
              <p:nvCxnSpPr>
                <p:cNvPr id="54" name="Google Shape;834;p35">
                  <a:extLst>
                    <a:ext uri="{FF2B5EF4-FFF2-40B4-BE49-F238E27FC236}">
                      <a16:creationId xmlns:a16="http://schemas.microsoft.com/office/drawing/2014/main" id="{60E2F5F1-67F1-88EB-C825-0FD1A14FA57B}"/>
                    </a:ext>
                  </a:extLst>
                </p:cNvPr>
                <p:cNvCxnSpPr/>
                <p:nvPr/>
              </p:nvCxnSpPr>
              <p:spPr>
                <a:xfrm>
                  <a:off x="7340288" y="3516075"/>
                  <a:ext cx="0" cy="310500"/>
                </a:xfrm>
                <a:prstGeom prst="straightConnector1">
                  <a:avLst/>
                </a:prstGeom>
                <a:noFill/>
                <a:ln w="9525" cap="flat" cmpd="sng">
                  <a:solidFill>
                    <a:srgbClr val="2AB5E8"/>
                  </a:solidFill>
                  <a:prstDash val="solid"/>
                  <a:round/>
                  <a:headEnd type="none" w="med" len="med"/>
                  <a:tailEnd type="none" w="med" len="med"/>
                </a:ln>
              </p:spPr>
            </p:cxnSp>
            <p:cxnSp>
              <p:nvCxnSpPr>
                <p:cNvPr id="55" name="Google Shape;835;p35">
                  <a:extLst>
                    <a:ext uri="{FF2B5EF4-FFF2-40B4-BE49-F238E27FC236}">
                      <a16:creationId xmlns:a16="http://schemas.microsoft.com/office/drawing/2014/main" id="{6E39CCA1-AA19-55FD-6E7A-77CB01E3CE8B}"/>
                    </a:ext>
                  </a:extLst>
                </p:cNvPr>
                <p:cNvCxnSpPr/>
                <p:nvPr/>
              </p:nvCxnSpPr>
              <p:spPr>
                <a:xfrm>
                  <a:off x="7504588" y="3516075"/>
                  <a:ext cx="0" cy="310500"/>
                </a:xfrm>
                <a:prstGeom prst="straightConnector1">
                  <a:avLst/>
                </a:prstGeom>
                <a:noFill/>
                <a:ln w="9525" cap="flat" cmpd="sng">
                  <a:solidFill>
                    <a:srgbClr val="2AB5E8"/>
                  </a:solidFill>
                  <a:prstDash val="solid"/>
                  <a:round/>
                  <a:headEnd type="none" w="med" len="med"/>
                  <a:tailEnd type="none" w="med" len="med"/>
                </a:ln>
              </p:spPr>
            </p:cxnSp>
            <p:cxnSp>
              <p:nvCxnSpPr>
                <p:cNvPr id="56" name="Google Shape;836;p35">
                  <a:extLst>
                    <a:ext uri="{FF2B5EF4-FFF2-40B4-BE49-F238E27FC236}">
                      <a16:creationId xmlns:a16="http://schemas.microsoft.com/office/drawing/2014/main" id="{3EB58E6C-4E9A-F4E8-9EAA-20FE50AC8A12}"/>
                    </a:ext>
                  </a:extLst>
                </p:cNvPr>
                <p:cNvCxnSpPr/>
                <p:nvPr/>
              </p:nvCxnSpPr>
              <p:spPr>
                <a:xfrm>
                  <a:off x="7272438" y="3701091"/>
                  <a:ext cx="300000" cy="0"/>
                </a:xfrm>
                <a:prstGeom prst="straightConnector1">
                  <a:avLst/>
                </a:prstGeom>
                <a:noFill/>
                <a:ln w="9525" cap="flat" cmpd="sng">
                  <a:solidFill>
                    <a:srgbClr val="2AB5E8"/>
                  </a:solidFill>
                  <a:prstDash val="solid"/>
                  <a:round/>
                  <a:headEnd type="none" w="med" len="med"/>
                  <a:tailEnd type="none" w="med" len="med"/>
                </a:ln>
              </p:spPr>
            </p:cxnSp>
            <p:cxnSp>
              <p:nvCxnSpPr>
                <p:cNvPr id="57" name="Google Shape;837;p35">
                  <a:extLst>
                    <a:ext uri="{FF2B5EF4-FFF2-40B4-BE49-F238E27FC236}">
                      <a16:creationId xmlns:a16="http://schemas.microsoft.com/office/drawing/2014/main" id="{A00CC517-0353-EF6E-0AB5-FCB3DBAE1F62}"/>
                    </a:ext>
                  </a:extLst>
                </p:cNvPr>
                <p:cNvCxnSpPr/>
                <p:nvPr/>
              </p:nvCxnSpPr>
              <p:spPr>
                <a:xfrm>
                  <a:off x="7272438" y="3639181"/>
                  <a:ext cx="300000" cy="0"/>
                </a:xfrm>
                <a:prstGeom prst="straightConnector1">
                  <a:avLst/>
                </a:prstGeom>
                <a:noFill/>
                <a:ln w="9525" cap="flat" cmpd="sng">
                  <a:solidFill>
                    <a:srgbClr val="2AB5E8"/>
                  </a:solidFill>
                  <a:prstDash val="solid"/>
                  <a:round/>
                  <a:headEnd type="none" w="med" len="med"/>
                  <a:tailEnd type="none" w="med" len="med"/>
                </a:ln>
              </p:spPr>
            </p:cxnSp>
            <p:cxnSp>
              <p:nvCxnSpPr>
                <p:cNvPr id="58" name="Google Shape;838;p35">
                  <a:extLst>
                    <a:ext uri="{FF2B5EF4-FFF2-40B4-BE49-F238E27FC236}">
                      <a16:creationId xmlns:a16="http://schemas.microsoft.com/office/drawing/2014/main" id="{8740B588-84A1-FD98-F3AE-0799D899047D}"/>
                    </a:ext>
                  </a:extLst>
                </p:cNvPr>
                <p:cNvCxnSpPr/>
                <p:nvPr/>
              </p:nvCxnSpPr>
              <p:spPr>
                <a:xfrm>
                  <a:off x="7272438" y="3760634"/>
                  <a:ext cx="300000" cy="0"/>
                </a:xfrm>
                <a:prstGeom prst="straightConnector1">
                  <a:avLst/>
                </a:prstGeom>
                <a:noFill/>
                <a:ln w="9525" cap="flat" cmpd="sng">
                  <a:solidFill>
                    <a:srgbClr val="2AB5E8"/>
                  </a:solidFill>
                  <a:prstDash val="solid"/>
                  <a:round/>
                  <a:headEnd type="none" w="med" len="med"/>
                  <a:tailEnd type="none" w="med" len="med"/>
                </a:ln>
              </p:spPr>
            </p:cxnSp>
            <p:sp>
              <p:nvSpPr>
                <p:cNvPr id="59" name="Google Shape;839;p35">
                  <a:extLst>
                    <a:ext uri="{FF2B5EF4-FFF2-40B4-BE49-F238E27FC236}">
                      <a16:creationId xmlns:a16="http://schemas.microsoft.com/office/drawing/2014/main" id="{7C916530-30DE-28FB-4FC5-898E8AED9D3B}"/>
                    </a:ext>
                  </a:extLst>
                </p:cNvPr>
                <p:cNvSpPr/>
                <p:nvPr/>
              </p:nvSpPr>
              <p:spPr>
                <a:xfrm>
                  <a:off x="7265175" y="3513425"/>
                  <a:ext cx="315900" cy="68400"/>
                </a:xfrm>
                <a:prstGeom prst="flowChartAlternateProcess">
                  <a:avLst/>
                </a:prstGeom>
                <a:solidFill>
                  <a:srgbClr val="2AB5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840;p35">
                <a:extLst>
                  <a:ext uri="{FF2B5EF4-FFF2-40B4-BE49-F238E27FC236}">
                    <a16:creationId xmlns:a16="http://schemas.microsoft.com/office/drawing/2014/main" id="{C74CA057-0E07-8B27-3619-CDF3ADA70F12}"/>
                  </a:ext>
                </a:extLst>
              </p:cNvPr>
              <p:cNvSpPr/>
              <p:nvPr/>
            </p:nvSpPr>
            <p:spPr>
              <a:xfrm>
                <a:off x="7266819" y="3518175"/>
                <a:ext cx="315900" cy="306300"/>
              </a:xfrm>
              <a:prstGeom prst="rect">
                <a:avLst/>
              </a:prstGeom>
              <a:noFill/>
              <a:ln w="19050" cap="flat" cmpd="sng">
                <a:solidFill>
                  <a:srgbClr val="29B5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cxnSp>
        <p:nvCxnSpPr>
          <p:cNvPr id="61" name="Google Shape;818;p35">
            <a:extLst>
              <a:ext uri="{FF2B5EF4-FFF2-40B4-BE49-F238E27FC236}">
                <a16:creationId xmlns:a16="http://schemas.microsoft.com/office/drawing/2014/main" id="{A1EFE19C-8CC5-592E-7F46-E6EC3B660DD2}"/>
              </a:ext>
            </a:extLst>
          </p:cNvPr>
          <p:cNvCxnSpPr>
            <a:cxnSpLocks/>
            <a:stCxn id="944" idx="3"/>
            <a:endCxn id="52" idx="1"/>
          </p:cNvCxnSpPr>
          <p:nvPr/>
        </p:nvCxnSpPr>
        <p:spPr>
          <a:xfrm>
            <a:off x="4862527" y="3494233"/>
            <a:ext cx="407299" cy="65235"/>
          </a:xfrm>
          <a:prstGeom prst="straightConnector1">
            <a:avLst/>
          </a:prstGeom>
          <a:noFill/>
          <a:ln w="9525" cap="flat" cmpd="sng">
            <a:solidFill>
              <a:srgbClr val="2AB5E8"/>
            </a:solidFill>
            <a:prstDash val="solid"/>
            <a:round/>
            <a:headEnd type="none" w="med" len="med"/>
            <a:tailEnd type="triangle" w="med" len="med"/>
          </a:ln>
        </p:spPr>
      </p:cxnSp>
      <p:pic>
        <p:nvPicPr>
          <p:cNvPr id="911" name="Picture 910">
            <a:extLst>
              <a:ext uri="{FF2B5EF4-FFF2-40B4-BE49-F238E27FC236}">
                <a16:creationId xmlns:a16="http://schemas.microsoft.com/office/drawing/2014/main" id="{9F891BB8-A8C9-C905-5BB5-B1A6257B3FBC}"/>
              </a:ext>
            </a:extLst>
          </p:cNvPr>
          <p:cNvPicPr>
            <a:picLocks noChangeAspect="1"/>
          </p:cNvPicPr>
          <p:nvPr/>
        </p:nvPicPr>
        <p:blipFill>
          <a:blip r:embed="rId6"/>
          <a:stretch>
            <a:fillRect/>
          </a:stretch>
        </p:blipFill>
        <p:spPr>
          <a:xfrm>
            <a:off x="6450752" y="3271890"/>
            <a:ext cx="614048" cy="518103"/>
          </a:xfrm>
          <a:prstGeom prst="rect">
            <a:avLst/>
          </a:prstGeom>
        </p:spPr>
      </p:pic>
      <p:sp>
        <p:nvSpPr>
          <p:cNvPr id="912" name="TextBox 911">
            <a:extLst>
              <a:ext uri="{FF2B5EF4-FFF2-40B4-BE49-F238E27FC236}">
                <a16:creationId xmlns:a16="http://schemas.microsoft.com/office/drawing/2014/main" id="{E88AF963-4C11-D031-8679-7C95D902011C}"/>
              </a:ext>
            </a:extLst>
          </p:cNvPr>
          <p:cNvSpPr txBox="1"/>
          <p:nvPr/>
        </p:nvSpPr>
        <p:spPr>
          <a:xfrm>
            <a:off x="6120212" y="3091399"/>
            <a:ext cx="10515600" cy="315441"/>
          </a:xfrm>
          <a:prstGeom prst="rect">
            <a:avLst/>
          </a:prstGeom>
          <a:noFill/>
          <a:ln>
            <a:noFill/>
          </a:ln>
        </p:spPr>
        <p:txBody>
          <a:bodyPr spcFirstLastPara="1" wrap="square" lIns="68575" tIns="34275" rIns="68575" bIns="34275" anchor="t" anchorCtr="0">
            <a:spAutoFit/>
          </a:bodyPr>
          <a:lstStyle>
            <a:defPPr marR="0" lvl="0" algn="l" rtl="0">
              <a:lnSpc>
                <a:spcPct val="100000"/>
              </a:lnSpc>
              <a:spcBef>
                <a:spcPts val="0"/>
              </a:spcBef>
              <a:spcAft>
                <a:spcPts val="0"/>
              </a:spcAft>
            </a:defPPr>
            <a:lvl1pPr marL="457200" indent="-317500">
              <a:lnSpc>
                <a:spcPct val="90000"/>
              </a:lnSpc>
              <a:spcBef>
                <a:spcPts val="800"/>
              </a:spcBef>
              <a:buClr>
                <a:schemeClr val="dk1"/>
              </a:buClr>
              <a:buSzPts val="1400"/>
              <a:buChar char="•"/>
              <a:defRPr>
                <a:solidFill>
                  <a:schemeClr val="dk1"/>
                </a:solidFill>
              </a:defRPr>
            </a:lvl1pPr>
            <a:lvl2pPr marL="914400" indent="-304800">
              <a:lnSpc>
                <a:spcPct val="90000"/>
              </a:lnSpc>
              <a:spcBef>
                <a:spcPts val="400"/>
              </a:spcBef>
              <a:buClr>
                <a:schemeClr val="dk1"/>
              </a:buClr>
              <a:buSzPts val="1200"/>
              <a:buChar char="•"/>
              <a:defRPr sz="1200">
                <a:solidFill>
                  <a:schemeClr val="dk1"/>
                </a:solidFill>
              </a:defRPr>
            </a:lvl2pPr>
            <a:lvl3pPr marL="1371600" indent="-304800">
              <a:lnSpc>
                <a:spcPct val="90000"/>
              </a:lnSpc>
              <a:spcBef>
                <a:spcPts val="400"/>
              </a:spcBef>
              <a:buClr>
                <a:schemeClr val="dk1"/>
              </a:buClr>
              <a:buSzPts val="1200"/>
              <a:buChar char="•"/>
              <a:defRPr sz="1200">
                <a:solidFill>
                  <a:schemeClr val="dk1"/>
                </a:solidFill>
              </a:defRPr>
            </a:lvl3pPr>
            <a:lvl4pPr marL="1828800" indent="-304800">
              <a:lnSpc>
                <a:spcPct val="90000"/>
              </a:lnSpc>
              <a:spcBef>
                <a:spcPts val="400"/>
              </a:spcBef>
              <a:buClr>
                <a:schemeClr val="dk1"/>
              </a:buClr>
              <a:buSzPts val="1200"/>
              <a:buChar char="•"/>
              <a:defRPr sz="1200">
                <a:solidFill>
                  <a:schemeClr val="dk1"/>
                </a:solidFill>
              </a:defRPr>
            </a:lvl4pPr>
            <a:lvl5pPr marL="2286000" indent="-304800">
              <a:lnSpc>
                <a:spcPct val="90000"/>
              </a:lnSpc>
              <a:spcBef>
                <a:spcPts val="400"/>
              </a:spcBef>
              <a:buClr>
                <a:schemeClr val="dk1"/>
              </a:buClr>
              <a:buSzPts val="1200"/>
              <a:buChar char="•"/>
              <a:defRPr sz="1200">
                <a:solidFill>
                  <a:schemeClr val="dk1"/>
                </a:solidFill>
              </a:defRPr>
            </a:lvl5pPr>
            <a:lvl6pPr marL="2743200" indent="-317500">
              <a:lnSpc>
                <a:spcPct val="90000"/>
              </a:lnSpc>
              <a:spcBef>
                <a:spcPts val="400"/>
              </a:spcBef>
              <a:buClr>
                <a:schemeClr val="dk1"/>
              </a:buClr>
              <a:buSzPts val="1400"/>
              <a:buChar char="•"/>
              <a:defRPr>
                <a:solidFill>
                  <a:schemeClr val="dk1"/>
                </a:solidFill>
              </a:defRPr>
            </a:lvl6pPr>
            <a:lvl7pPr marL="3200400" indent="-317500">
              <a:lnSpc>
                <a:spcPct val="90000"/>
              </a:lnSpc>
              <a:spcBef>
                <a:spcPts val="400"/>
              </a:spcBef>
              <a:buClr>
                <a:schemeClr val="dk1"/>
              </a:buClr>
              <a:buSzPts val="1400"/>
              <a:buChar char="•"/>
              <a:defRPr>
                <a:solidFill>
                  <a:schemeClr val="dk1"/>
                </a:solidFill>
              </a:defRPr>
            </a:lvl7pPr>
            <a:lvl8pPr marL="3657600" indent="-317500">
              <a:lnSpc>
                <a:spcPct val="90000"/>
              </a:lnSpc>
              <a:spcBef>
                <a:spcPts val="400"/>
              </a:spcBef>
              <a:buClr>
                <a:schemeClr val="dk1"/>
              </a:buClr>
              <a:buSzPts val="1400"/>
              <a:buChar char="•"/>
              <a:defRPr>
                <a:solidFill>
                  <a:schemeClr val="dk1"/>
                </a:solidFill>
              </a:defRPr>
            </a:lvl8pPr>
            <a:lvl9pPr marL="4114800" indent="-317500">
              <a:lnSpc>
                <a:spcPct val="90000"/>
              </a:lnSpc>
              <a:spcBef>
                <a:spcPts val="400"/>
              </a:spcBef>
              <a:buClr>
                <a:schemeClr val="dk1"/>
              </a:buClr>
              <a:buSzPts val="1400"/>
              <a:buChar char="•"/>
              <a:defRPr>
                <a:solidFill>
                  <a:schemeClr val="dk1"/>
                </a:solidFill>
              </a:defRPr>
            </a:lvl9pPr>
          </a:lstStyle>
          <a:p>
            <a:pPr marL="139700" indent="0">
              <a:lnSpc>
                <a:spcPct val="100000"/>
              </a:lnSpc>
              <a:spcBef>
                <a:spcPts val="0"/>
              </a:spcBef>
              <a:buClr>
                <a:srgbClr val="000000"/>
              </a:buClr>
              <a:buFont typeface="Arial"/>
              <a:buNone/>
            </a:pPr>
            <a:r>
              <a:rPr lang="en-US" sz="800" dirty="0">
                <a:solidFill>
                  <a:srgbClr val="1398C9"/>
                </a:solidFill>
              </a:rPr>
              <a:t>        1 Iceberg </a:t>
            </a:r>
          </a:p>
          <a:p>
            <a:pPr marL="139700" indent="0">
              <a:lnSpc>
                <a:spcPct val="100000"/>
              </a:lnSpc>
              <a:spcBef>
                <a:spcPts val="0"/>
              </a:spcBef>
              <a:buClr>
                <a:srgbClr val="000000"/>
              </a:buClr>
              <a:buFont typeface="Arial"/>
              <a:buNone/>
            </a:pPr>
            <a:r>
              <a:rPr lang="en-US" sz="800" dirty="0">
                <a:solidFill>
                  <a:srgbClr val="1398C9"/>
                </a:solidFill>
              </a:rPr>
              <a:t>           Table</a:t>
            </a:r>
          </a:p>
        </p:txBody>
      </p:sp>
      <p:sp>
        <p:nvSpPr>
          <p:cNvPr id="913" name="Google Shape;830;p35">
            <a:extLst>
              <a:ext uri="{FF2B5EF4-FFF2-40B4-BE49-F238E27FC236}">
                <a16:creationId xmlns:a16="http://schemas.microsoft.com/office/drawing/2014/main" id="{28528976-B6A1-5732-60B7-E6FA03403ACE}"/>
              </a:ext>
            </a:extLst>
          </p:cNvPr>
          <p:cNvSpPr/>
          <p:nvPr/>
        </p:nvSpPr>
        <p:spPr>
          <a:xfrm>
            <a:off x="6240504" y="3754602"/>
            <a:ext cx="918300" cy="338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lang="en-US" sz="700" dirty="0">
              <a:solidFill>
                <a:srgbClr val="1398C9"/>
              </a:solidFill>
            </a:endParaRPr>
          </a:p>
          <a:p>
            <a:pPr algn="ctr"/>
            <a:r>
              <a:rPr lang="en-US" sz="700" dirty="0">
                <a:solidFill>
                  <a:srgbClr val="1398C9"/>
                </a:solidFill>
              </a:rPr>
              <a:t>Schema- TASTY_BYTES_ICEBERG_DB.FOODTRUCK</a:t>
            </a:r>
          </a:p>
          <a:p>
            <a:pPr marL="0" marR="0" lvl="0" indent="0" algn="ctr" rtl="0">
              <a:lnSpc>
                <a:spcPct val="100000"/>
              </a:lnSpc>
              <a:spcBef>
                <a:spcPts val="0"/>
              </a:spcBef>
              <a:spcAft>
                <a:spcPts val="0"/>
              </a:spcAft>
              <a:buNone/>
            </a:pPr>
            <a:r>
              <a:rPr lang="en-US" sz="700" dirty="0">
                <a:solidFill>
                  <a:srgbClr val="1398C9"/>
                </a:solidFill>
              </a:rPr>
              <a:t>Iceberg format</a:t>
            </a:r>
            <a:endParaRPr sz="700" dirty="0">
              <a:solidFill>
                <a:srgbClr val="1398C9"/>
              </a:solidFill>
            </a:endParaRPr>
          </a:p>
        </p:txBody>
      </p:sp>
      <p:pic>
        <p:nvPicPr>
          <p:cNvPr id="914" name="Picture 913">
            <a:extLst>
              <a:ext uri="{FF2B5EF4-FFF2-40B4-BE49-F238E27FC236}">
                <a16:creationId xmlns:a16="http://schemas.microsoft.com/office/drawing/2014/main" id="{9464432C-B58F-B1A4-48F7-0CD6CB650393}"/>
              </a:ext>
            </a:extLst>
          </p:cNvPr>
          <p:cNvPicPr>
            <a:picLocks noChangeAspect="1"/>
          </p:cNvPicPr>
          <p:nvPr/>
        </p:nvPicPr>
        <p:blipFill>
          <a:blip r:embed="rId7"/>
          <a:stretch>
            <a:fillRect/>
          </a:stretch>
        </p:blipFill>
        <p:spPr>
          <a:xfrm flipV="1">
            <a:off x="5886581" y="3318860"/>
            <a:ext cx="372304" cy="471831"/>
          </a:xfrm>
          <a:prstGeom prst="rect">
            <a:avLst/>
          </a:prstGeom>
        </p:spPr>
      </p:pic>
      <p:sp>
        <p:nvSpPr>
          <p:cNvPr id="915" name="TextBox 914">
            <a:extLst>
              <a:ext uri="{FF2B5EF4-FFF2-40B4-BE49-F238E27FC236}">
                <a16:creationId xmlns:a16="http://schemas.microsoft.com/office/drawing/2014/main" id="{861BBC40-CF2A-D23F-301C-24FB720E0E9A}"/>
              </a:ext>
            </a:extLst>
          </p:cNvPr>
          <p:cNvSpPr txBox="1"/>
          <p:nvPr/>
        </p:nvSpPr>
        <p:spPr>
          <a:xfrm>
            <a:off x="5410200" y="2987321"/>
            <a:ext cx="10515600" cy="315441"/>
          </a:xfrm>
          <a:prstGeom prst="rect">
            <a:avLst/>
          </a:prstGeom>
          <a:noFill/>
          <a:ln>
            <a:noFill/>
          </a:ln>
        </p:spPr>
        <p:txBody>
          <a:bodyPr spcFirstLastPara="1" wrap="square" lIns="68575" tIns="34275" rIns="68575" bIns="34275" anchor="t" anchorCtr="0">
            <a:spAutoFit/>
          </a:bodyPr>
          <a:lstStyle>
            <a:defPPr marR="0" lvl="0" algn="l" rtl="0">
              <a:lnSpc>
                <a:spcPct val="100000"/>
              </a:lnSpc>
              <a:spcBef>
                <a:spcPts val="0"/>
              </a:spcBef>
              <a:spcAft>
                <a:spcPts val="0"/>
              </a:spcAft>
            </a:defPPr>
            <a:lvl1pPr marL="457200" indent="-317500">
              <a:lnSpc>
                <a:spcPct val="90000"/>
              </a:lnSpc>
              <a:spcBef>
                <a:spcPts val="800"/>
              </a:spcBef>
              <a:buClr>
                <a:schemeClr val="dk1"/>
              </a:buClr>
              <a:buSzPts val="1400"/>
              <a:buChar char="•"/>
              <a:defRPr>
                <a:solidFill>
                  <a:schemeClr val="dk1"/>
                </a:solidFill>
              </a:defRPr>
            </a:lvl1pPr>
            <a:lvl2pPr marL="914400" indent="-304800">
              <a:lnSpc>
                <a:spcPct val="90000"/>
              </a:lnSpc>
              <a:spcBef>
                <a:spcPts val="400"/>
              </a:spcBef>
              <a:buClr>
                <a:schemeClr val="dk1"/>
              </a:buClr>
              <a:buSzPts val="1200"/>
              <a:buChar char="•"/>
              <a:defRPr sz="1200">
                <a:solidFill>
                  <a:schemeClr val="dk1"/>
                </a:solidFill>
              </a:defRPr>
            </a:lvl2pPr>
            <a:lvl3pPr marL="1371600" indent="-304800">
              <a:lnSpc>
                <a:spcPct val="90000"/>
              </a:lnSpc>
              <a:spcBef>
                <a:spcPts val="400"/>
              </a:spcBef>
              <a:buClr>
                <a:schemeClr val="dk1"/>
              </a:buClr>
              <a:buSzPts val="1200"/>
              <a:buChar char="•"/>
              <a:defRPr sz="1200">
                <a:solidFill>
                  <a:schemeClr val="dk1"/>
                </a:solidFill>
              </a:defRPr>
            </a:lvl3pPr>
            <a:lvl4pPr marL="1828800" indent="-304800">
              <a:lnSpc>
                <a:spcPct val="90000"/>
              </a:lnSpc>
              <a:spcBef>
                <a:spcPts val="400"/>
              </a:spcBef>
              <a:buClr>
                <a:schemeClr val="dk1"/>
              </a:buClr>
              <a:buSzPts val="1200"/>
              <a:buChar char="•"/>
              <a:defRPr sz="1200">
                <a:solidFill>
                  <a:schemeClr val="dk1"/>
                </a:solidFill>
              </a:defRPr>
            </a:lvl4pPr>
            <a:lvl5pPr marL="2286000" indent="-304800">
              <a:lnSpc>
                <a:spcPct val="90000"/>
              </a:lnSpc>
              <a:spcBef>
                <a:spcPts val="400"/>
              </a:spcBef>
              <a:buClr>
                <a:schemeClr val="dk1"/>
              </a:buClr>
              <a:buSzPts val="1200"/>
              <a:buChar char="•"/>
              <a:defRPr sz="1200">
                <a:solidFill>
                  <a:schemeClr val="dk1"/>
                </a:solidFill>
              </a:defRPr>
            </a:lvl5pPr>
            <a:lvl6pPr marL="2743200" indent="-317500">
              <a:lnSpc>
                <a:spcPct val="90000"/>
              </a:lnSpc>
              <a:spcBef>
                <a:spcPts val="400"/>
              </a:spcBef>
              <a:buClr>
                <a:schemeClr val="dk1"/>
              </a:buClr>
              <a:buSzPts val="1400"/>
              <a:buChar char="•"/>
              <a:defRPr>
                <a:solidFill>
                  <a:schemeClr val="dk1"/>
                </a:solidFill>
              </a:defRPr>
            </a:lvl6pPr>
            <a:lvl7pPr marL="3200400" indent="-317500">
              <a:lnSpc>
                <a:spcPct val="90000"/>
              </a:lnSpc>
              <a:spcBef>
                <a:spcPts val="400"/>
              </a:spcBef>
              <a:buClr>
                <a:schemeClr val="dk1"/>
              </a:buClr>
              <a:buSzPts val="1400"/>
              <a:buChar char="•"/>
              <a:defRPr>
                <a:solidFill>
                  <a:schemeClr val="dk1"/>
                </a:solidFill>
              </a:defRPr>
            </a:lvl7pPr>
            <a:lvl8pPr marL="3657600" indent="-317500">
              <a:lnSpc>
                <a:spcPct val="90000"/>
              </a:lnSpc>
              <a:spcBef>
                <a:spcPts val="400"/>
              </a:spcBef>
              <a:buClr>
                <a:schemeClr val="dk1"/>
              </a:buClr>
              <a:buSzPts val="1400"/>
              <a:buChar char="•"/>
              <a:defRPr>
                <a:solidFill>
                  <a:schemeClr val="dk1"/>
                </a:solidFill>
              </a:defRPr>
            </a:lvl8pPr>
            <a:lvl9pPr marL="4114800" indent="-317500">
              <a:lnSpc>
                <a:spcPct val="90000"/>
              </a:lnSpc>
              <a:spcBef>
                <a:spcPts val="400"/>
              </a:spcBef>
              <a:buClr>
                <a:schemeClr val="dk1"/>
              </a:buClr>
              <a:buSzPts val="1400"/>
              <a:buChar char="•"/>
              <a:defRPr>
                <a:solidFill>
                  <a:schemeClr val="dk1"/>
                </a:solidFill>
              </a:defRPr>
            </a:lvl9pPr>
          </a:lstStyle>
          <a:p>
            <a:pPr marL="139700" indent="0">
              <a:lnSpc>
                <a:spcPct val="100000"/>
              </a:lnSpc>
              <a:spcBef>
                <a:spcPts val="0"/>
              </a:spcBef>
              <a:buClr>
                <a:srgbClr val="000000"/>
              </a:buClr>
              <a:buNone/>
            </a:pPr>
            <a:endParaRPr lang="en-US" sz="800" dirty="0">
              <a:solidFill>
                <a:srgbClr val="1398C9"/>
              </a:solidFill>
            </a:endParaRPr>
          </a:p>
          <a:p>
            <a:pPr marL="139700" indent="0">
              <a:lnSpc>
                <a:spcPct val="100000"/>
              </a:lnSpc>
              <a:spcBef>
                <a:spcPts val="0"/>
              </a:spcBef>
              <a:buClr>
                <a:srgbClr val="000000"/>
              </a:buClr>
              <a:buNone/>
            </a:pPr>
            <a:r>
              <a:rPr lang="en-US" sz="800" dirty="0">
                <a:solidFill>
                  <a:srgbClr val="1398C9"/>
                </a:solidFill>
              </a:rPr>
              <a:t>     Stream +Task</a:t>
            </a:r>
          </a:p>
        </p:txBody>
      </p:sp>
      <p:cxnSp>
        <p:nvCxnSpPr>
          <p:cNvPr id="916" name="Google Shape;818;p35">
            <a:extLst>
              <a:ext uri="{FF2B5EF4-FFF2-40B4-BE49-F238E27FC236}">
                <a16:creationId xmlns:a16="http://schemas.microsoft.com/office/drawing/2014/main" id="{03B8F154-8896-4929-C8F8-BFA8E99AFB5F}"/>
              </a:ext>
            </a:extLst>
          </p:cNvPr>
          <p:cNvCxnSpPr>
            <a:cxnSpLocks/>
            <a:stCxn id="52" idx="3"/>
            <a:endCxn id="914" idx="1"/>
          </p:cNvCxnSpPr>
          <p:nvPr/>
        </p:nvCxnSpPr>
        <p:spPr>
          <a:xfrm flipV="1">
            <a:off x="5585726" y="3554775"/>
            <a:ext cx="300855" cy="4693"/>
          </a:xfrm>
          <a:prstGeom prst="straightConnector1">
            <a:avLst/>
          </a:prstGeom>
          <a:noFill/>
          <a:ln w="9525" cap="flat" cmpd="sng">
            <a:solidFill>
              <a:srgbClr val="2AB5E8"/>
            </a:solidFill>
            <a:prstDash val="solid"/>
            <a:round/>
            <a:headEnd type="none" w="med" len="med"/>
            <a:tailEnd type="triangle" w="med" len="med"/>
          </a:ln>
        </p:spPr>
      </p:cxnSp>
      <p:cxnSp>
        <p:nvCxnSpPr>
          <p:cNvPr id="919" name="Google Shape;818;p35">
            <a:extLst>
              <a:ext uri="{FF2B5EF4-FFF2-40B4-BE49-F238E27FC236}">
                <a16:creationId xmlns:a16="http://schemas.microsoft.com/office/drawing/2014/main" id="{C0F323D5-0382-BBC6-DD83-5BC33C95FC68}"/>
              </a:ext>
            </a:extLst>
          </p:cNvPr>
          <p:cNvCxnSpPr>
            <a:cxnSpLocks/>
          </p:cNvCxnSpPr>
          <p:nvPr/>
        </p:nvCxnSpPr>
        <p:spPr>
          <a:xfrm flipV="1">
            <a:off x="6185205" y="3499980"/>
            <a:ext cx="416444" cy="10004"/>
          </a:xfrm>
          <a:prstGeom prst="straightConnector1">
            <a:avLst/>
          </a:prstGeom>
          <a:noFill/>
          <a:ln w="9525" cap="flat" cmpd="sng">
            <a:solidFill>
              <a:srgbClr val="2AB5E8"/>
            </a:solidFill>
            <a:prstDash val="solid"/>
            <a:round/>
            <a:headEnd type="none" w="med" len="med"/>
            <a:tailEnd type="triangle" w="med" len="med"/>
          </a:ln>
        </p:spPr>
      </p:cxnSp>
      <p:grpSp>
        <p:nvGrpSpPr>
          <p:cNvPr id="925" name="Google Shape;829;p35">
            <a:extLst>
              <a:ext uri="{FF2B5EF4-FFF2-40B4-BE49-F238E27FC236}">
                <a16:creationId xmlns:a16="http://schemas.microsoft.com/office/drawing/2014/main" id="{1BC4BCAC-758A-F538-7118-B7E00E1A480A}"/>
              </a:ext>
            </a:extLst>
          </p:cNvPr>
          <p:cNvGrpSpPr/>
          <p:nvPr/>
        </p:nvGrpSpPr>
        <p:grpSpPr>
          <a:xfrm>
            <a:off x="4951050" y="2194678"/>
            <a:ext cx="918300" cy="762394"/>
            <a:chOff x="6966879" y="3513425"/>
            <a:chExt cx="918300" cy="762394"/>
          </a:xfrm>
        </p:grpSpPr>
        <p:sp>
          <p:nvSpPr>
            <p:cNvPr id="926" name="Google Shape;830;p35">
              <a:extLst>
                <a:ext uri="{FF2B5EF4-FFF2-40B4-BE49-F238E27FC236}">
                  <a16:creationId xmlns:a16="http://schemas.microsoft.com/office/drawing/2014/main" id="{9F6990D6-AC34-18F1-B6D0-3553B62AB96E}"/>
                </a:ext>
              </a:extLst>
            </p:cNvPr>
            <p:cNvSpPr/>
            <p:nvPr/>
          </p:nvSpPr>
          <p:spPr>
            <a:xfrm>
              <a:off x="6966879" y="3937119"/>
              <a:ext cx="918300" cy="338700"/>
            </a:xfrm>
            <a:prstGeom prst="rect">
              <a:avLst/>
            </a:prstGeom>
            <a:noFill/>
            <a:ln>
              <a:noFill/>
            </a:ln>
          </p:spPr>
          <p:txBody>
            <a:bodyPr spcFirstLastPara="1" wrap="square" lIns="91425" tIns="91425" rIns="91425" bIns="91425" anchor="ctr" anchorCtr="0">
              <a:noAutofit/>
            </a:bodyPr>
            <a:lstStyle/>
            <a:p>
              <a:pPr algn="ctr"/>
              <a:r>
                <a:rPr lang="en-US" sz="700" dirty="0">
                  <a:solidFill>
                    <a:srgbClr val="1398C9"/>
                  </a:solidFill>
                </a:rPr>
                <a:t>Schema-TASTY_BYTES_V2.FOODTRUCK</a:t>
              </a:r>
            </a:p>
            <a:p>
              <a:pPr marL="0" marR="0" lvl="0" indent="0" algn="ctr" rtl="0">
                <a:lnSpc>
                  <a:spcPct val="100000"/>
                </a:lnSpc>
                <a:spcBef>
                  <a:spcPts val="0"/>
                </a:spcBef>
                <a:spcAft>
                  <a:spcPts val="0"/>
                </a:spcAft>
                <a:buNone/>
              </a:pPr>
              <a:r>
                <a:rPr lang="en-US" sz="700" dirty="0">
                  <a:solidFill>
                    <a:srgbClr val="1398C9"/>
                  </a:solidFill>
                </a:rPr>
                <a:t>13 Internal Tables</a:t>
              </a:r>
              <a:endParaRPr sz="700" dirty="0">
                <a:solidFill>
                  <a:srgbClr val="1398C9"/>
                </a:solidFill>
              </a:endParaRPr>
            </a:p>
          </p:txBody>
        </p:sp>
        <p:grpSp>
          <p:nvGrpSpPr>
            <p:cNvPr id="927" name="Google Shape;831;p35">
              <a:extLst>
                <a:ext uri="{FF2B5EF4-FFF2-40B4-BE49-F238E27FC236}">
                  <a16:creationId xmlns:a16="http://schemas.microsoft.com/office/drawing/2014/main" id="{3B44504D-A009-447A-0738-75323FD15418}"/>
                </a:ext>
              </a:extLst>
            </p:cNvPr>
            <p:cNvGrpSpPr/>
            <p:nvPr/>
          </p:nvGrpSpPr>
          <p:grpSpPr>
            <a:xfrm>
              <a:off x="7263663" y="3513425"/>
              <a:ext cx="317544" cy="313150"/>
              <a:chOff x="7265175" y="3513425"/>
              <a:chExt cx="317544" cy="313150"/>
            </a:xfrm>
          </p:grpSpPr>
          <p:grpSp>
            <p:nvGrpSpPr>
              <p:cNvPr id="928" name="Google Shape;832;p35">
                <a:extLst>
                  <a:ext uri="{FF2B5EF4-FFF2-40B4-BE49-F238E27FC236}">
                    <a16:creationId xmlns:a16="http://schemas.microsoft.com/office/drawing/2014/main" id="{F7E8F944-CA50-EB9D-E242-690FF5EB79F3}"/>
                  </a:ext>
                </a:extLst>
              </p:cNvPr>
              <p:cNvGrpSpPr/>
              <p:nvPr/>
            </p:nvGrpSpPr>
            <p:grpSpPr>
              <a:xfrm>
                <a:off x="7265175" y="3513425"/>
                <a:ext cx="315900" cy="313150"/>
                <a:chOff x="7265175" y="3513425"/>
                <a:chExt cx="315900" cy="313150"/>
              </a:xfrm>
            </p:grpSpPr>
            <p:cxnSp>
              <p:nvCxnSpPr>
                <p:cNvPr id="930" name="Google Shape;833;p35">
                  <a:extLst>
                    <a:ext uri="{FF2B5EF4-FFF2-40B4-BE49-F238E27FC236}">
                      <a16:creationId xmlns:a16="http://schemas.microsoft.com/office/drawing/2014/main" id="{DCB08447-0C7E-15A1-A58F-1C40C8230235}"/>
                    </a:ext>
                  </a:extLst>
                </p:cNvPr>
                <p:cNvCxnSpPr/>
                <p:nvPr/>
              </p:nvCxnSpPr>
              <p:spPr>
                <a:xfrm>
                  <a:off x="7422438" y="3516075"/>
                  <a:ext cx="0" cy="310500"/>
                </a:xfrm>
                <a:prstGeom prst="straightConnector1">
                  <a:avLst/>
                </a:prstGeom>
                <a:noFill/>
                <a:ln w="9525" cap="flat" cmpd="sng">
                  <a:solidFill>
                    <a:srgbClr val="2AB5E8"/>
                  </a:solidFill>
                  <a:prstDash val="solid"/>
                  <a:round/>
                  <a:headEnd type="none" w="med" len="med"/>
                  <a:tailEnd type="none" w="med" len="med"/>
                </a:ln>
              </p:spPr>
            </p:cxnSp>
            <p:cxnSp>
              <p:nvCxnSpPr>
                <p:cNvPr id="931" name="Google Shape;834;p35">
                  <a:extLst>
                    <a:ext uri="{FF2B5EF4-FFF2-40B4-BE49-F238E27FC236}">
                      <a16:creationId xmlns:a16="http://schemas.microsoft.com/office/drawing/2014/main" id="{5C0DBCB8-F3BC-6248-6F42-655D623F6C28}"/>
                    </a:ext>
                  </a:extLst>
                </p:cNvPr>
                <p:cNvCxnSpPr/>
                <p:nvPr/>
              </p:nvCxnSpPr>
              <p:spPr>
                <a:xfrm>
                  <a:off x="7340288" y="3516075"/>
                  <a:ext cx="0" cy="310500"/>
                </a:xfrm>
                <a:prstGeom prst="straightConnector1">
                  <a:avLst/>
                </a:prstGeom>
                <a:noFill/>
                <a:ln w="9525" cap="flat" cmpd="sng">
                  <a:solidFill>
                    <a:srgbClr val="2AB5E8"/>
                  </a:solidFill>
                  <a:prstDash val="solid"/>
                  <a:round/>
                  <a:headEnd type="none" w="med" len="med"/>
                  <a:tailEnd type="none" w="med" len="med"/>
                </a:ln>
              </p:spPr>
            </p:cxnSp>
            <p:cxnSp>
              <p:nvCxnSpPr>
                <p:cNvPr id="932" name="Google Shape;835;p35">
                  <a:extLst>
                    <a:ext uri="{FF2B5EF4-FFF2-40B4-BE49-F238E27FC236}">
                      <a16:creationId xmlns:a16="http://schemas.microsoft.com/office/drawing/2014/main" id="{D01BACDD-6B2F-88E0-3C5C-D714961A9F8B}"/>
                    </a:ext>
                  </a:extLst>
                </p:cNvPr>
                <p:cNvCxnSpPr/>
                <p:nvPr/>
              </p:nvCxnSpPr>
              <p:spPr>
                <a:xfrm>
                  <a:off x="7504588" y="3516075"/>
                  <a:ext cx="0" cy="310500"/>
                </a:xfrm>
                <a:prstGeom prst="straightConnector1">
                  <a:avLst/>
                </a:prstGeom>
                <a:noFill/>
                <a:ln w="9525" cap="flat" cmpd="sng">
                  <a:solidFill>
                    <a:srgbClr val="2AB5E8"/>
                  </a:solidFill>
                  <a:prstDash val="solid"/>
                  <a:round/>
                  <a:headEnd type="none" w="med" len="med"/>
                  <a:tailEnd type="none" w="med" len="med"/>
                </a:ln>
              </p:spPr>
            </p:cxnSp>
            <p:cxnSp>
              <p:nvCxnSpPr>
                <p:cNvPr id="933" name="Google Shape;836;p35">
                  <a:extLst>
                    <a:ext uri="{FF2B5EF4-FFF2-40B4-BE49-F238E27FC236}">
                      <a16:creationId xmlns:a16="http://schemas.microsoft.com/office/drawing/2014/main" id="{4F02D169-0F9F-418F-D8DA-139631A8306D}"/>
                    </a:ext>
                  </a:extLst>
                </p:cNvPr>
                <p:cNvCxnSpPr/>
                <p:nvPr/>
              </p:nvCxnSpPr>
              <p:spPr>
                <a:xfrm>
                  <a:off x="7272438" y="3701091"/>
                  <a:ext cx="300000" cy="0"/>
                </a:xfrm>
                <a:prstGeom prst="straightConnector1">
                  <a:avLst/>
                </a:prstGeom>
                <a:noFill/>
                <a:ln w="9525" cap="flat" cmpd="sng">
                  <a:solidFill>
                    <a:srgbClr val="2AB5E8"/>
                  </a:solidFill>
                  <a:prstDash val="solid"/>
                  <a:round/>
                  <a:headEnd type="none" w="med" len="med"/>
                  <a:tailEnd type="none" w="med" len="med"/>
                </a:ln>
              </p:spPr>
            </p:cxnSp>
            <p:cxnSp>
              <p:nvCxnSpPr>
                <p:cNvPr id="934" name="Google Shape;837;p35">
                  <a:extLst>
                    <a:ext uri="{FF2B5EF4-FFF2-40B4-BE49-F238E27FC236}">
                      <a16:creationId xmlns:a16="http://schemas.microsoft.com/office/drawing/2014/main" id="{20475491-3810-3EE3-8D97-19EF53AAFFA0}"/>
                    </a:ext>
                  </a:extLst>
                </p:cNvPr>
                <p:cNvCxnSpPr/>
                <p:nvPr/>
              </p:nvCxnSpPr>
              <p:spPr>
                <a:xfrm>
                  <a:off x="7272438" y="3639181"/>
                  <a:ext cx="300000" cy="0"/>
                </a:xfrm>
                <a:prstGeom prst="straightConnector1">
                  <a:avLst/>
                </a:prstGeom>
                <a:noFill/>
                <a:ln w="9525" cap="flat" cmpd="sng">
                  <a:solidFill>
                    <a:srgbClr val="2AB5E8"/>
                  </a:solidFill>
                  <a:prstDash val="solid"/>
                  <a:round/>
                  <a:headEnd type="none" w="med" len="med"/>
                  <a:tailEnd type="none" w="med" len="med"/>
                </a:ln>
              </p:spPr>
            </p:cxnSp>
            <p:cxnSp>
              <p:nvCxnSpPr>
                <p:cNvPr id="935" name="Google Shape;838;p35">
                  <a:extLst>
                    <a:ext uri="{FF2B5EF4-FFF2-40B4-BE49-F238E27FC236}">
                      <a16:creationId xmlns:a16="http://schemas.microsoft.com/office/drawing/2014/main" id="{A67F9679-2C45-F29C-522F-B5603C64605D}"/>
                    </a:ext>
                  </a:extLst>
                </p:cNvPr>
                <p:cNvCxnSpPr/>
                <p:nvPr/>
              </p:nvCxnSpPr>
              <p:spPr>
                <a:xfrm>
                  <a:off x="7272438" y="3760634"/>
                  <a:ext cx="300000" cy="0"/>
                </a:xfrm>
                <a:prstGeom prst="straightConnector1">
                  <a:avLst/>
                </a:prstGeom>
                <a:noFill/>
                <a:ln w="9525" cap="flat" cmpd="sng">
                  <a:solidFill>
                    <a:srgbClr val="2AB5E8"/>
                  </a:solidFill>
                  <a:prstDash val="solid"/>
                  <a:round/>
                  <a:headEnd type="none" w="med" len="med"/>
                  <a:tailEnd type="none" w="med" len="med"/>
                </a:ln>
              </p:spPr>
            </p:cxnSp>
            <p:sp>
              <p:nvSpPr>
                <p:cNvPr id="936" name="Google Shape;839;p35">
                  <a:extLst>
                    <a:ext uri="{FF2B5EF4-FFF2-40B4-BE49-F238E27FC236}">
                      <a16:creationId xmlns:a16="http://schemas.microsoft.com/office/drawing/2014/main" id="{FC4CAD09-98C4-90D5-3F74-74EEBB2EB1CA}"/>
                    </a:ext>
                  </a:extLst>
                </p:cNvPr>
                <p:cNvSpPr/>
                <p:nvPr/>
              </p:nvSpPr>
              <p:spPr>
                <a:xfrm>
                  <a:off x="7265175" y="3513425"/>
                  <a:ext cx="315900" cy="68400"/>
                </a:xfrm>
                <a:prstGeom prst="flowChartAlternateProcess">
                  <a:avLst/>
                </a:prstGeom>
                <a:solidFill>
                  <a:srgbClr val="2AB5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29" name="Google Shape;840;p35">
                <a:extLst>
                  <a:ext uri="{FF2B5EF4-FFF2-40B4-BE49-F238E27FC236}">
                    <a16:creationId xmlns:a16="http://schemas.microsoft.com/office/drawing/2014/main" id="{FA58E1FC-ECAD-CD68-9449-2FC94A311245}"/>
                  </a:ext>
                </a:extLst>
              </p:cNvPr>
              <p:cNvSpPr/>
              <p:nvPr/>
            </p:nvSpPr>
            <p:spPr>
              <a:xfrm>
                <a:off x="7266819" y="3518175"/>
                <a:ext cx="315900" cy="306300"/>
              </a:xfrm>
              <a:prstGeom prst="rect">
                <a:avLst/>
              </a:prstGeom>
              <a:noFill/>
              <a:ln w="19050" cap="flat" cmpd="sng">
                <a:solidFill>
                  <a:srgbClr val="29B5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cxnSp>
        <p:nvCxnSpPr>
          <p:cNvPr id="937" name="Google Shape;818;p35">
            <a:extLst>
              <a:ext uri="{FF2B5EF4-FFF2-40B4-BE49-F238E27FC236}">
                <a16:creationId xmlns:a16="http://schemas.microsoft.com/office/drawing/2014/main" id="{E6A06F03-83A1-5406-92CD-1C7E379D4AC2}"/>
              </a:ext>
            </a:extLst>
          </p:cNvPr>
          <p:cNvCxnSpPr>
            <a:cxnSpLocks/>
            <a:stCxn id="780" idx="3"/>
            <a:endCxn id="929" idx="1"/>
          </p:cNvCxnSpPr>
          <p:nvPr/>
        </p:nvCxnSpPr>
        <p:spPr>
          <a:xfrm flipV="1">
            <a:off x="3531677" y="2352578"/>
            <a:ext cx="1717801" cy="350711"/>
          </a:xfrm>
          <a:prstGeom prst="straightConnector1">
            <a:avLst/>
          </a:prstGeom>
          <a:noFill/>
          <a:ln w="9525" cap="flat" cmpd="sng">
            <a:solidFill>
              <a:srgbClr val="2AB5E8"/>
            </a:solidFill>
            <a:prstDash val="solid"/>
            <a:round/>
            <a:headEnd type="none" w="med" len="med"/>
            <a:tailEnd type="triangle" w="med" len="med"/>
          </a:ln>
        </p:spPr>
      </p:cxnSp>
      <p:pic>
        <p:nvPicPr>
          <p:cNvPr id="944" name="Picture 943">
            <a:extLst>
              <a:ext uri="{FF2B5EF4-FFF2-40B4-BE49-F238E27FC236}">
                <a16:creationId xmlns:a16="http://schemas.microsoft.com/office/drawing/2014/main" id="{B6318859-DDBB-58E8-581D-29628496D540}"/>
              </a:ext>
            </a:extLst>
          </p:cNvPr>
          <p:cNvPicPr>
            <a:picLocks noChangeAspect="1"/>
          </p:cNvPicPr>
          <p:nvPr/>
        </p:nvPicPr>
        <p:blipFill>
          <a:blip r:embed="rId7"/>
          <a:stretch>
            <a:fillRect/>
          </a:stretch>
        </p:blipFill>
        <p:spPr>
          <a:xfrm flipV="1">
            <a:off x="4490223" y="3258318"/>
            <a:ext cx="372304" cy="471831"/>
          </a:xfrm>
          <a:prstGeom prst="rect">
            <a:avLst/>
          </a:prstGeom>
        </p:spPr>
      </p:pic>
      <p:sp>
        <p:nvSpPr>
          <p:cNvPr id="947" name="TextBox 946">
            <a:extLst>
              <a:ext uri="{FF2B5EF4-FFF2-40B4-BE49-F238E27FC236}">
                <a16:creationId xmlns:a16="http://schemas.microsoft.com/office/drawing/2014/main" id="{26DCD2AC-33FA-1746-33EA-13D71BDAC05E}"/>
              </a:ext>
            </a:extLst>
          </p:cNvPr>
          <p:cNvSpPr txBox="1"/>
          <p:nvPr/>
        </p:nvSpPr>
        <p:spPr>
          <a:xfrm>
            <a:off x="4144536" y="2945414"/>
            <a:ext cx="10515600" cy="268761"/>
          </a:xfrm>
          <a:prstGeom prst="rect">
            <a:avLst/>
          </a:prstGeom>
          <a:noFill/>
          <a:ln>
            <a:noFill/>
          </a:ln>
        </p:spPr>
        <p:txBody>
          <a:bodyPr spcFirstLastPara="1" wrap="square" lIns="68575" tIns="34275" rIns="68575" bIns="34275" anchor="t" anchorCtr="0">
            <a:spAutoFit/>
          </a:bodyPr>
          <a:lstStyle>
            <a:defPPr marR="0" lvl="0" algn="l" rtl="0">
              <a:lnSpc>
                <a:spcPct val="100000"/>
              </a:lnSpc>
              <a:spcBef>
                <a:spcPts val="0"/>
              </a:spcBef>
              <a:spcAft>
                <a:spcPts val="0"/>
              </a:spcAft>
            </a:defPPr>
            <a:lvl1pPr marL="457200" indent="-317500">
              <a:lnSpc>
                <a:spcPct val="90000"/>
              </a:lnSpc>
              <a:spcBef>
                <a:spcPts val="800"/>
              </a:spcBef>
              <a:buClr>
                <a:schemeClr val="dk1"/>
              </a:buClr>
              <a:buSzPts val="1400"/>
              <a:buChar char="•"/>
              <a:defRPr>
                <a:solidFill>
                  <a:schemeClr val="dk1"/>
                </a:solidFill>
              </a:defRPr>
            </a:lvl1pPr>
            <a:lvl2pPr marL="914400" indent="-304800">
              <a:lnSpc>
                <a:spcPct val="90000"/>
              </a:lnSpc>
              <a:spcBef>
                <a:spcPts val="400"/>
              </a:spcBef>
              <a:buClr>
                <a:schemeClr val="dk1"/>
              </a:buClr>
              <a:buSzPts val="1200"/>
              <a:buChar char="•"/>
              <a:defRPr sz="1200">
                <a:solidFill>
                  <a:schemeClr val="dk1"/>
                </a:solidFill>
              </a:defRPr>
            </a:lvl2pPr>
            <a:lvl3pPr marL="1371600" indent="-304800">
              <a:lnSpc>
                <a:spcPct val="90000"/>
              </a:lnSpc>
              <a:spcBef>
                <a:spcPts val="400"/>
              </a:spcBef>
              <a:buClr>
                <a:schemeClr val="dk1"/>
              </a:buClr>
              <a:buSzPts val="1200"/>
              <a:buChar char="•"/>
              <a:defRPr sz="1200">
                <a:solidFill>
                  <a:schemeClr val="dk1"/>
                </a:solidFill>
              </a:defRPr>
            </a:lvl3pPr>
            <a:lvl4pPr marL="1828800" indent="-304800">
              <a:lnSpc>
                <a:spcPct val="90000"/>
              </a:lnSpc>
              <a:spcBef>
                <a:spcPts val="400"/>
              </a:spcBef>
              <a:buClr>
                <a:schemeClr val="dk1"/>
              </a:buClr>
              <a:buSzPts val="1200"/>
              <a:buChar char="•"/>
              <a:defRPr sz="1200">
                <a:solidFill>
                  <a:schemeClr val="dk1"/>
                </a:solidFill>
              </a:defRPr>
            </a:lvl4pPr>
            <a:lvl5pPr marL="2286000" indent="-304800">
              <a:lnSpc>
                <a:spcPct val="90000"/>
              </a:lnSpc>
              <a:spcBef>
                <a:spcPts val="400"/>
              </a:spcBef>
              <a:buClr>
                <a:schemeClr val="dk1"/>
              </a:buClr>
              <a:buSzPts val="1200"/>
              <a:buChar char="•"/>
              <a:defRPr sz="1200">
                <a:solidFill>
                  <a:schemeClr val="dk1"/>
                </a:solidFill>
              </a:defRPr>
            </a:lvl5pPr>
            <a:lvl6pPr marL="2743200" indent="-317500">
              <a:lnSpc>
                <a:spcPct val="90000"/>
              </a:lnSpc>
              <a:spcBef>
                <a:spcPts val="400"/>
              </a:spcBef>
              <a:buClr>
                <a:schemeClr val="dk1"/>
              </a:buClr>
              <a:buSzPts val="1400"/>
              <a:buChar char="•"/>
              <a:defRPr>
                <a:solidFill>
                  <a:schemeClr val="dk1"/>
                </a:solidFill>
              </a:defRPr>
            </a:lvl6pPr>
            <a:lvl7pPr marL="3200400" indent="-317500">
              <a:lnSpc>
                <a:spcPct val="90000"/>
              </a:lnSpc>
              <a:spcBef>
                <a:spcPts val="400"/>
              </a:spcBef>
              <a:buClr>
                <a:schemeClr val="dk1"/>
              </a:buClr>
              <a:buSzPts val="1400"/>
              <a:buChar char="•"/>
              <a:defRPr>
                <a:solidFill>
                  <a:schemeClr val="dk1"/>
                </a:solidFill>
              </a:defRPr>
            </a:lvl7pPr>
            <a:lvl8pPr marL="3657600" indent="-317500">
              <a:lnSpc>
                <a:spcPct val="90000"/>
              </a:lnSpc>
              <a:spcBef>
                <a:spcPts val="400"/>
              </a:spcBef>
              <a:buClr>
                <a:schemeClr val="dk1"/>
              </a:buClr>
              <a:buSzPts val="1400"/>
              <a:buChar char="•"/>
              <a:defRPr>
                <a:solidFill>
                  <a:schemeClr val="dk1"/>
                </a:solidFill>
              </a:defRPr>
            </a:lvl8pPr>
            <a:lvl9pPr marL="4114800" indent="-317500">
              <a:lnSpc>
                <a:spcPct val="90000"/>
              </a:lnSpc>
              <a:spcBef>
                <a:spcPts val="400"/>
              </a:spcBef>
              <a:buClr>
                <a:schemeClr val="dk1"/>
              </a:buClr>
              <a:buSzPts val="1400"/>
              <a:buChar char="•"/>
              <a:defRPr>
                <a:solidFill>
                  <a:schemeClr val="dk1"/>
                </a:solidFill>
              </a:defRPr>
            </a:lvl9pPr>
          </a:lstStyle>
          <a:p>
            <a:pPr marL="139700" indent="0">
              <a:buNone/>
            </a:pPr>
            <a:r>
              <a:rPr lang="en-US" sz="700" dirty="0"/>
              <a:t> </a:t>
            </a:r>
            <a:r>
              <a:rPr lang="en-US" sz="700" dirty="0" err="1">
                <a:solidFill>
                  <a:srgbClr val="1398C9"/>
                </a:solidFill>
              </a:rPr>
              <a:t>Stream+Task</a:t>
            </a:r>
            <a:endParaRPr lang="en-US" sz="700" dirty="0">
              <a:solidFill>
                <a:srgbClr val="1398C9"/>
              </a:solidFill>
            </a:endParaRPr>
          </a:p>
        </p:txBody>
      </p:sp>
      <p:cxnSp>
        <p:nvCxnSpPr>
          <p:cNvPr id="948" name="Google Shape;818;p35">
            <a:extLst>
              <a:ext uri="{FF2B5EF4-FFF2-40B4-BE49-F238E27FC236}">
                <a16:creationId xmlns:a16="http://schemas.microsoft.com/office/drawing/2014/main" id="{E8284AB0-5D83-8916-8332-B9BEE9F87086}"/>
              </a:ext>
            </a:extLst>
          </p:cNvPr>
          <p:cNvCxnSpPr>
            <a:cxnSpLocks/>
          </p:cNvCxnSpPr>
          <p:nvPr/>
        </p:nvCxnSpPr>
        <p:spPr>
          <a:xfrm>
            <a:off x="4318640" y="3371344"/>
            <a:ext cx="252846" cy="0"/>
          </a:xfrm>
          <a:prstGeom prst="straightConnector1">
            <a:avLst/>
          </a:prstGeom>
          <a:noFill/>
          <a:ln w="9525" cap="flat" cmpd="sng">
            <a:solidFill>
              <a:srgbClr val="2AB5E8"/>
            </a:solidFill>
            <a:prstDash val="solid"/>
            <a:round/>
            <a:headEnd type="none" w="med" len="med"/>
            <a:tailEnd type="triangle" w="med" len="med"/>
          </a:ln>
        </p:spPr>
      </p:cxnSp>
      <p:pic>
        <p:nvPicPr>
          <p:cNvPr id="954" name="Picture 953">
            <a:extLst>
              <a:ext uri="{FF2B5EF4-FFF2-40B4-BE49-F238E27FC236}">
                <a16:creationId xmlns:a16="http://schemas.microsoft.com/office/drawing/2014/main" id="{39D1EA8A-3741-2C12-0233-F1DEA0DE0F58}"/>
              </a:ext>
            </a:extLst>
          </p:cNvPr>
          <p:cNvPicPr>
            <a:picLocks noChangeAspect="1"/>
          </p:cNvPicPr>
          <p:nvPr/>
        </p:nvPicPr>
        <p:blipFill>
          <a:blip r:embed="rId8"/>
          <a:stretch>
            <a:fillRect/>
          </a:stretch>
        </p:blipFill>
        <p:spPr>
          <a:xfrm>
            <a:off x="6330636" y="2160285"/>
            <a:ext cx="564761" cy="500826"/>
          </a:xfrm>
          <a:prstGeom prst="rect">
            <a:avLst/>
          </a:prstGeom>
        </p:spPr>
      </p:pic>
      <p:cxnSp>
        <p:nvCxnSpPr>
          <p:cNvPr id="956" name="Google Shape;818;p35">
            <a:extLst>
              <a:ext uri="{FF2B5EF4-FFF2-40B4-BE49-F238E27FC236}">
                <a16:creationId xmlns:a16="http://schemas.microsoft.com/office/drawing/2014/main" id="{7AD625AF-659C-06FF-FC06-A330F63181F2}"/>
              </a:ext>
            </a:extLst>
          </p:cNvPr>
          <p:cNvCxnSpPr>
            <a:cxnSpLocks/>
          </p:cNvCxnSpPr>
          <p:nvPr/>
        </p:nvCxnSpPr>
        <p:spPr>
          <a:xfrm flipV="1">
            <a:off x="5582086" y="2384852"/>
            <a:ext cx="846623" cy="11743"/>
          </a:xfrm>
          <a:prstGeom prst="straightConnector1">
            <a:avLst/>
          </a:prstGeom>
          <a:noFill/>
          <a:ln w="9525" cap="flat" cmpd="sng">
            <a:solidFill>
              <a:srgbClr val="2AB5E8"/>
            </a:solidFill>
            <a:prstDash val="solid"/>
            <a:round/>
            <a:headEnd type="none" w="med" len="med"/>
            <a:tailEnd type="triangle" w="med" len="med"/>
          </a:ln>
        </p:spPr>
      </p:cxnSp>
      <p:cxnSp>
        <p:nvCxnSpPr>
          <p:cNvPr id="959" name="Google Shape;818;p35">
            <a:extLst>
              <a:ext uri="{FF2B5EF4-FFF2-40B4-BE49-F238E27FC236}">
                <a16:creationId xmlns:a16="http://schemas.microsoft.com/office/drawing/2014/main" id="{E3B742B2-C1A8-D8F3-728C-B15E00173A43}"/>
              </a:ext>
            </a:extLst>
          </p:cNvPr>
          <p:cNvCxnSpPr>
            <a:cxnSpLocks/>
            <a:endCxn id="954" idx="2"/>
          </p:cNvCxnSpPr>
          <p:nvPr/>
        </p:nvCxnSpPr>
        <p:spPr>
          <a:xfrm flipH="1" flipV="1">
            <a:off x="6613017" y="2661111"/>
            <a:ext cx="141875" cy="469015"/>
          </a:xfrm>
          <a:prstGeom prst="straightConnector1">
            <a:avLst/>
          </a:prstGeom>
          <a:noFill/>
          <a:ln w="9525" cap="flat" cmpd="sng">
            <a:solidFill>
              <a:srgbClr val="2AB5E8"/>
            </a:solidFill>
            <a:prstDash val="solid"/>
            <a:round/>
            <a:headEnd type="none" w="med" len="med"/>
            <a:tailEnd type="triangle" w="med" len="med"/>
          </a:ln>
        </p:spPr>
      </p:cxnSp>
      <p:grpSp>
        <p:nvGrpSpPr>
          <p:cNvPr id="515" name="Google Shape;829;p35">
            <a:extLst>
              <a:ext uri="{FF2B5EF4-FFF2-40B4-BE49-F238E27FC236}">
                <a16:creationId xmlns:a16="http://schemas.microsoft.com/office/drawing/2014/main" id="{93CB911D-DAD3-1449-8938-40CEECB9B6D2}"/>
              </a:ext>
            </a:extLst>
          </p:cNvPr>
          <p:cNvGrpSpPr/>
          <p:nvPr/>
        </p:nvGrpSpPr>
        <p:grpSpPr>
          <a:xfrm>
            <a:off x="7134181" y="2698597"/>
            <a:ext cx="918300" cy="762394"/>
            <a:chOff x="6966879" y="3513425"/>
            <a:chExt cx="918300" cy="762394"/>
          </a:xfrm>
        </p:grpSpPr>
        <p:sp>
          <p:nvSpPr>
            <p:cNvPr id="516" name="Google Shape;830;p35">
              <a:extLst>
                <a:ext uri="{FF2B5EF4-FFF2-40B4-BE49-F238E27FC236}">
                  <a16:creationId xmlns:a16="http://schemas.microsoft.com/office/drawing/2014/main" id="{5C0D69CA-E3C7-4EFC-9800-53151234AA7B}"/>
                </a:ext>
              </a:extLst>
            </p:cNvPr>
            <p:cNvSpPr/>
            <p:nvPr/>
          </p:nvSpPr>
          <p:spPr>
            <a:xfrm>
              <a:off x="6966879" y="3937119"/>
              <a:ext cx="918300" cy="338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lang="en-US" sz="700" dirty="0">
                <a:solidFill>
                  <a:srgbClr val="1398C9"/>
                </a:solidFill>
              </a:endParaRPr>
            </a:p>
          </p:txBody>
        </p:sp>
        <p:grpSp>
          <p:nvGrpSpPr>
            <p:cNvPr id="517" name="Google Shape;831;p35">
              <a:extLst>
                <a:ext uri="{FF2B5EF4-FFF2-40B4-BE49-F238E27FC236}">
                  <a16:creationId xmlns:a16="http://schemas.microsoft.com/office/drawing/2014/main" id="{38FFE755-9CC4-96E6-C961-EDDC1AF452DE}"/>
                </a:ext>
              </a:extLst>
            </p:cNvPr>
            <p:cNvGrpSpPr/>
            <p:nvPr/>
          </p:nvGrpSpPr>
          <p:grpSpPr>
            <a:xfrm>
              <a:off x="7263663" y="3513425"/>
              <a:ext cx="317544" cy="313150"/>
              <a:chOff x="7265175" y="3513425"/>
              <a:chExt cx="317544" cy="313150"/>
            </a:xfrm>
          </p:grpSpPr>
          <p:grpSp>
            <p:nvGrpSpPr>
              <p:cNvPr id="518" name="Google Shape;832;p35">
                <a:extLst>
                  <a:ext uri="{FF2B5EF4-FFF2-40B4-BE49-F238E27FC236}">
                    <a16:creationId xmlns:a16="http://schemas.microsoft.com/office/drawing/2014/main" id="{563F2BD2-9F6D-ADBC-09B2-58BB2995AC51}"/>
                  </a:ext>
                </a:extLst>
              </p:cNvPr>
              <p:cNvGrpSpPr/>
              <p:nvPr/>
            </p:nvGrpSpPr>
            <p:grpSpPr>
              <a:xfrm>
                <a:off x="7265175" y="3513425"/>
                <a:ext cx="315900" cy="313150"/>
                <a:chOff x="7265175" y="3513425"/>
                <a:chExt cx="315900" cy="313150"/>
              </a:xfrm>
            </p:grpSpPr>
            <p:cxnSp>
              <p:nvCxnSpPr>
                <p:cNvPr id="520" name="Google Shape;833;p35">
                  <a:extLst>
                    <a:ext uri="{FF2B5EF4-FFF2-40B4-BE49-F238E27FC236}">
                      <a16:creationId xmlns:a16="http://schemas.microsoft.com/office/drawing/2014/main" id="{F0EB3887-7599-5B3C-E3C5-9170E5ACC0B9}"/>
                    </a:ext>
                  </a:extLst>
                </p:cNvPr>
                <p:cNvCxnSpPr/>
                <p:nvPr/>
              </p:nvCxnSpPr>
              <p:spPr>
                <a:xfrm>
                  <a:off x="7422438" y="3516075"/>
                  <a:ext cx="0" cy="310500"/>
                </a:xfrm>
                <a:prstGeom prst="straightConnector1">
                  <a:avLst/>
                </a:prstGeom>
                <a:noFill/>
                <a:ln w="9525" cap="flat" cmpd="sng">
                  <a:solidFill>
                    <a:srgbClr val="2AB5E8"/>
                  </a:solidFill>
                  <a:prstDash val="solid"/>
                  <a:round/>
                  <a:headEnd type="none" w="med" len="med"/>
                  <a:tailEnd type="none" w="med" len="med"/>
                </a:ln>
              </p:spPr>
            </p:cxnSp>
            <p:cxnSp>
              <p:nvCxnSpPr>
                <p:cNvPr id="521" name="Google Shape;834;p35">
                  <a:extLst>
                    <a:ext uri="{FF2B5EF4-FFF2-40B4-BE49-F238E27FC236}">
                      <a16:creationId xmlns:a16="http://schemas.microsoft.com/office/drawing/2014/main" id="{7B1B0A7D-6461-83F7-CABB-2058C0271E9D}"/>
                    </a:ext>
                  </a:extLst>
                </p:cNvPr>
                <p:cNvCxnSpPr/>
                <p:nvPr/>
              </p:nvCxnSpPr>
              <p:spPr>
                <a:xfrm>
                  <a:off x="7340288" y="3516075"/>
                  <a:ext cx="0" cy="310500"/>
                </a:xfrm>
                <a:prstGeom prst="straightConnector1">
                  <a:avLst/>
                </a:prstGeom>
                <a:noFill/>
                <a:ln w="9525" cap="flat" cmpd="sng">
                  <a:solidFill>
                    <a:srgbClr val="2AB5E8"/>
                  </a:solidFill>
                  <a:prstDash val="solid"/>
                  <a:round/>
                  <a:headEnd type="none" w="med" len="med"/>
                  <a:tailEnd type="none" w="med" len="med"/>
                </a:ln>
              </p:spPr>
            </p:cxnSp>
            <p:cxnSp>
              <p:nvCxnSpPr>
                <p:cNvPr id="522" name="Google Shape;835;p35">
                  <a:extLst>
                    <a:ext uri="{FF2B5EF4-FFF2-40B4-BE49-F238E27FC236}">
                      <a16:creationId xmlns:a16="http://schemas.microsoft.com/office/drawing/2014/main" id="{FBDF1EF0-0130-735F-146F-F8D1174DDFF6}"/>
                    </a:ext>
                  </a:extLst>
                </p:cNvPr>
                <p:cNvCxnSpPr/>
                <p:nvPr/>
              </p:nvCxnSpPr>
              <p:spPr>
                <a:xfrm>
                  <a:off x="7504588" y="3516075"/>
                  <a:ext cx="0" cy="310500"/>
                </a:xfrm>
                <a:prstGeom prst="straightConnector1">
                  <a:avLst/>
                </a:prstGeom>
                <a:noFill/>
                <a:ln w="9525" cap="flat" cmpd="sng">
                  <a:solidFill>
                    <a:srgbClr val="2AB5E8"/>
                  </a:solidFill>
                  <a:prstDash val="solid"/>
                  <a:round/>
                  <a:headEnd type="none" w="med" len="med"/>
                  <a:tailEnd type="none" w="med" len="med"/>
                </a:ln>
              </p:spPr>
            </p:cxnSp>
            <p:cxnSp>
              <p:nvCxnSpPr>
                <p:cNvPr id="523" name="Google Shape;836;p35">
                  <a:extLst>
                    <a:ext uri="{FF2B5EF4-FFF2-40B4-BE49-F238E27FC236}">
                      <a16:creationId xmlns:a16="http://schemas.microsoft.com/office/drawing/2014/main" id="{83B2C887-2DB2-3CC3-3720-29E7D4B024AE}"/>
                    </a:ext>
                  </a:extLst>
                </p:cNvPr>
                <p:cNvCxnSpPr/>
                <p:nvPr/>
              </p:nvCxnSpPr>
              <p:spPr>
                <a:xfrm>
                  <a:off x="7272438" y="3701091"/>
                  <a:ext cx="300000" cy="0"/>
                </a:xfrm>
                <a:prstGeom prst="straightConnector1">
                  <a:avLst/>
                </a:prstGeom>
                <a:noFill/>
                <a:ln w="9525" cap="flat" cmpd="sng">
                  <a:solidFill>
                    <a:srgbClr val="2AB5E8"/>
                  </a:solidFill>
                  <a:prstDash val="solid"/>
                  <a:round/>
                  <a:headEnd type="none" w="med" len="med"/>
                  <a:tailEnd type="none" w="med" len="med"/>
                </a:ln>
              </p:spPr>
            </p:cxnSp>
            <p:cxnSp>
              <p:nvCxnSpPr>
                <p:cNvPr id="524" name="Google Shape;837;p35">
                  <a:extLst>
                    <a:ext uri="{FF2B5EF4-FFF2-40B4-BE49-F238E27FC236}">
                      <a16:creationId xmlns:a16="http://schemas.microsoft.com/office/drawing/2014/main" id="{997957F1-76CC-E354-2FC1-76E664816099}"/>
                    </a:ext>
                  </a:extLst>
                </p:cNvPr>
                <p:cNvCxnSpPr/>
                <p:nvPr/>
              </p:nvCxnSpPr>
              <p:spPr>
                <a:xfrm>
                  <a:off x="7272438" y="3639181"/>
                  <a:ext cx="300000" cy="0"/>
                </a:xfrm>
                <a:prstGeom prst="straightConnector1">
                  <a:avLst/>
                </a:prstGeom>
                <a:noFill/>
                <a:ln w="9525" cap="flat" cmpd="sng">
                  <a:solidFill>
                    <a:srgbClr val="2AB5E8"/>
                  </a:solidFill>
                  <a:prstDash val="solid"/>
                  <a:round/>
                  <a:headEnd type="none" w="med" len="med"/>
                  <a:tailEnd type="none" w="med" len="med"/>
                </a:ln>
              </p:spPr>
            </p:cxnSp>
            <p:cxnSp>
              <p:nvCxnSpPr>
                <p:cNvPr id="525" name="Google Shape;838;p35">
                  <a:extLst>
                    <a:ext uri="{FF2B5EF4-FFF2-40B4-BE49-F238E27FC236}">
                      <a16:creationId xmlns:a16="http://schemas.microsoft.com/office/drawing/2014/main" id="{1B5D8A61-3881-AEB1-7E52-530FA33ADB90}"/>
                    </a:ext>
                  </a:extLst>
                </p:cNvPr>
                <p:cNvCxnSpPr/>
                <p:nvPr/>
              </p:nvCxnSpPr>
              <p:spPr>
                <a:xfrm>
                  <a:off x="7272438" y="3760634"/>
                  <a:ext cx="300000" cy="0"/>
                </a:xfrm>
                <a:prstGeom prst="straightConnector1">
                  <a:avLst/>
                </a:prstGeom>
                <a:noFill/>
                <a:ln w="9525" cap="flat" cmpd="sng">
                  <a:solidFill>
                    <a:srgbClr val="2AB5E8"/>
                  </a:solidFill>
                  <a:prstDash val="solid"/>
                  <a:round/>
                  <a:headEnd type="none" w="med" len="med"/>
                  <a:tailEnd type="none" w="med" len="med"/>
                </a:ln>
              </p:spPr>
            </p:cxnSp>
            <p:sp>
              <p:nvSpPr>
                <p:cNvPr id="526" name="Google Shape;839;p35">
                  <a:extLst>
                    <a:ext uri="{FF2B5EF4-FFF2-40B4-BE49-F238E27FC236}">
                      <a16:creationId xmlns:a16="http://schemas.microsoft.com/office/drawing/2014/main" id="{741C3EA8-4AF2-88F8-CF0A-BEF3BBDD2968}"/>
                    </a:ext>
                  </a:extLst>
                </p:cNvPr>
                <p:cNvSpPr/>
                <p:nvPr/>
              </p:nvSpPr>
              <p:spPr>
                <a:xfrm>
                  <a:off x="7265175" y="3513425"/>
                  <a:ext cx="315900" cy="68400"/>
                </a:xfrm>
                <a:prstGeom prst="flowChartAlternateProcess">
                  <a:avLst/>
                </a:prstGeom>
                <a:solidFill>
                  <a:srgbClr val="2AB5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19" name="Google Shape;840;p35">
                <a:extLst>
                  <a:ext uri="{FF2B5EF4-FFF2-40B4-BE49-F238E27FC236}">
                    <a16:creationId xmlns:a16="http://schemas.microsoft.com/office/drawing/2014/main" id="{4F173D66-9C7F-36CE-35C6-51A1FA6F1A0E}"/>
                  </a:ext>
                </a:extLst>
              </p:cNvPr>
              <p:cNvSpPr/>
              <p:nvPr/>
            </p:nvSpPr>
            <p:spPr>
              <a:xfrm>
                <a:off x="7266819" y="3518175"/>
                <a:ext cx="315900" cy="306300"/>
              </a:xfrm>
              <a:prstGeom prst="rect">
                <a:avLst/>
              </a:prstGeom>
              <a:noFill/>
              <a:ln w="19050" cap="flat" cmpd="sng">
                <a:solidFill>
                  <a:srgbClr val="29B5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29" name="Google Shape;829;p35">
            <a:extLst>
              <a:ext uri="{FF2B5EF4-FFF2-40B4-BE49-F238E27FC236}">
                <a16:creationId xmlns:a16="http://schemas.microsoft.com/office/drawing/2014/main" id="{E63CBDE2-23A2-0133-AC8E-BE960EE932CD}"/>
              </a:ext>
            </a:extLst>
          </p:cNvPr>
          <p:cNvGrpSpPr/>
          <p:nvPr/>
        </p:nvGrpSpPr>
        <p:grpSpPr>
          <a:xfrm>
            <a:off x="7243253" y="2863980"/>
            <a:ext cx="918300" cy="762394"/>
            <a:chOff x="6966879" y="3513425"/>
            <a:chExt cx="918300" cy="762394"/>
          </a:xfrm>
        </p:grpSpPr>
        <p:sp>
          <p:nvSpPr>
            <p:cNvPr id="530" name="Google Shape;830;p35">
              <a:extLst>
                <a:ext uri="{FF2B5EF4-FFF2-40B4-BE49-F238E27FC236}">
                  <a16:creationId xmlns:a16="http://schemas.microsoft.com/office/drawing/2014/main" id="{68A1E5A7-A1AE-EC35-CA14-D40DDAAD936B}"/>
                </a:ext>
              </a:extLst>
            </p:cNvPr>
            <p:cNvSpPr/>
            <p:nvPr/>
          </p:nvSpPr>
          <p:spPr>
            <a:xfrm>
              <a:off x="6966879" y="3937119"/>
              <a:ext cx="918300" cy="338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lang="en-US" sz="700" dirty="0">
                <a:solidFill>
                  <a:srgbClr val="1398C9"/>
                </a:solidFill>
              </a:endParaRPr>
            </a:p>
          </p:txBody>
        </p:sp>
        <p:grpSp>
          <p:nvGrpSpPr>
            <p:cNvPr id="531" name="Google Shape;831;p35">
              <a:extLst>
                <a:ext uri="{FF2B5EF4-FFF2-40B4-BE49-F238E27FC236}">
                  <a16:creationId xmlns:a16="http://schemas.microsoft.com/office/drawing/2014/main" id="{915C9234-098C-5394-F124-78AF3BB07C09}"/>
                </a:ext>
              </a:extLst>
            </p:cNvPr>
            <p:cNvGrpSpPr/>
            <p:nvPr/>
          </p:nvGrpSpPr>
          <p:grpSpPr>
            <a:xfrm>
              <a:off x="7263663" y="3513425"/>
              <a:ext cx="317544" cy="313150"/>
              <a:chOff x="7265175" y="3513425"/>
              <a:chExt cx="317544" cy="313150"/>
            </a:xfrm>
          </p:grpSpPr>
          <p:grpSp>
            <p:nvGrpSpPr>
              <p:cNvPr id="532" name="Google Shape;832;p35">
                <a:extLst>
                  <a:ext uri="{FF2B5EF4-FFF2-40B4-BE49-F238E27FC236}">
                    <a16:creationId xmlns:a16="http://schemas.microsoft.com/office/drawing/2014/main" id="{D665BE9D-E1D3-7038-1988-2521FAEAAB58}"/>
                  </a:ext>
                </a:extLst>
              </p:cNvPr>
              <p:cNvGrpSpPr/>
              <p:nvPr/>
            </p:nvGrpSpPr>
            <p:grpSpPr>
              <a:xfrm>
                <a:off x="7265175" y="3513425"/>
                <a:ext cx="315900" cy="313150"/>
                <a:chOff x="7265175" y="3513425"/>
                <a:chExt cx="315900" cy="313150"/>
              </a:xfrm>
            </p:grpSpPr>
            <p:cxnSp>
              <p:nvCxnSpPr>
                <p:cNvPr id="534" name="Google Shape;833;p35">
                  <a:extLst>
                    <a:ext uri="{FF2B5EF4-FFF2-40B4-BE49-F238E27FC236}">
                      <a16:creationId xmlns:a16="http://schemas.microsoft.com/office/drawing/2014/main" id="{ECC5A3BB-D29E-56DD-393E-5F31B1890A58}"/>
                    </a:ext>
                  </a:extLst>
                </p:cNvPr>
                <p:cNvCxnSpPr/>
                <p:nvPr/>
              </p:nvCxnSpPr>
              <p:spPr>
                <a:xfrm>
                  <a:off x="7422438" y="3516075"/>
                  <a:ext cx="0" cy="310500"/>
                </a:xfrm>
                <a:prstGeom prst="straightConnector1">
                  <a:avLst/>
                </a:prstGeom>
                <a:noFill/>
                <a:ln w="9525" cap="flat" cmpd="sng">
                  <a:solidFill>
                    <a:srgbClr val="2AB5E8"/>
                  </a:solidFill>
                  <a:prstDash val="solid"/>
                  <a:round/>
                  <a:headEnd type="none" w="med" len="med"/>
                  <a:tailEnd type="none" w="med" len="med"/>
                </a:ln>
              </p:spPr>
            </p:cxnSp>
            <p:cxnSp>
              <p:nvCxnSpPr>
                <p:cNvPr id="535" name="Google Shape;834;p35">
                  <a:extLst>
                    <a:ext uri="{FF2B5EF4-FFF2-40B4-BE49-F238E27FC236}">
                      <a16:creationId xmlns:a16="http://schemas.microsoft.com/office/drawing/2014/main" id="{904AF23C-53BF-6476-9E77-69C30F63218F}"/>
                    </a:ext>
                  </a:extLst>
                </p:cNvPr>
                <p:cNvCxnSpPr/>
                <p:nvPr/>
              </p:nvCxnSpPr>
              <p:spPr>
                <a:xfrm>
                  <a:off x="7340288" y="3516075"/>
                  <a:ext cx="0" cy="310500"/>
                </a:xfrm>
                <a:prstGeom prst="straightConnector1">
                  <a:avLst/>
                </a:prstGeom>
                <a:noFill/>
                <a:ln w="9525" cap="flat" cmpd="sng">
                  <a:solidFill>
                    <a:srgbClr val="2AB5E8"/>
                  </a:solidFill>
                  <a:prstDash val="solid"/>
                  <a:round/>
                  <a:headEnd type="none" w="med" len="med"/>
                  <a:tailEnd type="none" w="med" len="med"/>
                </a:ln>
              </p:spPr>
            </p:cxnSp>
            <p:cxnSp>
              <p:nvCxnSpPr>
                <p:cNvPr id="536" name="Google Shape;835;p35">
                  <a:extLst>
                    <a:ext uri="{FF2B5EF4-FFF2-40B4-BE49-F238E27FC236}">
                      <a16:creationId xmlns:a16="http://schemas.microsoft.com/office/drawing/2014/main" id="{33EF7D2E-A4DF-21B7-DC2B-123DBE5400FB}"/>
                    </a:ext>
                  </a:extLst>
                </p:cNvPr>
                <p:cNvCxnSpPr/>
                <p:nvPr/>
              </p:nvCxnSpPr>
              <p:spPr>
                <a:xfrm>
                  <a:off x="7504588" y="3516075"/>
                  <a:ext cx="0" cy="310500"/>
                </a:xfrm>
                <a:prstGeom prst="straightConnector1">
                  <a:avLst/>
                </a:prstGeom>
                <a:noFill/>
                <a:ln w="9525" cap="flat" cmpd="sng">
                  <a:solidFill>
                    <a:srgbClr val="2AB5E8"/>
                  </a:solidFill>
                  <a:prstDash val="solid"/>
                  <a:round/>
                  <a:headEnd type="none" w="med" len="med"/>
                  <a:tailEnd type="none" w="med" len="med"/>
                </a:ln>
              </p:spPr>
            </p:cxnSp>
            <p:cxnSp>
              <p:nvCxnSpPr>
                <p:cNvPr id="537" name="Google Shape;836;p35">
                  <a:extLst>
                    <a:ext uri="{FF2B5EF4-FFF2-40B4-BE49-F238E27FC236}">
                      <a16:creationId xmlns:a16="http://schemas.microsoft.com/office/drawing/2014/main" id="{F51162B2-B5CC-AEA0-DDCC-1554429481DA}"/>
                    </a:ext>
                  </a:extLst>
                </p:cNvPr>
                <p:cNvCxnSpPr/>
                <p:nvPr/>
              </p:nvCxnSpPr>
              <p:spPr>
                <a:xfrm>
                  <a:off x="7272438" y="3701091"/>
                  <a:ext cx="300000" cy="0"/>
                </a:xfrm>
                <a:prstGeom prst="straightConnector1">
                  <a:avLst/>
                </a:prstGeom>
                <a:noFill/>
                <a:ln w="9525" cap="flat" cmpd="sng">
                  <a:solidFill>
                    <a:srgbClr val="2AB5E8"/>
                  </a:solidFill>
                  <a:prstDash val="solid"/>
                  <a:round/>
                  <a:headEnd type="none" w="med" len="med"/>
                  <a:tailEnd type="none" w="med" len="med"/>
                </a:ln>
              </p:spPr>
            </p:cxnSp>
            <p:cxnSp>
              <p:nvCxnSpPr>
                <p:cNvPr id="538" name="Google Shape;837;p35">
                  <a:extLst>
                    <a:ext uri="{FF2B5EF4-FFF2-40B4-BE49-F238E27FC236}">
                      <a16:creationId xmlns:a16="http://schemas.microsoft.com/office/drawing/2014/main" id="{CCFECEF2-8D35-CB73-BF06-49F0C8AF2BFE}"/>
                    </a:ext>
                  </a:extLst>
                </p:cNvPr>
                <p:cNvCxnSpPr/>
                <p:nvPr/>
              </p:nvCxnSpPr>
              <p:spPr>
                <a:xfrm>
                  <a:off x="7272438" y="3639181"/>
                  <a:ext cx="300000" cy="0"/>
                </a:xfrm>
                <a:prstGeom prst="straightConnector1">
                  <a:avLst/>
                </a:prstGeom>
                <a:noFill/>
                <a:ln w="9525" cap="flat" cmpd="sng">
                  <a:solidFill>
                    <a:srgbClr val="2AB5E8"/>
                  </a:solidFill>
                  <a:prstDash val="solid"/>
                  <a:round/>
                  <a:headEnd type="none" w="med" len="med"/>
                  <a:tailEnd type="none" w="med" len="med"/>
                </a:ln>
              </p:spPr>
            </p:cxnSp>
            <p:cxnSp>
              <p:nvCxnSpPr>
                <p:cNvPr id="539" name="Google Shape;838;p35">
                  <a:extLst>
                    <a:ext uri="{FF2B5EF4-FFF2-40B4-BE49-F238E27FC236}">
                      <a16:creationId xmlns:a16="http://schemas.microsoft.com/office/drawing/2014/main" id="{4272A14A-ECC5-7655-91ED-DC5C96903647}"/>
                    </a:ext>
                  </a:extLst>
                </p:cNvPr>
                <p:cNvCxnSpPr/>
                <p:nvPr/>
              </p:nvCxnSpPr>
              <p:spPr>
                <a:xfrm>
                  <a:off x="7272438" y="3760634"/>
                  <a:ext cx="300000" cy="0"/>
                </a:xfrm>
                <a:prstGeom prst="straightConnector1">
                  <a:avLst/>
                </a:prstGeom>
                <a:noFill/>
                <a:ln w="9525" cap="flat" cmpd="sng">
                  <a:solidFill>
                    <a:srgbClr val="2AB5E8"/>
                  </a:solidFill>
                  <a:prstDash val="solid"/>
                  <a:round/>
                  <a:headEnd type="none" w="med" len="med"/>
                  <a:tailEnd type="none" w="med" len="med"/>
                </a:ln>
              </p:spPr>
            </p:cxnSp>
            <p:sp>
              <p:nvSpPr>
                <p:cNvPr id="540" name="Google Shape;839;p35">
                  <a:extLst>
                    <a:ext uri="{FF2B5EF4-FFF2-40B4-BE49-F238E27FC236}">
                      <a16:creationId xmlns:a16="http://schemas.microsoft.com/office/drawing/2014/main" id="{2A57AF5C-71AE-A1A9-92F8-E45E2A73A101}"/>
                    </a:ext>
                  </a:extLst>
                </p:cNvPr>
                <p:cNvSpPr/>
                <p:nvPr/>
              </p:nvSpPr>
              <p:spPr>
                <a:xfrm>
                  <a:off x="7265175" y="3513425"/>
                  <a:ext cx="315900" cy="68400"/>
                </a:xfrm>
                <a:prstGeom prst="flowChartAlternateProcess">
                  <a:avLst/>
                </a:prstGeom>
                <a:solidFill>
                  <a:srgbClr val="2AB5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3" name="Google Shape;840;p35">
                <a:extLst>
                  <a:ext uri="{FF2B5EF4-FFF2-40B4-BE49-F238E27FC236}">
                    <a16:creationId xmlns:a16="http://schemas.microsoft.com/office/drawing/2014/main" id="{E1B7EF33-DDCA-9837-4C33-5F68F621D74C}"/>
                  </a:ext>
                </a:extLst>
              </p:cNvPr>
              <p:cNvSpPr/>
              <p:nvPr/>
            </p:nvSpPr>
            <p:spPr>
              <a:xfrm>
                <a:off x="7266819" y="3518175"/>
                <a:ext cx="315900" cy="306300"/>
              </a:xfrm>
              <a:prstGeom prst="rect">
                <a:avLst/>
              </a:prstGeom>
              <a:noFill/>
              <a:ln w="19050" cap="flat" cmpd="sng">
                <a:solidFill>
                  <a:srgbClr val="29B5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41" name="Google Shape;829;p35">
            <a:extLst>
              <a:ext uri="{FF2B5EF4-FFF2-40B4-BE49-F238E27FC236}">
                <a16:creationId xmlns:a16="http://schemas.microsoft.com/office/drawing/2014/main" id="{89B25F11-49F1-C03E-6F48-EDCA10CE9B43}"/>
              </a:ext>
            </a:extLst>
          </p:cNvPr>
          <p:cNvGrpSpPr/>
          <p:nvPr/>
        </p:nvGrpSpPr>
        <p:grpSpPr>
          <a:xfrm>
            <a:off x="7395653" y="3016380"/>
            <a:ext cx="918300" cy="762394"/>
            <a:chOff x="6966879" y="3513425"/>
            <a:chExt cx="918300" cy="762394"/>
          </a:xfrm>
        </p:grpSpPr>
        <p:sp>
          <p:nvSpPr>
            <p:cNvPr id="542" name="Google Shape;830;p35">
              <a:extLst>
                <a:ext uri="{FF2B5EF4-FFF2-40B4-BE49-F238E27FC236}">
                  <a16:creationId xmlns:a16="http://schemas.microsoft.com/office/drawing/2014/main" id="{35F74DD1-9AF4-00C5-5764-42E94D4C63C7}"/>
                </a:ext>
              </a:extLst>
            </p:cNvPr>
            <p:cNvSpPr/>
            <p:nvPr/>
          </p:nvSpPr>
          <p:spPr>
            <a:xfrm>
              <a:off x="6966879" y="3937119"/>
              <a:ext cx="918300" cy="338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lang="en-US" sz="700" dirty="0">
                <a:solidFill>
                  <a:srgbClr val="1398C9"/>
                </a:solidFill>
              </a:endParaRPr>
            </a:p>
          </p:txBody>
        </p:sp>
        <p:grpSp>
          <p:nvGrpSpPr>
            <p:cNvPr id="543" name="Google Shape;831;p35">
              <a:extLst>
                <a:ext uri="{FF2B5EF4-FFF2-40B4-BE49-F238E27FC236}">
                  <a16:creationId xmlns:a16="http://schemas.microsoft.com/office/drawing/2014/main" id="{E8C73537-633D-A638-490B-124A3D2B9CCF}"/>
                </a:ext>
              </a:extLst>
            </p:cNvPr>
            <p:cNvGrpSpPr/>
            <p:nvPr/>
          </p:nvGrpSpPr>
          <p:grpSpPr>
            <a:xfrm>
              <a:off x="7263663" y="3513425"/>
              <a:ext cx="317544" cy="313150"/>
              <a:chOff x="7265175" y="3513425"/>
              <a:chExt cx="317544" cy="313150"/>
            </a:xfrm>
          </p:grpSpPr>
          <p:grpSp>
            <p:nvGrpSpPr>
              <p:cNvPr id="544" name="Google Shape;832;p35">
                <a:extLst>
                  <a:ext uri="{FF2B5EF4-FFF2-40B4-BE49-F238E27FC236}">
                    <a16:creationId xmlns:a16="http://schemas.microsoft.com/office/drawing/2014/main" id="{DF60B23E-1C3D-2B1F-5EDE-8BEFD99521F6}"/>
                  </a:ext>
                </a:extLst>
              </p:cNvPr>
              <p:cNvGrpSpPr/>
              <p:nvPr/>
            </p:nvGrpSpPr>
            <p:grpSpPr>
              <a:xfrm>
                <a:off x="7265175" y="3513425"/>
                <a:ext cx="315900" cy="313150"/>
                <a:chOff x="7265175" y="3513425"/>
                <a:chExt cx="315900" cy="313150"/>
              </a:xfrm>
            </p:grpSpPr>
            <p:cxnSp>
              <p:nvCxnSpPr>
                <p:cNvPr id="546" name="Google Shape;833;p35">
                  <a:extLst>
                    <a:ext uri="{FF2B5EF4-FFF2-40B4-BE49-F238E27FC236}">
                      <a16:creationId xmlns:a16="http://schemas.microsoft.com/office/drawing/2014/main" id="{3292CA04-579F-1C1B-B7DD-28C4462B1C37}"/>
                    </a:ext>
                  </a:extLst>
                </p:cNvPr>
                <p:cNvCxnSpPr/>
                <p:nvPr/>
              </p:nvCxnSpPr>
              <p:spPr>
                <a:xfrm>
                  <a:off x="7422438" y="3516075"/>
                  <a:ext cx="0" cy="310500"/>
                </a:xfrm>
                <a:prstGeom prst="straightConnector1">
                  <a:avLst/>
                </a:prstGeom>
                <a:noFill/>
                <a:ln w="9525" cap="flat" cmpd="sng">
                  <a:solidFill>
                    <a:srgbClr val="2AB5E8"/>
                  </a:solidFill>
                  <a:prstDash val="solid"/>
                  <a:round/>
                  <a:headEnd type="none" w="med" len="med"/>
                  <a:tailEnd type="none" w="med" len="med"/>
                </a:ln>
              </p:spPr>
            </p:cxnSp>
            <p:cxnSp>
              <p:nvCxnSpPr>
                <p:cNvPr id="547" name="Google Shape;834;p35">
                  <a:extLst>
                    <a:ext uri="{FF2B5EF4-FFF2-40B4-BE49-F238E27FC236}">
                      <a16:creationId xmlns:a16="http://schemas.microsoft.com/office/drawing/2014/main" id="{E01D4499-AF11-84D2-D7CF-5B1E08E2E47C}"/>
                    </a:ext>
                  </a:extLst>
                </p:cNvPr>
                <p:cNvCxnSpPr/>
                <p:nvPr/>
              </p:nvCxnSpPr>
              <p:spPr>
                <a:xfrm>
                  <a:off x="7340288" y="3516075"/>
                  <a:ext cx="0" cy="310500"/>
                </a:xfrm>
                <a:prstGeom prst="straightConnector1">
                  <a:avLst/>
                </a:prstGeom>
                <a:noFill/>
                <a:ln w="9525" cap="flat" cmpd="sng">
                  <a:solidFill>
                    <a:srgbClr val="2AB5E8"/>
                  </a:solidFill>
                  <a:prstDash val="solid"/>
                  <a:round/>
                  <a:headEnd type="none" w="med" len="med"/>
                  <a:tailEnd type="none" w="med" len="med"/>
                </a:ln>
              </p:spPr>
            </p:cxnSp>
            <p:cxnSp>
              <p:nvCxnSpPr>
                <p:cNvPr id="548" name="Google Shape;835;p35">
                  <a:extLst>
                    <a:ext uri="{FF2B5EF4-FFF2-40B4-BE49-F238E27FC236}">
                      <a16:creationId xmlns:a16="http://schemas.microsoft.com/office/drawing/2014/main" id="{42056BDF-8294-492D-C7C9-E96EFB9BF870}"/>
                    </a:ext>
                  </a:extLst>
                </p:cNvPr>
                <p:cNvCxnSpPr/>
                <p:nvPr/>
              </p:nvCxnSpPr>
              <p:spPr>
                <a:xfrm>
                  <a:off x="7504588" y="3516075"/>
                  <a:ext cx="0" cy="310500"/>
                </a:xfrm>
                <a:prstGeom prst="straightConnector1">
                  <a:avLst/>
                </a:prstGeom>
                <a:noFill/>
                <a:ln w="9525" cap="flat" cmpd="sng">
                  <a:solidFill>
                    <a:srgbClr val="2AB5E8"/>
                  </a:solidFill>
                  <a:prstDash val="solid"/>
                  <a:round/>
                  <a:headEnd type="none" w="med" len="med"/>
                  <a:tailEnd type="none" w="med" len="med"/>
                </a:ln>
              </p:spPr>
            </p:cxnSp>
            <p:cxnSp>
              <p:nvCxnSpPr>
                <p:cNvPr id="549" name="Google Shape;836;p35">
                  <a:extLst>
                    <a:ext uri="{FF2B5EF4-FFF2-40B4-BE49-F238E27FC236}">
                      <a16:creationId xmlns:a16="http://schemas.microsoft.com/office/drawing/2014/main" id="{A967EBB4-A904-4432-5A26-B312B8B41331}"/>
                    </a:ext>
                  </a:extLst>
                </p:cNvPr>
                <p:cNvCxnSpPr/>
                <p:nvPr/>
              </p:nvCxnSpPr>
              <p:spPr>
                <a:xfrm>
                  <a:off x="7272438" y="3701091"/>
                  <a:ext cx="300000" cy="0"/>
                </a:xfrm>
                <a:prstGeom prst="straightConnector1">
                  <a:avLst/>
                </a:prstGeom>
                <a:noFill/>
                <a:ln w="9525" cap="flat" cmpd="sng">
                  <a:solidFill>
                    <a:srgbClr val="2AB5E8"/>
                  </a:solidFill>
                  <a:prstDash val="solid"/>
                  <a:round/>
                  <a:headEnd type="none" w="med" len="med"/>
                  <a:tailEnd type="none" w="med" len="med"/>
                </a:ln>
              </p:spPr>
            </p:cxnSp>
            <p:cxnSp>
              <p:nvCxnSpPr>
                <p:cNvPr id="550" name="Google Shape;837;p35">
                  <a:extLst>
                    <a:ext uri="{FF2B5EF4-FFF2-40B4-BE49-F238E27FC236}">
                      <a16:creationId xmlns:a16="http://schemas.microsoft.com/office/drawing/2014/main" id="{EB4B9248-5104-BAD2-3776-06CF0156AD94}"/>
                    </a:ext>
                  </a:extLst>
                </p:cNvPr>
                <p:cNvCxnSpPr/>
                <p:nvPr/>
              </p:nvCxnSpPr>
              <p:spPr>
                <a:xfrm>
                  <a:off x="7272438" y="3639181"/>
                  <a:ext cx="300000" cy="0"/>
                </a:xfrm>
                <a:prstGeom prst="straightConnector1">
                  <a:avLst/>
                </a:prstGeom>
                <a:noFill/>
                <a:ln w="9525" cap="flat" cmpd="sng">
                  <a:solidFill>
                    <a:srgbClr val="2AB5E8"/>
                  </a:solidFill>
                  <a:prstDash val="solid"/>
                  <a:round/>
                  <a:headEnd type="none" w="med" len="med"/>
                  <a:tailEnd type="none" w="med" len="med"/>
                </a:ln>
              </p:spPr>
            </p:cxnSp>
            <p:cxnSp>
              <p:nvCxnSpPr>
                <p:cNvPr id="551" name="Google Shape;838;p35">
                  <a:extLst>
                    <a:ext uri="{FF2B5EF4-FFF2-40B4-BE49-F238E27FC236}">
                      <a16:creationId xmlns:a16="http://schemas.microsoft.com/office/drawing/2014/main" id="{0C321F47-63FC-5DE7-7703-63213EA0D2AC}"/>
                    </a:ext>
                  </a:extLst>
                </p:cNvPr>
                <p:cNvCxnSpPr/>
                <p:nvPr/>
              </p:nvCxnSpPr>
              <p:spPr>
                <a:xfrm>
                  <a:off x="7272438" y="3760634"/>
                  <a:ext cx="300000" cy="0"/>
                </a:xfrm>
                <a:prstGeom prst="straightConnector1">
                  <a:avLst/>
                </a:prstGeom>
                <a:noFill/>
                <a:ln w="9525" cap="flat" cmpd="sng">
                  <a:solidFill>
                    <a:srgbClr val="2AB5E8"/>
                  </a:solidFill>
                  <a:prstDash val="solid"/>
                  <a:round/>
                  <a:headEnd type="none" w="med" len="med"/>
                  <a:tailEnd type="none" w="med" len="med"/>
                </a:ln>
              </p:spPr>
            </p:cxnSp>
            <p:sp>
              <p:nvSpPr>
                <p:cNvPr id="552" name="Google Shape;839;p35">
                  <a:extLst>
                    <a:ext uri="{FF2B5EF4-FFF2-40B4-BE49-F238E27FC236}">
                      <a16:creationId xmlns:a16="http://schemas.microsoft.com/office/drawing/2014/main" id="{1E7A3E73-8680-967D-8390-FEFE8EFD98FD}"/>
                    </a:ext>
                  </a:extLst>
                </p:cNvPr>
                <p:cNvSpPr/>
                <p:nvPr/>
              </p:nvSpPr>
              <p:spPr>
                <a:xfrm>
                  <a:off x="7265175" y="3513425"/>
                  <a:ext cx="315900" cy="68400"/>
                </a:xfrm>
                <a:prstGeom prst="flowChartAlternateProcess">
                  <a:avLst/>
                </a:prstGeom>
                <a:solidFill>
                  <a:srgbClr val="2AB5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45" name="Google Shape;840;p35">
                <a:extLst>
                  <a:ext uri="{FF2B5EF4-FFF2-40B4-BE49-F238E27FC236}">
                    <a16:creationId xmlns:a16="http://schemas.microsoft.com/office/drawing/2014/main" id="{E218E4C1-DED9-9D37-9342-442BEB91D1A1}"/>
                  </a:ext>
                </a:extLst>
              </p:cNvPr>
              <p:cNvSpPr/>
              <p:nvPr/>
            </p:nvSpPr>
            <p:spPr>
              <a:xfrm>
                <a:off x="7266819" y="3518175"/>
                <a:ext cx="315900" cy="306300"/>
              </a:xfrm>
              <a:prstGeom prst="rect">
                <a:avLst/>
              </a:prstGeom>
              <a:noFill/>
              <a:ln w="19050" cap="flat" cmpd="sng">
                <a:solidFill>
                  <a:srgbClr val="29B5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cxnSp>
        <p:nvCxnSpPr>
          <p:cNvPr id="553" name="Google Shape;818;p35">
            <a:extLst>
              <a:ext uri="{FF2B5EF4-FFF2-40B4-BE49-F238E27FC236}">
                <a16:creationId xmlns:a16="http://schemas.microsoft.com/office/drawing/2014/main" id="{8A315B8C-B218-4A6B-2BE9-426954FCFDE3}"/>
              </a:ext>
            </a:extLst>
          </p:cNvPr>
          <p:cNvCxnSpPr>
            <a:cxnSpLocks/>
          </p:cNvCxnSpPr>
          <p:nvPr/>
        </p:nvCxnSpPr>
        <p:spPr>
          <a:xfrm>
            <a:off x="6779285" y="2448033"/>
            <a:ext cx="632539" cy="511021"/>
          </a:xfrm>
          <a:prstGeom prst="straightConnector1">
            <a:avLst/>
          </a:prstGeom>
          <a:noFill/>
          <a:ln w="9525" cap="flat" cmpd="sng">
            <a:solidFill>
              <a:srgbClr val="2AB5E8"/>
            </a:solidFill>
            <a:prstDash val="solid"/>
            <a:round/>
            <a:headEnd type="none" w="med" len="med"/>
            <a:tailEnd type="triangle" w="med" len="med"/>
          </a:ln>
        </p:spPr>
      </p:cxnSp>
      <p:sp>
        <p:nvSpPr>
          <p:cNvPr id="556" name="Google Shape;594;p35">
            <a:extLst>
              <a:ext uri="{FF2B5EF4-FFF2-40B4-BE49-F238E27FC236}">
                <a16:creationId xmlns:a16="http://schemas.microsoft.com/office/drawing/2014/main" id="{62D654A2-11A4-5B3D-0C79-F0470E6D00A4}"/>
              </a:ext>
            </a:extLst>
          </p:cNvPr>
          <p:cNvSpPr/>
          <p:nvPr/>
        </p:nvSpPr>
        <p:spPr>
          <a:xfrm>
            <a:off x="10415403" y="2906505"/>
            <a:ext cx="879600" cy="251522"/>
          </a:xfrm>
          <a:prstGeom prst="rect">
            <a:avLst/>
          </a:prstGeom>
          <a:solidFill>
            <a:srgbClr val="558DA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800" dirty="0">
                <a:solidFill>
                  <a:srgbClr val="FFFFFF"/>
                </a:solidFill>
              </a:rPr>
              <a:t>Marketing</a:t>
            </a:r>
            <a:endParaRPr sz="800" dirty="0">
              <a:solidFill>
                <a:srgbClr val="FFFFFF"/>
              </a:solidFill>
            </a:endParaRPr>
          </a:p>
        </p:txBody>
      </p:sp>
      <p:sp>
        <p:nvSpPr>
          <p:cNvPr id="557" name="Google Shape;594;p35">
            <a:extLst>
              <a:ext uri="{FF2B5EF4-FFF2-40B4-BE49-F238E27FC236}">
                <a16:creationId xmlns:a16="http://schemas.microsoft.com/office/drawing/2014/main" id="{54156225-7B1F-4958-4F8A-FF14925851D6}"/>
              </a:ext>
            </a:extLst>
          </p:cNvPr>
          <p:cNvSpPr/>
          <p:nvPr/>
        </p:nvSpPr>
        <p:spPr>
          <a:xfrm>
            <a:off x="10415403" y="3216828"/>
            <a:ext cx="879600" cy="251522"/>
          </a:xfrm>
          <a:prstGeom prst="rect">
            <a:avLst/>
          </a:prstGeom>
          <a:solidFill>
            <a:srgbClr val="558DA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800" dirty="0">
                <a:solidFill>
                  <a:srgbClr val="FFFFFF"/>
                </a:solidFill>
              </a:rPr>
              <a:t>Product</a:t>
            </a:r>
            <a:endParaRPr sz="800" dirty="0">
              <a:solidFill>
                <a:srgbClr val="FFFFFF"/>
              </a:solidFill>
            </a:endParaRPr>
          </a:p>
        </p:txBody>
      </p:sp>
    </p:spTree>
    <p:extLst>
      <p:ext uri="{BB962C8B-B14F-4D97-AF65-F5344CB8AC3E}">
        <p14:creationId xmlns:p14="http://schemas.microsoft.com/office/powerpoint/2010/main" val="33597200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08484" y="320973"/>
            <a:ext cx="5641281" cy="364728"/>
          </a:xfrm>
          <a:prstGeom prst="rect">
            <a:avLst/>
          </a:prstGeom>
          <a:noFill/>
          <a:ln/>
        </p:spPr>
        <p:txBody>
          <a:bodyPr wrap="none" lIns="0" tIns="0" rIns="0" bIns="0" rtlCol="0" anchor="t"/>
          <a:lstStyle/>
          <a:p>
            <a:pPr>
              <a:lnSpc>
                <a:spcPts val="2833"/>
              </a:lnSpc>
            </a:pPr>
            <a:r>
              <a:rPr lang="en-US" sz="2292" b="1" dirty="0">
                <a:solidFill>
                  <a:srgbClr val="2E3C4E"/>
                </a:solidFill>
                <a:latin typeface="Host Grotesk Medium" pitchFamily="34" charset="0"/>
                <a:ea typeface="Host Grotesk Medium" pitchFamily="34" charset="-122"/>
                <a:cs typeface="Host Grotesk Medium" pitchFamily="34" charset="-120"/>
              </a:rPr>
              <a:t>Why Snowflake: The Unified Data Platform</a:t>
            </a:r>
            <a:endParaRPr lang="en-US" sz="2292" b="1" dirty="0"/>
          </a:p>
        </p:txBody>
      </p:sp>
      <p:sp>
        <p:nvSpPr>
          <p:cNvPr id="3" name="Text 1"/>
          <p:cNvSpPr/>
          <p:nvPr/>
        </p:nvSpPr>
        <p:spPr>
          <a:xfrm>
            <a:off x="408484" y="919064"/>
            <a:ext cx="11375033" cy="350044"/>
          </a:xfrm>
          <a:prstGeom prst="rect">
            <a:avLst/>
          </a:prstGeom>
          <a:noFill/>
          <a:ln/>
        </p:spPr>
        <p:txBody>
          <a:bodyPr wrap="square" lIns="0" tIns="0" rIns="0" bIns="0" rtlCol="0" anchor="t"/>
          <a:lstStyle/>
          <a:p>
            <a:pPr>
              <a:lnSpc>
                <a:spcPts val="1375"/>
              </a:lnSpc>
            </a:pPr>
            <a:r>
              <a:rPr lang="en-US" sz="1000" dirty="0">
                <a:solidFill>
                  <a:srgbClr val="384653"/>
                </a:solidFill>
                <a:latin typeface="Roboto" pitchFamily="34" charset="0"/>
                <a:ea typeface="Roboto" pitchFamily="34" charset="-122"/>
                <a:cs typeface="Roboto" pitchFamily="34" charset="-120"/>
              </a:rPr>
              <a:t>Tasty Bytes chose Snowflake as the foundation for its data platform because it uniquely combines the capabilities needed for modern data operations—eliminating the complexity of managing multiple specialized tools while delivering enterprise-grade governance and performance.</a:t>
            </a:r>
            <a:endParaRPr lang="en-US" sz="1000" dirty="0"/>
          </a:p>
        </p:txBody>
      </p:sp>
      <p:sp>
        <p:nvSpPr>
          <p:cNvPr id="28" name="Shape 20"/>
          <p:cNvSpPr/>
          <p:nvPr/>
        </p:nvSpPr>
        <p:spPr>
          <a:xfrm>
            <a:off x="408484" y="3497263"/>
            <a:ext cx="5629176" cy="1495921"/>
          </a:xfrm>
          <a:prstGeom prst="roundRect">
            <a:avLst>
              <a:gd name="adj" fmla="val 4075"/>
            </a:avLst>
          </a:prstGeom>
          <a:solidFill>
            <a:srgbClr val="FAF9F5"/>
          </a:solidFill>
          <a:ln/>
        </p:spPr>
        <p:txBody>
          <a:bodyPr/>
          <a:lstStyle/>
          <a:p>
            <a:endParaRPr lang="en-US" sz="1167"/>
          </a:p>
        </p:txBody>
      </p:sp>
      <p:sp>
        <p:nvSpPr>
          <p:cNvPr id="36" name="Shape 26"/>
          <p:cNvSpPr/>
          <p:nvPr/>
        </p:nvSpPr>
        <p:spPr>
          <a:xfrm>
            <a:off x="6154341" y="3497263"/>
            <a:ext cx="5629176" cy="1495921"/>
          </a:xfrm>
          <a:prstGeom prst="roundRect">
            <a:avLst>
              <a:gd name="adj" fmla="val 4075"/>
            </a:avLst>
          </a:prstGeom>
          <a:solidFill>
            <a:srgbClr val="FAF9F5"/>
          </a:solidFill>
          <a:ln/>
        </p:spPr>
        <p:txBody>
          <a:bodyPr/>
          <a:lstStyle/>
          <a:p>
            <a:endParaRPr lang="en-US" sz="1167"/>
          </a:p>
        </p:txBody>
      </p:sp>
      <p:sp>
        <p:nvSpPr>
          <p:cNvPr id="45" name="Text 33"/>
          <p:cNvSpPr/>
          <p:nvPr/>
        </p:nvSpPr>
        <p:spPr>
          <a:xfrm>
            <a:off x="408484" y="5705457"/>
            <a:ext cx="11375033" cy="175022"/>
          </a:xfrm>
          <a:prstGeom prst="rect">
            <a:avLst/>
          </a:prstGeom>
          <a:noFill/>
          <a:ln/>
        </p:spPr>
        <p:txBody>
          <a:bodyPr wrap="none" lIns="0" tIns="0" rIns="0" bIns="0" rtlCol="0" anchor="t"/>
          <a:lstStyle/>
          <a:p>
            <a:pPr>
              <a:lnSpc>
                <a:spcPts val="1375"/>
              </a:lnSpc>
            </a:pPr>
            <a:r>
              <a:rPr lang="en-US" sz="1000" dirty="0">
                <a:solidFill>
                  <a:srgbClr val="384653"/>
                </a:solidFill>
                <a:latin typeface="Roboto" pitchFamily="34" charset="0"/>
                <a:ea typeface="Roboto" pitchFamily="34" charset="-122"/>
                <a:cs typeface="Roboto" pitchFamily="34" charset="-120"/>
              </a:rPr>
              <a:t>By consolidating data ingestion, processing, governance, and analytics into a single platform, Snowflake enables Tasty Bytes to focus on business value rather than infrastructure management.</a:t>
            </a:r>
            <a:endParaRPr lang="en-US" sz="1000" dirty="0"/>
          </a:p>
        </p:txBody>
      </p:sp>
      <p:pic>
        <p:nvPicPr>
          <p:cNvPr id="46" name="Picture 45">
            <a:extLst>
              <a:ext uri="{FF2B5EF4-FFF2-40B4-BE49-F238E27FC236}">
                <a16:creationId xmlns:a16="http://schemas.microsoft.com/office/drawing/2014/main" id="{9205A0B1-576D-0FED-C438-D428D3C6E344}"/>
              </a:ext>
            </a:extLst>
          </p:cNvPr>
          <p:cNvPicPr>
            <a:picLocks noChangeAspect="1"/>
          </p:cNvPicPr>
          <p:nvPr/>
        </p:nvPicPr>
        <p:blipFill>
          <a:blip r:embed="rId3"/>
          <a:stretch>
            <a:fillRect/>
          </a:stretch>
        </p:blipFill>
        <p:spPr>
          <a:xfrm>
            <a:off x="408484" y="1241563"/>
            <a:ext cx="9625263" cy="4374875"/>
          </a:xfrm>
          <a:prstGeom prst="rect">
            <a:avLst/>
          </a:prstGeom>
        </p:spPr>
      </p:pic>
      <p:sp>
        <p:nvSpPr>
          <p:cNvPr id="7" name="TextBox 6">
            <a:extLst>
              <a:ext uri="{FF2B5EF4-FFF2-40B4-BE49-F238E27FC236}">
                <a16:creationId xmlns:a16="http://schemas.microsoft.com/office/drawing/2014/main" id="{542A3B9A-0B99-CEA5-8B21-45878AC0358B}"/>
              </a:ext>
            </a:extLst>
          </p:cNvPr>
          <p:cNvSpPr txBox="1"/>
          <p:nvPr/>
        </p:nvSpPr>
        <p:spPr>
          <a:xfrm>
            <a:off x="10564659" y="6409896"/>
            <a:ext cx="1578281" cy="365711"/>
          </a:xfrm>
          <a:prstGeom prst="rect">
            <a:avLst/>
          </a:prstGeom>
          <a:solidFill>
            <a:schemeClr val="tx2"/>
          </a:solidFill>
          <a:ln>
            <a:noFill/>
          </a:ln>
        </p:spPr>
        <p:txBody>
          <a:bodyPr spcFirstLastPara="1" wrap="square" lIns="68575" tIns="34275" rIns="68575" bIns="34275" anchor="t" anchorCtr="0">
            <a:spAutoFit/>
          </a:bodyPr>
          <a:lstStyle>
            <a:defPPr marR="0" lvl="0" algn="l" rtl="0">
              <a:lnSpc>
                <a:spcPct val="100000"/>
              </a:lnSpc>
              <a:spcBef>
                <a:spcPts val="0"/>
              </a:spcBef>
              <a:spcAft>
                <a:spcPts val="0"/>
              </a:spcAft>
            </a:defPPr>
            <a:lvl1pPr marL="457200" indent="-317500">
              <a:lnSpc>
                <a:spcPct val="90000"/>
              </a:lnSpc>
              <a:spcBef>
                <a:spcPts val="800"/>
              </a:spcBef>
              <a:buClr>
                <a:schemeClr val="dk1"/>
              </a:buClr>
              <a:buSzPts val="1400"/>
              <a:buChar char="•"/>
              <a:defRPr>
                <a:solidFill>
                  <a:schemeClr val="dk1"/>
                </a:solidFill>
              </a:defRPr>
            </a:lvl1pPr>
            <a:lvl2pPr marL="914400" indent="-304800">
              <a:lnSpc>
                <a:spcPct val="90000"/>
              </a:lnSpc>
              <a:spcBef>
                <a:spcPts val="400"/>
              </a:spcBef>
              <a:buClr>
                <a:schemeClr val="dk1"/>
              </a:buClr>
              <a:buSzPts val="1200"/>
              <a:buChar char="•"/>
              <a:defRPr sz="1200">
                <a:solidFill>
                  <a:schemeClr val="dk1"/>
                </a:solidFill>
              </a:defRPr>
            </a:lvl2pPr>
            <a:lvl3pPr marL="1371600" indent="-304800">
              <a:lnSpc>
                <a:spcPct val="90000"/>
              </a:lnSpc>
              <a:spcBef>
                <a:spcPts val="400"/>
              </a:spcBef>
              <a:buClr>
                <a:schemeClr val="dk1"/>
              </a:buClr>
              <a:buSzPts val="1200"/>
              <a:buChar char="•"/>
              <a:defRPr sz="1200">
                <a:solidFill>
                  <a:schemeClr val="dk1"/>
                </a:solidFill>
              </a:defRPr>
            </a:lvl3pPr>
            <a:lvl4pPr marL="1828800" indent="-304800">
              <a:lnSpc>
                <a:spcPct val="90000"/>
              </a:lnSpc>
              <a:spcBef>
                <a:spcPts val="400"/>
              </a:spcBef>
              <a:buClr>
                <a:schemeClr val="dk1"/>
              </a:buClr>
              <a:buSzPts val="1200"/>
              <a:buChar char="•"/>
              <a:defRPr sz="1200">
                <a:solidFill>
                  <a:schemeClr val="dk1"/>
                </a:solidFill>
              </a:defRPr>
            </a:lvl4pPr>
            <a:lvl5pPr marL="2286000" indent="-304800">
              <a:lnSpc>
                <a:spcPct val="90000"/>
              </a:lnSpc>
              <a:spcBef>
                <a:spcPts val="400"/>
              </a:spcBef>
              <a:buClr>
                <a:schemeClr val="dk1"/>
              </a:buClr>
              <a:buSzPts val="1200"/>
              <a:buChar char="•"/>
              <a:defRPr sz="1200">
                <a:solidFill>
                  <a:schemeClr val="dk1"/>
                </a:solidFill>
              </a:defRPr>
            </a:lvl5pPr>
            <a:lvl6pPr marL="2743200" indent="-317500">
              <a:lnSpc>
                <a:spcPct val="90000"/>
              </a:lnSpc>
              <a:spcBef>
                <a:spcPts val="400"/>
              </a:spcBef>
              <a:buClr>
                <a:schemeClr val="dk1"/>
              </a:buClr>
              <a:buSzPts val="1400"/>
              <a:buChar char="•"/>
              <a:defRPr>
                <a:solidFill>
                  <a:schemeClr val="dk1"/>
                </a:solidFill>
              </a:defRPr>
            </a:lvl6pPr>
            <a:lvl7pPr marL="3200400" indent="-317500">
              <a:lnSpc>
                <a:spcPct val="90000"/>
              </a:lnSpc>
              <a:spcBef>
                <a:spcPts val="400"/>
              </a:spcBef>
              <a:buClr>
                <a:schemeClr val="dk1"/>
              </a:buClr>
              <a:buSzPts val="1400"/>
              <a:buChar char="•"/>
              <a:defRPr>
                <a:solidFill>
                  <a:schemeClr val="dk1"/>
                </a:solidFill>
              </a:defRPr>
            </a:lvl7pPr>
            <a:lvl8pPr marL="3657600" indent="-317500">
              <a:lnSpc>
                <a:spcPct val="90000"/>
              </a:lnSpc>
              <a:spcBef>
                <a:spcPts val="400"/>
              </a:spcBef>
              <a:buClr>
                <a:schemeClr val="dk1"/>
              </a:buClr>
              <a:buSzPts val="1400"/>
              <a:buChar char="•"/>
              <a:defRPr>
                <a:solidFill>
                  <a:schemeClr val="dk1"/>
                </a:solidFill>
              </a:defRPr>
            </a:lvl8pPr>
            <a:lvl9pPr marL="4114800" indent="-317500">
              <a:lnSpc>
                <a:spcPct val="90000"/>
              </a:lnSpc>
              <a:spcBef>
                <a:spcPts val="400"/>
              </a:spcBef>
              <a:buClr>
                <a:schemeClr val="dk1"/>
              </a:buClr>
              <a:buSzPts val="1400"/>
              <a:buChar char="•"/>
              <a:defRPr>
                <a:solidFill>
                  <a:schemeClr val="dk1"/>
                </a:solidFill>
              </a:defRPr>
            </a:lvl9pPr>
          </a:lstStyle>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391400" y="0"/>
            <a:ext cx="4800600" cy="6858000"/>
          </a:xfrm>
          <a:prstGeom prst="rect">
            <a:avLst/>
          </a:prstGeom>
        </p:spPr>
      </p:pic>
      <p:sp>
        <p:nvSpPr>
          <p:cNvPr id="3" name="Text 0"/>
          <p:cNvSpPr/>
          <p:nvPr/>
        </p:nvSpPr>
        <p:spPr>
          <a:xfrm>
            <a:off x="661491" y="1944192"/>
            <a:ext cx="2782987" cy="295275"/>
          </a:xfrm>
          <a:prstGeom prst="rect">
            <a:avLst/>
          </a:prstGeom>
          <a:noFill/>
          <a:ln/>
        </p:spPr>
        <p:txBody>
          <a:bodyPr wrap="none" lIns="0" tIns="0" rIns="0" bIns="0" rtlCol="0" anchor="t"/>
          <a:lstStyle/>
          <a:p>
            <a:pPr>
              <a:lnSpc>
                <a:spcPts val="2292"/>
              </a:lnSpc>
            </a:pPr>
            <a:r>
              <a:rPr lang="en-US" sz="1833" dirty="0">
                <a:solidFill>
                  <a:srgbClr val="2E3C4E"/>
                </a:solidFill>
                <a:latin typeface="Host Grotesk Medium" pitchFamily="34" charset="0"/>
                <a:ea typeface="Host Grotesk Medium" pitchFamily="34" charset="-122"/>
                <a:cs typeface="Host Grotesk Medium" pitchFamily="34" charset="-120"/>
              </a:rPr>
              <a:t>Modern Data Architecture</a:t>
            </a:r>
            <a:endParaRPr lang="en-US" sz="1833" dirty="0"/>
          </a:p>
        </p:txBody>
      </p:sp>
      <p:sp>
        <p:nvSpPr>
          <p:cNvPr id="4" name="Text 1"/>
          <p:cNvSpPr/>
          <p:nvPr/>
        </p:nvSpPr>
        <p:spPr>
          <a:xfrm>
            <a:off x="661492" y="2315071"/>
            <a:ext cx="6297018" cy="1181298"/>
          </a:xfrm>
          <a:prstGeom prst="rect">
            <a:avLst/>
          </a:prstGeom>
          <a:noFill/>
          <a:ln/>
        </p:spPr>
        <p:txBody>
          <a:bodyPr wrap="square" lIns="0" tIns="0" rIns="0" bIns="0" rtlCol="0" anchor="t"/>
          <a:lstStyle/>
          <a:p>
            <a:pPr>
              <a:lnSpc>
                <a:spcPts val="4625"/>
              </a:lnSpc>
            </a:pPr>
            <a:r>
              <a:rPr lang="en-US" sz="3708" dirty="0">
                <a:solidFill>
                  <a:srgbClr val="2E3C4E"/>
                </a:solidFill>
                <a:latin typeface="Host Grotesk Medium" pitchFamily="34" charset="0"/>
                <a:ea typeface="Host Grotesk Medium" pitchFamily="34" charset="-122"/>
                <a:cs typeface="Host Grotesk Medium" pitchFamily="34" charset="-120"/>
              </a:rPr>
              <a:t>Tasty Bytes: Unified Data Platform on Snowflake</a:t>
            </a:r>
            <a:endParaRPr lang="en-US" sz="3708" dirty="0"/>
          </a:p>
        </p:txBody>
      </p:sp>
      <p:sp>
        <p:nvSpPr>
          <p:cNvPr id="5" name="Text 2"/>
          <p:cNvSpPr/>
          <p:nvPr/>
        </p:nvSpPr>
        <p:spPr>
          <a:xfrm>
            <a:off x="661492" y="3779837"/>
            <a:ext cx="6297018" cy="1133872"/>
          </a:xfrm>
          <a:prstGeom prst="rect">
            <a:avLst/>
          </a:prstGeom>
          <a:noFill/>
          <a:ln/>
        </p:spPr>
        <p:txBody>
          <a:bodyPr wrap="square" lIns="0" tIns="0" rIns="0" bIns="0" rtlCol="0" anchor="t"/>
          <a:lstStyle/>
          <a:p>
            <a:pPr>
              <a:lnSpc>
                <a:spcPts val="2208"/>
              </a:lnSpc>
            </a:pPr>
            <a:r>
              <a:rPr lang="en-US" sz="1458" dirty="0">
                <a:solidFill>
                  <a:srgbClr val="384653"/>
                </a:solidFill>
                <a:latin typeface="Roboto" pitchFamily="34" charset="0"/>
                <a:ea typeface="Roboto" pitchFamily="34" charset="-122"/>
                <a:cs typeface="Roboto" pitchFamily="34" charset="-120"/>
              </a:rPr>
              <a:t>A comprehensive end-to-end data architecture powering real-time analytics and business intelligence for a growing food truck franchise. This platform seamlessly integrates transactional systems with operational telemetry to deliver actionable insights across the organization.</a:t>
            </a:r>
            <a:endParaRPr lang="en-US" sz="1458"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think-cell data - do not delete" hidden="1">
            <a:extLst>
              <a:ext uri="{FF2B5EF4-FFF2-40B4-BE49-F238E27FC236}">
                <a16:creationId xmlns:a16="http://schemas.microsoft.com/office/drawing/2014/main" id="{80E683C7-7B9E-C858-2C58-E43249B0B024}"/>
              </a:ext>
            </a:extLst>
          </p:cNvPr>
          <p:cNvGraphicFramePr>
            <a:graphicFrameLocks noChangeAspect="1"/>
          </p:cNvGraphicFramePr>
          <p:nvPr>
            <p:custDataLst>
              <p:tags r:id="rId1"/>
            </p:custDataLst>
            <p:extLst>
              <p:ext uri="{D42A27DB-BD31-4B8C-83A1-F6EECF244321}">
                <p14:modId xmlns:p14="http://schemas.microsoft.com/office/powerpoint/2010/main" val="89977314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37" name="Shape 21">
            <a:extLst>
              <a:ext uri="{FF2B5EF4-FFF2-40B4-BE49-F238E27FC236}">
                <a16:creationId xmlns:a16="http://schemas.microsoft.com/office/drawing/2014/main" id="{A892A79F-851D-CC6B-AF55-768E11BDAF88}"/>
              </a:ext>
            </a:extLst>
          </p:cNvPr>
          <p:cNvSpPr/>
          <p:nvPr/>
        </p:nvSpPr>
        <p:spPr>
          <a:xfrm>
            <a:off x="634919" y="1598265"/>
            <a:ext cx="5373093" cy="1629768"/>
          </a:xfrm>
          <a:prstGeom prst="roundRect">
            <a:avLst>
              <a:gd name="adj" fmla="val 3166"/>
            </a:avLst>
          </a:prstGeom>
          <a:solidFill>
            <a:srgbClr val="FAF9F5"/>
          </a:solidFill>
          <a:ln w="15240">
            <a:solidFill>
              <a:schemeClr val="accent1"/>
            </a:solidFill>
            <a:prstDash val="solid"/>
          </a:ln>
        </p:spPr>
        <p:txBody>
          <a:bodyPr/>
          <a:lstStyle/>
          <a:p>
            <a:endParaRPr lang="en-US" sz="1167"/>
          </a:p>
        </p:txBody>
      </p:sp>
      <p:sp>
        <p:nvSpPr>
          <p:cNvPr id="35" name="Shape 21">
            <a:extLst>
              <a:ext uri="{FF2B5EF4-FFF2-40B4-BE49-F238E27FC236}">
                <a16:creationId xmlns:a16="http://schemas.microsoft.com/office/drawing/2014/main" id="{0F81589B-9A02-BB41-6DFB-147C829602C5}"/>
              </a:ext>
            </a:extLst>
          </p:cNvPr>
          <p:cNvSpPr/>
          <p:nvPr/>
        </p:nvSpPr>
        <p:spPr>
          <a:xfrm>
            <a:off x="6163765" y="1598265"/>
            <a:ext cx="5373093" cy="1629768"/>
          </a:xfrm>
          <a:prstGeom prst="roundRect">
            <a:avLst>
              <a:gd name="adj" fmla="val 3166"/>
            </a:avLst>
          </a:prstGeom>
          <a:solidFill>
            <a:srgbClr val="FAF9F5"/>
          </a:solidFill>
          <a:ln w="15240">
            <a:solidFill>
              <a:schemeClr val="accent1"/>
            </a:solidFill>
            <a:prstDash val="solid"/>
          </a:ln>
        </p:spPr>
        <p:txBody>
          <a:bodyPr/>
          <a:lstStyle/>
          <a:p>
            <a:endParaRPr lang="en-US" sz="1167"/>
          </a:p>
        </p:txBody>
      </p:sp>
      <p:sp>
        <p:nvSpPr>
          <p:cNvPr id="2" name="Text 0"/>
          <p:cNvSpPr/>
          <p:nvPr/>
        </p:nvSpPr>
        <p:spPr>
          <a:xfrm>
            <a:off x="661492" y="519806"/>
            <a:ext cx="3519488" cy="383977"/>
          </a:xfrm>
          <a:prstGeom prst="rect">
            <a:avLst/>
          </a:prstGeom>
          <a:noFill/>
          <a:ln/>
        </p:spPr>
        <p:txBody>
          <a:bodyPr wrap="none" lIns="0" tIns="0" rIns="0" bIns="0" rtlCol="0" anchor="t"/>
          <a:lstStyle/>
          <a:p>
            <a:pPr>
              <a:lnSpc>
                <a:spcPts val="3000"/>
              </a:lnSpc>
            </a:pPr>
            <a:r>
              <a:rPr lang="en-US" sz="2417" b="1" dirty="0">
                <a:solidFill>
                  <a:srgbClr val="2E3C4E"/>
                </a:solidFill>
                <a:latin typeface="Host Grotesk Medium" pitchFamily="34" charset="0"/>
                <a:ea typeface="Host Grotesk Medium" pitchFamily="34" charset="-122"/>
                <a:cs typeface="Host Grotesk Medium" pitchFamily="34" charset="-120"/>
              </a:rPr>
              <a:t>Data Sources &amp; Ingestion</a:t>
            </a:r>
            <a:endParaRPr lang="en-US" sz="2417" b="1" dirty="0"/>
          </a:p>
        </p:txBody>
      </p:sp>
      <p:sp>
        <p:nvSpPr>
          <p:cNvPr id="3" name="Text 1"/>
          <p:cNvSpPr/>
          <p:nvPr/>
        </p:nvSpPr>
        <p:spPr>
          <a:xfrm>
            <a:off x="661492" y="1149449"/>
            <a:ext cx="10869018" cy="368498"/>
          </a:xfrm>
          <a:prstGeom prst="rect">
            <a:avLst/>
          </a:prstGeom>
          <a:noFill/>
          <a:ln/>
        </p:spPr>
        <p:txBody>
          <a:bodyPr wrap="square" lIns="0" tIns="0" rIns="0" bIns="0" rtlCol="0" anchor="t"/>
          <a:lstStyle/>
          <a:p>
            <a:pPr>
              <a:lnSpc>
                <a:spcPts val="1417"/>
              </a:lnSpc>
            </a:pPr>
            <a:r>
              <a:rPr lang="en-US" sz="958" dirty="0">
                <a:solidFill>
                  <a:srgbClr val="384653"/>
                </a:solidFill>
                <a:latin typeface="Roboto" pitchFamily="34" charset="0"/>
                <a:ea typeface="Roboto" pitchFamily="34" charset="-122"/>
                <a:cs typeface="Roboto" pitchFamily="34" charset="-120"/>
              </a:rPr>
              <a:t>The Tasty Bytes platform captures data from two primary sources: PostgreSQL for transactional truth and Kafka for operational telemetry. This data is ingested into Snowflake through real-time CDC and streaming connectors.</a:t>
            </a:r>
            <a:endParaRPr lang="en-US" sz="958" dirty="0"/>
          </a:p>
        </p:txBody>
      </p:sp>
      <p:sp>
        <p:nvSpPr>
          <p:cNvPr id="4" name="Text 2"/>
          <p:cNvSpPr/>
          <p:nvPr/>
        </p:nvSpPr>
        <p:spPr>
          <a:xfrm>
            <a:off x="661492" y="1778993"/>
            <a:ext cx="2195413" cy="191988"/>
          </a:xfrm>
          <a:prstGeom prst="rect">
            <a:avLst/>
          </a:prstGeom>
          <a:noFill/>
          <a:ln/>
        </p:spPr>
        <p:txBody>
          <a:bodyPr wrap="none" lIns="0" tIns="0" rIns="0" bIns="0" rtlCol="0" anchor="t"/>
          <a:lstStyle/>
          <a:p>
            <a:pPr>
              <a:lnSpc>
                <a:spcPts val="1500"/>
              </a:lnSpc>
            </a:pPr>
            <a:r>
              <a:rPr lang="en-US" sz="1208" b="1" dirty="0">
                <a:solidFill>
                  <a:srgbClr val="2E3C4E"/>
                </a:solidFill>
                <a:latin typeface="Host Grotesk Medium" pitchFamily="34" charset="0"/>
                <a:ea typeface="Host Grotesk Medium" pitchFamily="34" charset="-122"/>
                <a:cs typeface="Host Grotesk Medium" pitchFamily="34" charset="-120"/>
              </a:rPr>
              <a:t>PostgreSQL: Transactional Data</a:t>
            </a:r>
            <a:endParaRPr lang="en-US" sz="1208" b="1" dirty="0"/>
          </a:p>
        </p:txBody>
      </p:sp>
      <p:sp>
        <p:nvSpPr>
          <p:cNvPr id="5" name="Text 3"/>
          <p:cNvSpPr/>
          <p:nvPr/>
        </p:nvSpPr>
        <p:spPr>
          <a:xfrm>
            <a:off x="661492" y="2093814"/>
            <a:ext cx="5284688" cy="184249"/>
          </a:xfrm>
          <a:prstGeom prst="rect">
            <a:avLst/>
          </a:prstGeom>
          <a:noFill/>
          <a:ln/>
        </p:spPr>
        <p:txBody>
          <a:bodyPr wrap="none" lIns="0" tIns="0" rIns="0" bIns="0" rtlCol="0" anchor="t"/>
          <a:lstStyle/>
          <a:p>
            <a:pPr marL="285739" indent="-285739">
              <a:lnSpc>
                <a:spcPts val="1417"/>
              </a:lnSpc>
              <a:buSzPct val="100000"/>
              <a:buChar char="•"/>
            </a:pPr>
            <a:r>
              <a:rPr lang="en-US" sz="958" dirty="0">
                <a:solidFill>
                  <a:srgbClr val="384653"/>
                </a:solidFill>
                <a:latin typeface="Roboto" pitchFamily="34" charset="0"/>
                <a:ea typeface="Roboto" pitchFamily="34" charset="-122"/>
                <a:cs typeface="Roboto" pitchFamily="34" charset="-120"/>
              </a:rPr>
              <a:t>Core transactional database</a:t>
            </a:r>
            <a:endParaRPr lang="en-US" sz="958" dirty="0"/>
          </a:p>
        </p:txBody>
      </p:sp>
      <p:sp>
        <p:nvSpPr>
          <p:cNvPr id="6" name="Text 4"/>
          <p:cNvSpPr/>
          <p:nvPr/>
        </p:nvSpPr>
        <p:spPr>
          <a:xfrm>
            <a:off x="661492" y="2321025"/>
            <a:ext cx="5284688" cy="184249"/>
          </a:xfrm>
          <a:prstGeom prst="rect">
            <a:avLst/>
          </a:prstGeom>
          <a:noFill/>
          <a:ln/>
        </p:spPr>
        <p:txBody>
          <a:bodyPr wrap="none" lIns="0" tIns="0" rIns="0" bIns="0" rtlCol="0" anchor="t"/>
          <a:lstStyle/>
          <a:p>
            <a:pPr marL="285739" indent="-285739">
              <a:lnSpc>
                <a:spcPts val="1417"/>
              </a:lnSpc>
              <a:buSzPct val="100000"/>
              <a:buChar char="•"/>
            </a:pPr>
            <a:r>
              <a:rPr lang="en-US" sz="958" dirty="0">
                <a:solidFill>
                  <a:srgbClr val="384653"/>
                </a:solidFill>
                <a:latin typeface="Roboto" pitchFamily="34" charset="0"/>
                <a:ea typeface="Roboto" pitchFamily="34" charset="-122"/>
                <a:cs typeface="Roboto" pitchFamily="34" charset="-120"/>
              </a:rPr>
              <a:t>Orders &amp; Customers</a:t>
            </a:r>
            <a:endParaRPr lang="en-US" sz="958" dirty="0"/>
          </a:p>
        </p:txBody>
      </p:sp>
      <p:sp>
        <p:nvSpPr>
          <p:cNvPr id="7" name="Text 5"/>
          <p:cNvSpPr/>
          <p:nvPr/>
        </p:nvSpPr>
        <p:spPr>
          <a:xfrm>
            <a:off x="661492" y="2548236"/>
            <a:ext cx="5284688" cy="184249"/>
          </a:xfrm>
          <a:prstGeom prst="rect">
            <a:avLst/>
          </a:prstGeom>
          <a:noFill/>
          <a:ln/>
        </p:spPr>
        <p:txBody>
          <a:bodyPr wrap="none" lIns="0" tIns="0" rIns="0" bIns="0" rtlCol="0" anchor="t"/>
          <a:lstStyle/>
          <a:p>
            <a:pPr marL="285739" indent="-285739">
              <a:lnSpc>
                <a:spcPts val="1417"/>
              </a:lnSpc>
              <a:buSzPct val="100000"/>
              <a:buChar char="•"/>
            </a:pPr>
            <a:r>
              <a:rPr lang="en-US" sz="958" dirty="0">
                <a:solidFill>
                  <a:srgbClr val="384653"/>
                </a:solidFill>
                <a:latin typeface="Roboto" pitchFamily="34" charset="0"/>
                <a:ea typeface="Roboto" pitchFamily="34" charset="-122"/>
                <a:cs typeface="Roboto" pitchFamily="34" charset="-120"/>
              </a:rPr>
              <a:t>Trucks, Vendors, &amp; Menus</a:t>
            </a:r>
            <a:endParaRPr lang="en-US" sz="958" dirty="0"/>
          </a:p>
        </p:txBody>
      </p:sp>
      <p:sp>
        <p:nvSpPr>
          <p:cNvPr id="8" name="Text 6"/>
          <p:cNvSpPr/>
          <p:nvPr/>
        </p:nvSpPr>
        <p:spPr>
          <a:xfrm>
            <a:off x="661492" y="2775446"/>
            <a:ext cx="5284688" cy="184249"/>
          </a:xfrm>
          <a:prstGeom prst="rect">
            <a:avLst/>
          </a:prstGeom>
          <a:noFill/>
          <a:ln/>
        </p:spPr>
        <p:txBody>
          <a:bodyPr wrap="none" lIns="0" tIns="0" rIns="0" bIns="0" rtlCol="0" anchor="t"/>
          <a:lstStyle/>
          <a:p>
            <a:pPr marL="285739" indent="-285739">
              <a:lnSpc>
                <a:spcPts val="1417"/>
              </a:lnSpc>
              <a:buSzPct val="100000"/>
              <a:buChar char="•"/>
            </a:pPr>
            <a:r>
              <a:rPr lang="en-US" sz="958" dirty="0">
                <a:solidFill>
                  <a:srgbClr val="384653"/>
                </a:solidFill>
                <a:latin typeface="Roboto" pitchFamily="34" charset="0"/>
                <a:ea typeface="Roboto" pitchFamily="34" charset="-122"/>
                <a:cs typeface="Roboto" pitchFamily="34" charset="-120"/>
              </a:rPr>
              <a:t>Customer Reviews</a:t>
            </a:r>
            <a:endParaRPr lang="en-US" sz="958" dirty="0"/>
          </a:p>
        </p:txBody>
      </p:sp>
      <p:sp>
        <p:nvSpPr>
          <p:cNvPr id="9" name="Text 7"/>
          <p:cNvSpPr/>
          <p:nvPr/>
        </p:nvSpPr>
        <p:spPr>
          <a:xfrm>
            <a:off x="6252170" y="1778993"/>
            <a:ext cx="2029023" cy="191988"/>
          </a:xfrm>
          <a:prstGeom prst="rect">
            <a:avLst/>
          </a:prstGeom>
          <a:noFill/>
          <a:ln/>
        </p:spPr>
        <p:txBody>
          <a:bodyPr wrap="none" lIns="0" tIns="0" rIns="0" bIns="0" rtlCol="0" anchor="t"/>
          <a:lstStyle/>
          <a:p>
            <a:pPr>
              <a:lnSpc>
                <a:spcPts val="1500"/>
              </a:lnSpc>
            </a:pPr>
            <a:r>
              <a:rPr lang="en-US" sz="1208" b="1" dirty="0">
                <a:solidFill>
                  <a:srgbClr val="2E3C4E"/>
                </a:solidFill>
                <a:latin typeface="Host Grotesk Medium" pitchFamily="34" charset="0"/>
                <a:ea typeface="Host Grotesk Medium" pitchFamily="34" charset="-122"/>
                <a:cs typeface="Host Grotesk Medium" pitchFamily="34" charset="-120"/>
              </a:rPr>
              <a:t>Kafka: Real-time Operational Telemetry</a:t>
            </a:r>
            <a:endParaRPr lang="en-US" sz="1208" b="1" dirty="0"/>
          </a:p>
        </p:txBody>
      </p:sp>
      <p:sp>
        <p:nvSpPr>
          <p:cNvPr id="10" name="Text 8"/>
          <p:cNvSpPr/>
          <p:nvPr/>
        </p:nvSpPr>
        <p:spPr>
          <a:xfrm>
            <a:off x="6252170" y="2093814"/>
            <a:ext cx="5284688" cy="184249"/>
          </a:xfrm>
          <a:prstGeom prst="rect">
            <a:avLst/>
          </a:prstGeom>
          <a:noFill/>
          <a:ln/>
        </p:spPr>
        <p:txBody>
          <a:bodyPr wrap="none" lIns="0" tIns="0" rIns="0" bIns="0" rtlCol="0" anchor="t"/>
          <a:lstStyle/>
          <a:p>
            <a:pPr marL="285739" indent="-285739">
              <a:lnSpc>
                <a:spcPts val="1417"/>
              </a:lnSpc>
              <a:buSzPct val="100000"/>
              <a:buChar char="•"/>
            </a:pPr>
            <a:r>
              <a:rPr lang="en-US" sz="958" dirty="0">
                <a:solidFill>
                  <a:srgbClr val="384653"/>
                </a:solidFill>
                <a:latin typeface="Roboto" pitchFamily="34" charset="0"/>
                <a:ea typeface="Roboto" pitchFamily="34" charset="-122"/>
                <a:cs typeface="Roboto" pitchFamily="34" charset="-120"/>
              </a:rPr>
              <a:t>Real-time event streams</a:t>
            </a:r>
            <a:endParaRPr lang="en-US" sz="958" dirty="0"/>
          </a:p>
        </p:txBody>
      </p:sp>
      <p:sp>
        <p:nvSpPr>
          <p:cNvPr id="11" name="Text 9"/>
          <p:cNvSpPr/>
          <p:nvPr/>
        </p:nvSpPr>
        <p:spPr>
          <a:xfrm>
            <a:off x="6252170" y="2321025"/>
            <a:ext cx="5284688" cy="184249"/>
          </a:xfrm>
          <a:prstGeom prst="rect">
            <a:avLst/>
          </a:prstGeom>
          <a:noFill/>
          <a:ln/>
        </p:spPr>
        <p:txBody>
          <a:bodyPr wrap="none" lIns="0" tIns="0" rIns="0" bIns="0" rtlCol="0" anchor="t"/>
          <a:lstStyle/>
          <a:p>
            <a:pPr marL="285739" indent="-285739">
              <a:lnSpc>
                <a:spcPts val="1417"/>
              </a:lnSpc>
              <a:buSzPct val="100000"/>
              <a:buChar char="•"/>
            </a:pPr>
            <a:r>
              <a:rPr lang="en-US" sz="958" dirty="0">
                <a:solidFill>
                  <a:srgbClr val="384653"/>
                </a:solidFill>
                <a:latin typeface="Roboto" pitchFamily="34" charset="0"/>
                <a:ea typeface="Roboto" pitchFamily="34" charset="-122"/>
                <a:cs typeface="Roboto" pitchFamily="34" charset="-120"/>
              </a:rPr>
              <a:t>Vehicle Performance</a:t>
            </a:r>
            <a:endParaRPr lang="en-US" sz="958" dirty="0"/>
          </a:p>
        </p:txBody>
      </p:sp>
      <p:sp>
        <p:nvSpPr>
          <p:cNvPr id="12" name="Text 10"/>
          <p:cNvSpPr/>
          <p:nvPr/>
        </p:nvSpPr>
        <p:spPr>
          <a:xfrm>
            <a:off x="6252170" y="2548236"/>
            <a:ext cx="5284688" cy="184249"/>
          </a:xfrm>
          <a:prstGeom prst="rect">
            <a:avLst/>
          </a:prstGeom>
          <a:noFill/>
          <a:ln/>
        </p:spPr>
        <p:txBody>
          <a:bodyPr wrap="none" lIns="0" tIns="0" rIns="0" bIns="0" rtlCol="0" anchor="t"/>
          <a:lstStyle/>
          <a:p>
            <a:pPr marL="285739" indent="-285739">
              <a:lnSpc>
                <a:spcPts val="1417"/>
              </a:lnSpc>
              <a:buSzPct val="100000"/>
              <a:buChar char="•"/>
            </a:pPr>
            <a:r>
              <a:rPr lang="en-US" sz="958" dirty="0">
                <a:solidFill>
                  <a:srgbClr val="384653"/>
                </a:solidFill>
                <a:latin typeface="Roboto" pitchFamily="34" charset="0"/>
                <a:ea typeface="Roboto" pitchFamily="34" charset="-122"/>
                <a:cs typeface="Roboto" pitchFamily="34" charset="-120"/>
              </a:rPr>
              <a:t>Resource Utilization</a:t>
            </a:r>
            <a:endParaRPr lang="en-US" sz="958" dirty="0"/>
          </a:p>
        </p:txBody>
      </p:sp>
      <p:sp>
        <p:nvSpPr>
          <p:cNvPr id="13" name="Text 11"/>
          <p:cNvSpPr/>
          <p:nvPr/>
        </p:nvSpPr>
        <p:spPr>
          <a:xfrm>
            <a:off x="6252170" y="2775446"/>
            <a:ext cx="5284688" cy="184249"/>
          </a:xfrm>
          <a:prstGeom prst="rect">
            <a:avLst/>
          </a:prstGeom>
          <a:noFill/>
          <a:ln/>
        </p:spPr>
        <p:txBody>
          <a:bodyPr wrap="none" lIns="0" tIns="0" rIns="0" bIns="0" rtlCol="0" anchor="t"/>
          <a:lstStyle/>
          <a:p>
            <a:pPr marL="285739" indent="-285739">
              <a:lnSpc>
                <a:spcPts val="1417"/>
              </a:lnSpc>
              <a:buSzPct val="100000"/>
              <a:buChar char="•"/>
            </a:pPr>
            <a:r>
              <a:rPr lang="en-US" sz="958" dirty="0">
                <a:solidFill>
                  <a:srgbClr val="384653"/>
                </a:solidFill>
                <a:latin typeface="Roboto" pitchFamily="34" charset="0"/>
                <a:ea typeface="Roboto" pitchFamily="34" charset="-122"/>
                <a:cs typeface="Roboto" pitchFamily="34" charset="-120"/>
              </a:rPr>
              <a:t>Cold Chain Monitoring</a:t>
            </a:r>
            <a:endParaRPr lang="en-US" sz="958" dirty="0"/>
          </a:p>
        </p:txBody>
      </p:sp>
      <p:sp>
        <p:nvSpPr>
          <p:cNvPr id="14" name="Text 12"/>
          <p:cNvSpPr/>
          <p:nvPr/>
        </p:nvSpPr>
        <p:spPr>
          <a:xfrm>
            <a:off x="6252170" y="3002657"/>
            <a:ext cx="5284688" cy="184249"/>
          </a:xfrm>
          <a:prstGeom prst="rect">
            <a:avLst/>
          </a:prstGeom>
          <a:noFill/>
          <a:ln/>
        </p:spPr>
        <p:txBody>
          <a:bodyPr wrap="none" lIns="0" tIns="0" rIns="0" bIns="0" rtlCol="0" anchor="t"/>
          <a:lstStyle/>
          <a:p>
            <a:pPr marL="285739" indent="-285739">
              <a:lnSpc>
                <a:spcPts val="1417"/>
              </a:lnSpc>
              <a:buSzPct val="100000"/>
              <a:buChar char="•"/>
            </a:pPr>
            <a:r>
              <a:rPr lang="en-US" sz="958" dirty="0">
                <a:solidFill>
                  <a:srgbClr val="384653"/>
                </a:solidFill>
                <a:latin typeface="Roboto" pitchFamily="34" charset="0"/>
                <a:ea typeface="Roboto" pitchFamily="34" charset="-122"/>
                <a:cs typeface="Roboto" pitchFamily="34" charset="-120"/>
              </a:rPr>
              <a:t>Maintenance Signals</a:t>
            </a:r>
            <a:endParaRPr lang="en-US" sz="958" dirty="0"/>
          </a:p>
        </p:txBody>
      </p:sp>
      <p:sp>
        <p:nvSpPr>
          <p:cNvPr id="15" name="Text 13"/>
          <p:cNvSpPr/>
          <p:nvPr/>
        </p:nvSpPr>
        <p:spPr>
          <a:xfrm>
            <a:off x="661492" y="3414117"/>
            <a:ext cx="3316982" cy="307182"/>
          </a:xfrm>
          <a:prstGeom prst="rect">
            <a:avLst/>
          </a:prstGeom>
          <a:noFill/>
          <a:ln/>
        </p:spPr>
        <p:txBody>
          <a:bodyPr wrap="none" lIns="0" tIns="0" rIns="0" bIns="0" rtlCol="0" anchor="t"/>
          <a:lstStyle/>
          <a:p>
            <a:pPr>
              <a:lnSpc>
                <a:spcPts val="2417"/>
              </a:lnSpc>
            </a:pPr>
            <a:r>
              <a:rPr lang="en-US" sz="1917" dirty="0">
                <a:solidFill>
                  <a:srgbClr val="2E3C4E"/>
                </a:solidFill>
                <a:latin typeface="Host Grotesk Medium" pitchFamily="34" charset="0"/>
                <a:ea typeface="Host Grotesk Medium" pitchFamily="34" charset="-122"/>
                <a:cs typeface="Host Grotesk Medium" pitchFamily="34" charset="-120"/>
              </a:rPr>
              <a:t>Data Ingestion into Snowflake</a:t>
            </a:r>
            <a:endParaRPr lang="en-US" sz="1917" dirty="0"/>
          </a:p>
        </p:txBody>
      </p:sp>
      <p:sp>
        <p:nvSpPr>
          <p:cNvPr id="16" name="Shape 14"/>
          <p:cNvSpPr/>
          <p:nvPr/>
        </p:nvSpPr>
        <p:spPr>
          <a:xfrm>
            <a:off x="661492" y="3905548"/>
            <a:ext cx="5373093" cy="1629768"/>
          </a:xfrm>
          <a:prstGeom prst="roundRect">
            <a:avLst>
              <a:gd name="adj" fmla="val 3166"/>
            </a:avLst>
          </a:prstGeom>
          <a:solidFill>
            <a:srgbClr val="FAF9F5"/>
          </a:solidFill>
          <a:ln w="15240">
            <a:solidFill>
              <a:schemeClr val="accent1"/>
            </a:solidFill>
            <a:prstDash val="solid"/>
          </a:ln>
        </p:spPr>
        <p:txBody>
          <a:bodyPr/>
          <a:lstStyle/>
          <a:p>
            <a:endParaRPr lang="en-US" sz="1167"/>
          </a:p>
        </p:txBody>
      </p:sp>
      <p:sp>
        <p:nvSpPr>
          <p:cNvPr id="17" name="Text 15"/>
          <p:cNvSpPr/>
          <p:nvPr/>
        </p:nvSpPr>
        <p:spPr>
          <a:xfrm>
            <a:off x="797025" y="4041081"/>
            <a:ext cx="2143819" cy="191988"/>
          </a:xfrm>
          <a:prstGeom prst="rect">
            <a:avLst/>
          </a:prstGeom>
          <a:noFill/>
          <a:ln/>
        </p:spPr>
        <p:txBody>
          <a:bodyPr wrap="none" lIns="0" tIns="0" rIns="0" bIns="0" rtlCol="0" anchor="t"/>
          <a:lstStyle/>
          <a:p>
            <a:pPr>
              <a:lnSpc>
                <a:spcPts val="1500"/>
              </a:lnSpc>
            </a:pPr>
            <a:r>
              <a:rPr lang="en-US" sz="1208" b="1" dirty="0">
                <a:solidFill>
                  <a:srgbClr val="384653"/>
                </a:solidFill>
                <a:latin typeface="Host Grotesk Medium" pitchFamily="34" charset="0"/>
                <a:ea typeface="Host Grotesk Medium" pitchFamily="34" charset="-122"/>
                <a:cs typeface="Host Grotesk Medium" pitchFamily="34" charset="-120"/>
              </a:rPr>
              <a:t>PostgreSQL to Snowflake CDC</a:t>
            </a:r>
            <a:endParaRPr lang="en-US" sz="1208" b="1" dirty="0"/>
          </a:p>
        </p:txBody>
      </p:sp>
      <p:sp>
        <p:nvSpPr>
          <p:cNvPr id="18" name="Text 16"/>
          <p:cNvSpPr/>
          <p:nvPr/>
        </p:nvSpPr>
        <p:spPr>
          <a:xfrm>
            <a:off x="797024" y="4306690"/>
            <a:ext cx="5102027" cy="184249"/>
          </a:xfrm>
          <a:prstGeom prst="rect">
            <a:avLst/>
          </a:prstGeom>
          <a:noFill/>
          <a:ln/>
        </p:spPr>
        <p:txBody>
          <a:bodyPr wrap="none" lIns="0" tIns="0" rIns="0" bIns="0" rtlCol="0" anchor="t"/>
          <a:lstStyle/>
          <a:p>
            <a:pPr marL="285739" indent="-285739">
              <a:lnSpc>
                <a:spcPts val="1417"/>
              </a:lnSpc>
              <a:buSzPct val="100000"/>
              <a:buChar char="•"/>
            </a:pPr>
            <a:r>
              <a:rPr lang="en-US" sz="958" dirty="0">
                <a:solidFill>
                  <a:srgbClr val="384653"/>
                </a:solidFill>
                <a:latin typeface="Roboto" pitchFamily="34" charset="0"/>
                <a:ea typeface="Roboto" pitchFamily="34" charset="-122"/>
                <a:cs typeface="Roboto" pitchFamily="34" charset="-120"/>
              </a:rPr>
              <a:t>Snowflake's native PostgreSQL Connector</a:t>
            </a:r>
            <a:endParaRPr lang="en-US" sz="958" dirty="0"/>
          </a:p>
        </p:txBody>
      </p:sp>
      <p:sp>
        <p:nvSpPr>
          <p:cNvPr id="19" name="Text 17"/>
          <p:cNvSpPr/>
          <p:nvPr/>
        </p:nvSpPr>
        <p:spPr>
          <a:xfrm>
            <a:off x="797024" y="4533901"/>
            <a:ext cx="5102027" cy="184249"/>
          </a:xfrm>
          <a:prstGeom prst="rect">
            <a:avLst/>
          </a:prstGeom>
          <a:noFill/>
          <a:ln/>
        </p:spPr>
        <p:txBody>
          <a:bodyPr wrap="none" lIns="0" tIns="0" rIns="0" bIns="0" rtlCol="0" anchor="t"/>
          <a:lstStyle/>
          <a:p>
            <a:pPr marL="285739" indent="-285739">
              <a:lnSpc>
                <a:spcPts val="1417"/>
              </a:lnSpc>
              <a:buSzPct val="100000"/>
              <a:buChar char="•"/>
            </a:pPr>
            <a:r>
              <a:rPr lang="en-US" sz="958" dirty="0">
                <a:solidFill>
                  <a:srgbClr val="384653"/>
                </a:solidFill>
                <a:latin typeface="Roboto" pitchFamily="34" charset="0"/>
                <a:ea typeface="Roboto" pitchFamily="34" charset="-122"/>
                <a:cs typeface="Roboto" pitchFamily="34" charset="-120"/>
              </a:rPr>
              <a:t>Automated Change Data Capture (CDC)</a:t>
            </a:r>
            <a:endParaRPr lang="en-US" sz="958" dirty="0"/>
          </a:p>
        </p:txBody>
      </p:sp>
      <p:sp>
        <p:nvSpPr>
          <p:cNvPr id="20" name="Text 18"/>
          <p:cNvSpPr/>
          <p:nvPr/>
        </p:nvSpPr>
        <p:spPr>
          <a:xfrm>
            <a:off x="797024" y="4761111"/>
            <a:ext cx="5102027" cy="184249"/>
          </a:xfrm>
          <a:prstGeom prst="rect">
            <a:avLst/>
          </a:prstGeom>
          <a:noFill/>
          <a:ln/>
        </p:spPr>
        <p:txBody>
          <a:bodyPr wrap="none" lIns="0" tIns="0" rIns="0" bIns="0" rtlCol="0" anchor="t"/>
          <a:lstStyle/>
          <a:p>
            <a:pPr marL="285739" indent="-285739">
              <a:lnSpc>
                <a:spcPts val="1417"/>
              </a:lnSpc>
              <a:buSzPct val="100000"/>
              <a:buChar char="•"/>
            </a:pPr>
            <a:r>
              <a:rPr lang="en-US" sz="958" dirty="0">
                <a:solidFill>
                  <a:srgbClr val="384653"/>
                </a:solidFill>
                <a:latin typeface="Roboto" pitchFamily="34" charset="0"/>
                <a:ea typeface="Roboto" pitchFamily="34" charset="-122"/>
                <a:cs typeface="Roboto" pitchFamily="34" charset="-120"/>
              </a:rPr>
              <a:t>Continuous streaming to TASTY_BYTES_V2.foodtruck</a:t>
            </a:r>
            <a:endParaRPr lang="en-US" sz="958" dirty="0"/>
          </a:p>
        </p:txBody>
      </p:sp>
      <p:sp>
        <p:nvSpPr>
          <p:cNvPr id="21" name="Text 19"/>
          <p:cNvSpPr/>
          <p:nvPr/>
        </p:nvSpPr>
        <p:spPr>
          <a:xfrm>
            <a:off x="797024" y="4988322"/>
            <a:ext cx="5102027" cy="184249"/>
          </a:xfrm>
          <a:prstGeom prst="rect">
            <a:avLst/>
          </a:prstGeom>
          <a:noFill/>
          <a:ln/>
        </p:spPr>
        <p:txBody>
          <a:bodyPr wrap="none" lIns="0" tIns="0" rIns="0" bIns="0" rtlCol="0" anchor="t"/>
          <a:lstStyle/>
          <a:p>
            <a:pPr marL="285739" indent="-285739">
              <a:lnSpc>
                <a:spcPts val="1417"/>
              </a:lnSpc>
              <a:buSzPct val="100000"/>
              <a:buChar char="•"/>
            </a:pPr>
            <a:r>
              <a:rPr lang="en-US" sz="958" dirty="0">
                <a:solidFill>
                  <a:srgbClr val="384653"/>
                </a:solidFill>
                <a:latin typeface="Roboto" pitchFamily="34" charset="0"/>
                <a:ea typeface="Roboto" pitchFamily="34" charset="-122"/>
                <a:cs typeface="Roboto" pitchFamily="34" charset="-120"/>
              </a:rPr>
              <a:t>Replicates 13 core tables with sub-minute latency</a:t>
            </a:r>
            <a:endParaRPr lang="en-US" sz="958" dirty="0"/>
          </a:p>
        </p:txBody>
      </p:sp>
      <p:sp>
        <p:nvSpPr>
          <p:cNvPr id="22" name="Text 20"/>
          <p:cNvSpPr/>
          <p:nvPr/>
        </p:nvSpPr>
        <p:spPr>
          <a:xfrm>
            <a:off x="797024" y="5215533"/>
            <a:ext cx="5102027" cy="184249"/>
          </a:xfrm>
          <a:prstGeom prst="rect">
            <a:avLst/>
          </a:prstGeom>
          <a:noFill/>
          <a:ln/>
        </p:spPr>
        <p:txBody>
          <a:bodyPr wrap="none" lIns="0" tIns="0" rIns="0" bIns="0" rtlCol="0" anchor="t"/>
          <a:lstStyle/>
          <a:p>
            <a:pPr marL="285739" indent="-285739">
              <a:lnSpc>
                <a:spcPts val="1417"/>
              </a:lnSpc>
              <a:buSzPct val="100000"/>
              <a:buChar char="•"/>
            </a:pPr>
            <a:r>
              <a:rPr lang="en-US" sz="958" dirty="0">
                <a:solidFill>
                  <a:srgbClr val="384653"/>
                </a:solidFill>
                <a:latin typeface="Roboto" pitchFamily="34" charset="0"/>
                <a:ea typeface="Roboto" pitchFamily="34" charset="-122"/>
                <a:cs typeface="Roboto" pitchFamily="34" charset="-120"/>
              </a:rPr>
              <a:t>Ensures near-real-time transactional data for analytics</a:t>
            </a:r>
            <a:endParaRPr lang="en-US" sz="958" dirty="0"/>
          </a:p>
        </p:txBody>
      </p:sp>
      <p:sp>
        <p:nvSpPr>
          <p:cNvPr id="23" name="Shape 21"/>
          <p:cNvSpPr/>
          <p:nvPr/>
        </p:nvSpPr>
        <p:spPr>
          <a:xfrm>
            <a:off x="6157417" y="3905548"/>
            <a:ext cx="5373093" cy="1629768"/>
          </a:xfrm>
          <a:prstGeom prst="roundRect">
            <a:avLst>
              <a:gd name="adj" fmla="val 3166"/>
            </a:avLst>
          </a:prstGeom>
          <a:solidFill>
            <a:srgbClr val="FAF9F5"/>
          </a:solidFill>
          <a:ln w="15240">
            <a:solidFill>
              <a:schemeClr val="accent1"/>
            </a:solidFill>
            <a:prstDash val="solid"/>
          </a:ln>
        </p:spPr>
        <p:txBody>
          <a:bodyPr/>
          <a:lstStyle/>
          <a:p>
            <a:endParaRPr lang="en-US" sz="1167" dirty="0"/>
          </a:p>
        </p:txBody>
      </p:sp>
      <p:sp>
        <p:nvSpPr>
          <p:cNvPr id="24" name="Text 22"/>
          <p:cNvSpPr/>
          <p:nvPr/>
        </p:nvSpPr>
        <p:spPr>
          <a:xfrm>
            <a:off x="6292950" y="4041081"/>
            <a:ext cx="2108101" cy="191988"/>
          </a:xfrm>
          <a:prstGeom prst="rect">
            <a:avLst/>
          </a:prstGeom>
          <a:noFill/>
          <a:ln/>
        </p:spPr>
        <p:txBody>
          <a:bodyPr wrap="none" lIns="0" tIns="0" rIns="0" bIns="0" rtlCol="0" anchor="t"/>
          <a:lstStyle/>
          <a:p>
            <a:pPr>
              <a:lnSpc>
                <a:spcPts val="1500"/>
              </a:lnSpc>
            </a:pPr>
            <a:r>
              <a:rPr lang="en-US" sz="1208" b="1" dirty="0">
                <a:solidFill>
                  <a:srgbClr val="384653"/>
                </a:solidFill>
                <a:latin typeface="Host Grotesk Medium" pitchFamily="34" charset="0"/>
                <a:ea typeface="Host Grotesk Medium" pitchFamily="34" charset="-122"/>
                <a:cs typeface="Host Grotesk Medium" pitchFamily="34" charset="-120"/>
              </a:rPr>
              <a:t>Kafka to Snowflake Streaming</a:t>
            </a:r>
            <a:endParaRPr lang="en-US" sz="1208" b="1" dirty="0"/>
          </a:p>
        </p:txBody>
      </p:sp>
      <p:sp>
        <p:nvSpPr>
          <p:cNvPr id="25" name="Text 23"/>
          <p:cNvSpPr/>
          <p:nvPr/>
        </p:nvSpPr>
        <p:spPr>
          <a:xfrm>
            <a:off x="6292949" y="4306690"/>
            <a:ext cx="5102027" cy="184249"/>
          </a:xfrm>
          <a:prstGeom prst="rect">
            <a:avLst/>
          </a:prstGeom>
          <a:noFill/>
          <a:ln/>
        </p:spPr>
        <p:txBody>
          <a:bodyPr wrap="none" lIns="0" tIns="0" rIns="0" bIns="0" rtlCol="0" anchor="t"/>
          <a:lstStyle/>
          <a:p>
            <a:pPr marL="285739" indent="-285739">
              <a:lnSpc>
                <a:spcPts val="1417"/>
              </a:lnSpc>
              <a:buSzPct val="100000"/>
              <a:buChar char="•"/>
            </a:pPr>
            <a:r>
              <a:rPr lang="en-US" sz="958" dirty="0">
                <a:solidFill>
                  <a:srgbClr val="384653"/>
                </a:solidFill>
                <a:latin typeface="Roboto" pitchFamily="34" charset="0"/>
                <a:ea typeface="Roboto" pitchFamily="34" charset="-122"/>
                <a:cs typeface="Roboto" pitchFamily="34" charset="-120"/>
              </a:rPr>
              <a:t>Kafka Connect with Snowflake sink connector</a:t>
            </a:r>
            <a:endParaRPr lang="en-US" sz="958" dirty="0"/>
          </a:p>
        </p:txBody>
      </p:sp>
      <p:sp>
        <p:nvSpPr>
          <p:cNvPr id="26" name="Text 24"/>
          <p:cNvSpPr/>
          <p:nvPr/>
        </p:nvSpPr>
        <p:spPr>
          <a:xfrm>
            <a:off x="6292949" y="4533901"/>
            <a:ext cx="5102027" cy="184249"/>
          </a:xfrm>
          <a:prstGeom prst="rect">
            <a:avLst/>
          </a:prstGeom>
          <a:noFill/>
          <a:ln/>
        </p:spPr>
        <p:txBody>
          <a:bodyPr wrap="none" lIns="0" tIns="0" rIns="0" bIns="0" rtlCol="0" anchor="t"/>
          <a:lstStyle/>
          <a:p>
            <a:pPr marL="285739" indent="-285739">
              <a:lnSpc>
                <a:spcPts val="1417"/>
              </a:lnSpc>
              <a:buSzPct val="100000"/>
              <a:buChar char="•"/>
            </a:pPr>
            <a:r>
              <a:rPr lang="en-US" sz="958" dirty="0">
                <a:solidFill>
                  <a:srgbClr val="384653"/>
                </a:solidFill>
                <a:latin typeface="Roboto" pitchFamily="34" charset="0"/>
                <a:ea typeface="Roboto" pitchFamily="34" charset="-122"/>
                <a:cs typeface="Roboto" pitchFamily="34" charset="-120"/>
              </a:rPr>
              <a:t>Progressive refinement: Raw (Bronze) → Typed (Silver) → Iceberg (Silver) </a:t>
            </a:r>
            <a:endParaRPr lang="en-US" sz="958" dirty="0"/>
          </a:p>
        </p:txBody>
      </p:sp>
      <p:sp>
        <p:nvSpPr>
          <p:cNvPr id="27" name="Text 25"/>
          <p:cNvSpPr/>
          <p:nvPr/>
        </p:nvSpPr>
        <p:spPr>
          <a:xfrm>
            <a:off x="6292949" y="4761111"/>
            <a:ext cx="5102027" cy="184249"/>
          </a:xfrm>
          <a:prstGeom prst="rect">
            <a:avLst/>
          </a:prstGeom>
          <a:noFill/>
          <a:ln/>
        </p:spPr>
        <p:txBody>
          <a:bodyPr wrap="none" lIns="0" tIns="0" rIns="0" bIns="0" rtlCol="0" anchor="t"/>
          <a:lstStyle/>
          <a:p>
            <a:pPr marL="285739" indent="-285739">
              <a:lnSpc>
                <a:spcPts val="1417"/>
              </a:lnSpc>
              <a:buSzPct val="100000"/>
              <a:buFont typeface="Arial"/>
              <a:buChar char="•"/>
            </a:pPr>
            <a:r>
              <a:rPr lang="en-US" sz="958" dirty="0">
                <a:solidFill>
                  <a:srgbClr val="384653"/>
                </a:solidFill>
                <a:latin typeface="Roboto" pitchFamily="34" charset="0"/>
                <a:ea typeface="Roboto" pitchFamily="34" charset="-122"/>
                <a:cs typeface="Roboto" pitchFamily="34" charset="-120"/>
              </a:rPr>
              <a:t>Raw events are persisted as immutable VARIANT records, preserving schema flexibility</a:t>
            </a:r>
          </a:p>
          <a:p>
            <a:pPr>
              <a:lnSpc>
                <a:spcPts val="1417"/>
              </a:lnSpc>
              <a:buSzPct val="100000"/>
            </a:pPr>
            <a:r>
              <a:rPr lang="en-US" sz="958" dirty="0">
                <a:solidFill>
                  <a:srgbClr val="384653"/>
                </a:solidFill>
                <a:latin typeface="Roboto" pitchFamily="34" charset="0"/>
                <a:ea typeface="Roboto" pitchFamily="34" charset="-122"/>
                <a:cs typeface="Roboto" pitchFamily="34" charset="-120"/>
              </a:rPr>
              <a:t>         and auditability, then converted to typed before finally being written to an iceberg format</a:t>
            </a:r>
            <a:endParaRPr lang="en-US" sz="958" dirty="0"/>
          </a:p>
        </p:txBody>
      </p:sp>
      <p:sp>
        <p:nvSpPr>
          <p:cNvPr id="28" name="Text 26"/>
          <p:cNvSpPr/>
          <p:nvPr/>
        </p:nvSpPr>
        <p:spPr>
          <a:xfrm>
            <a:off x="6292948" y="5141848"/>
            <a:ext cx="5102027" cy="184249"/>
          </a:xfrm>
          <a:prstGeom prst="rect">
            <a:avLst/>
          </a:prstGeom>
          <a:noFill/>
          <a:ln/>
        </p:spPr>
        <p:txBody>
          <a:bodyPr wrap="none" lIns="0" tIns="0" rIns="0" bIns="0" rtlCol="0" anchor="t"/>
          <a:lstStyle/>
          <a:p>
            <a:pPr marL="285739" indent="-285739">
              <a:lnSpc>
                <a:spcPts val="1417"/>
              </a:lnSpc>
              <a:buSzPct val="100000"/>
              <a:buChar char="•"/>
            </a:pPr>
            <a:r>
              <a:rPr lang="en-US" sz="958" dirty="0">
                <a:solidFill>
                  <a:srgbClr val="384653"/>
                </a:solidFill>
                <a:latin typeface="Roboto" pitchFamily="34" charset="0"/>
                <a:ea typeface="Roboto" pitchFamily="34" charset="-122"/>
                <a:cs typeface="Roboto" pitchFamily="34" charset="-120"/>
              </a:rPr>
              <a:t>Enables real-time event streaming for operational insights</a:t>
            </a:r>
            <a:endParaRPr lang="en-US" sz="958" dirty="0"/>
          </a:p>
        </p:txBody>
      </p:sp>
      <p:cxnSp>
        <p:nvCxnSpPr>
          <p:cNvPr id="29" name="Straight Connector 28">
            <a:extLst>
              <a:ext uri="{FF2B5EF4-FFF2-40B4-BE49-F238E27FC236}">
                <a16:creationId xmlns:a16="http://schemas.microsoft.com/office/drawing/2014/main" id="{E642C6CB-1863-EEDD-C6EF-6C54C03188C1}"/>
              </a:ext>
            </a:extLst>
          </p:cNvPr>
          <p:cNvCxnSpPr>
            <a:cxnSpLocks/>
          </p:cNvCxnSpPr>
          <p:nvPr/>
        </p:nvCxnSpPr>
        <p:spPr>
          <a:xfrm>
            <a:off x="6096000" y="1415397"/>
            <a:ext cx="0" cy="4284647"/>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8A9DD145-EFE0-CF22-1BBE-000E57F2C9FC}"/>
              </a:ext>
            </a:extLst>
          </p:cNvPr>
          <p:cNvCxnSpPr>
            <a:cxnSpLocks/>
          </p:cNvCxnSpPr>
          <p:nvPr/>
        </p:nvCxnSpPr>
        <p:spPr>
          <a:xfrm>
            <a:off x="546931" y="3325475"/>
            <a:ext cx="10983579" cy="0"/>
          </a:xfrm>
          <a:prstGeom prst="line">
            <a:avLst/>
          </a:prstGeom>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7194860F-687B-FEAD-CD10-CFF76A8F988D}"/>
              </a:ext>
            </a:extLst>
          </p:cNvPr>
          <p:cNvSpPr txBox="1"/>
          <p:nvPr/>
        </p:nvSpPr>
        <p:spPr>
          <a:xfrm>
            <a:off x="10564659" y="6409896"/>
            <a:ext cx="1578281" cy="365711"/>
          </a:xfrm>
          <a:prstGeom prst="rect">
            <a:avLst/>
          </a:prstGeom>
          <a:solidFill>
            <a:schemeClr val="tx2"/>
          </a:solidFill>
          <a:ln>
            <a:noFill/>
          </a:ln>
        </p:spPr>
        <p:txBody>
          <a:bodyPr spcFirstLastPara="1" wrap="square" lIns="68575" tIns="34275" rIns="68575" bIns="34275" anchor="t" anchorCtr="0">
            <a:spAutoFit/>
          </a:bodyPr>
          <a:lstStyle>
            <a:defPPr marR="0" lvl="0" algn="l" rtl="0">
              <a:lnSpc>
                <a:spcPct val="100000"/>
              </a:lnSpc>
              <a:spcBef>
                <a:spcPts val="0"/>
              </a:spcBef>
              <a:spcAft>
                <a:spcPts val="0"/>
              </a:spcAft>
            </a:defPPr>
            <a:lvl1pPr marL="457200" indent="-317500">
              <a:lnSpc>
                <a:spcPct val="90000"/>
              </a:lnSpc>
              <a:spcBef>
                <a:spcPts val="800"/>
              </a:spcBef>
              <a:buClr>
                <a:schemeClr val="dk1"/>
              </a:buClr>
              <a:buSzPts val="1400"/>
              <a:buChar char="•"/>
              <a:defRPr>
                <a:solidFill>
                  <a:schemeClr val="dk1"/>
                </a:solidFill>
              </a:defRPr>
            </a:lvl1pPr>
            <a:lvl2pPr marL="914400" indent="-304800">
              <a:lnSpc>
                <a:spcPct val="90000"/>
              </a:lnSpc>
              <a:spcBef>
                <a:spcPts val="400"/>
              </a:spcBef>
              <a:buClr>
                <a:schemeClr val="dk1"/>
              </a:buClr>
              <a:buSzPts val="1200"/>
              <a:buChar char="•"/>
              <a:defRPr sz="1200">
                <a:solidFill>
                  <a:schemeClr val="dk1"/>
                </a:solidFill>
              </a:defRPr>
            </a:lvl2pPr>
            <a:lvl3pPr marL="1371600" indent="-304800">
              <a:lnSpc>
                <a:spcPct val="90000"/>
              </a:lnSpc>
              <a:spcBef>
                <a:spcPts val="400"/>
              </a:spcBef>
              <a:buClr>
                <a:schemeClr val="dk1"/>
              </a:buClr>
              <a:buSzPts val="1200"/>
              <a:buChar char="•"/>
              <a:defRPr sz="1200">
                <a:solidFill>
                  <a:schemeClr val="dk1"/>
                </a:solidFill>
              </a:defRPr>
            </a:lvl3pPr>
            <a:lvl4pPr marL="1828800" indent="-304800">
              <a:lnSpc>
                <a:spcPct val="90000"/>
              </a:lnSpc>
              <a:spcBef>
                <a:spcPts val="400"/>
              </a:spcBef>
              <a:buClr>
                <a:schemeClr val="dk1"/>
              </a:buClr>
              <a:buSzPts val="1200"/>
              <a:buChar char="•"/>
              <a:defRPr sz="1200">
                <a:solidFill>
                  <a:schemeClr val="dk1"/>
                </a:solidFill>
              </a:defRPr>
            </a:lvl4pPr>
            <a:lvl5pPr marL="2286000" indent="-304800">
              <a:lnSpc>
                <a:spcPct val="90000"/>
              </a:lnSpc>
              <a:spcBef>
                <a:spcPts val="400"/>
              </a:spcBef>
              <a:buClr>
                <a:schemeClr val="dk1"/>
              </a:buClr>
              <a:buSzPts val="1200"/>
              <a:buChar char="•"/>
              <a:defRPr sz="1200">
                <a:solidFill>
                  <a:schemeClr val="dk1"/>
                </a:solidFill>
              </a:defRPr>
            </a:lvl5pPr>
            <a:lvl6pPr marL="2743200" indent="-317500">
              <a:lnSpc>
                <a:spcPct val="90000"/>
              </a:lnSpc>
              <a:spcBef>
                <a:spcPts val="400"/>
              </a:spcBef>
              <a:buClr>
                <a:schemeClr val="dk1"/>
              </a:buClr>
              <a:buSzPts val="1400"/>
              <a:buChar char="•"/>
              <a:defRPr>
                <a:solidFill>
                  <a:schemeClr val="dk1"/>
                </a:solidFill>
              </a:defRPr>
            </a:lvl6pPr>
            <a:lvl7pPr marL="3200400" indent="-317500">
              <a:lnSpc>
                <a:spcPct val="90000"/>
              </a:lnSpc>
              <a:spcBef>
                <a:spcPts val="400"/>
              </a:spcBef>
              <a:buClr>
                <a:schemeClr val="dk1"/>
              </a:buClr>
              <a:buSzPts val="1400"/>
              <a:buChar char="•"/>
              <a:defRPr>
                <a:solidFill>
                  <a:schemeClr val="dk1"/>
                </a:solidFill>
              </a:defRPr>
            </a:lvl7pPr>
            <a:lvl8pPr marL="3657600" indent="-317500">
              <a:lnSpc>
                <a:spcPct val="90000"/>
              </a:lnSpc>
              <a:spcBef>
                <a:spcPts val="400"/>
              </a:spcBef>
              <a:buClr>
                <a:schemeClr val="dk1"/>
              </a:buClr>
              <a:buSzPts val="1400"/>
              <a:buChar char="•"/>
              <a:defRPr>
                <a:solidFill>
                  <a:schemeClr val="dk1"/>
                </a:solidFill>
              </a:defRPr>
            </a:lvl8pPr>
            <a:lvl9pPr marL="4114800" indent="-317500">
              <a:lnSpc>
                <a:spcPct val="90000"/>
              </a:lnSpc>
              <a:spcBef>
                <a:spcPts val="400"/>
              </a:spcBef>
              <a:buClr>
                <a:schemeClr val="dk1"/>
              </a:buClr>
              <a:buSzPts val="1400"/>
              <a:buChar char="•"/>
              <a:defRPr>
                <a:solidFill>
                  <a:schemeClr val="dk1"/>
                </a:solidFill>
              </a:defRPr>
            </a:lvl9pPr>
          </a:lstStyle>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519806"/>
            <a:ext cx="8861227" cy="383977"/>
          </a:xfrm>
          <a:prstGeom prst="rect">
            <a:avLst/>
          </a:prstGeom>
          <a:noFill/>
          <a:ln/>
        </p:spPr>
        <p:txBody>
          <a:bodyPr wrap="none" lIns="0" tIns="0" rIns="0" bIns="0" rtlCol="0" anchor="t"/>
          <a:lstStyle/>
          <a:p>
            <a:pPr>
              <a:lnSpc>
                <a:spcPts val="3000"/>
              </a:lnSpc>
            </a:pPr>
            <a:r>
              <a:rPr lang="en-US" sz="2417" b="1" dirty="0">
                <a:solidFill>
                  <a:srgbClr val="2E3C4E"/>
                </a:solidFill>
                <a:latin typeface="Host Grotesk Medium" pitchFamily="34" charset="0"/>
                <a:ea typeface="Host Grotesk Medium" pitchFamily="34" charset="-122"/>
                <a:cs typeface="Host Grotesk Medium" pitchFamily="34" charset="-120"/>
              </a:rPr>
              <a:t>Processing &amp; Analytics: From Raw Data to Business Intelligence</a:t>
            </a:r>
            <a:endParaRPr lang="en-US" sz="2417" b="1" dirty="0"/>
          </a:p>
        </p:txBody>
      </p:sp>
      <p:sp>
        <p:nvSpPr>
          <p:cNvPr id="3" name="Text 1"/>
          <p:cNvSpPr/>
          <p:nvPr/>
        </p:nvSpPr>
        <p:spPr>
          <a:xfrm>
            <a:off x="661492" y="1149450"/>
            <a:ext cx="10869018" cy="184249"/>
          </a:xfrm>
          <a:prstGeom prst="rect">
            <a:avLst/>
          </a:prstGeom>
          <a:noFill/>
          <a:ln/>
        </p:spPr>
        <p:txBody>
          <a:bodyPr wrap="none" lIns="0" tIns="0" rIns="0" bIns="0" rtlCol="0" anchor="t"/>
          <a:lstStyle/>
          <a:p>
            <a:pPr>
              <a:lnSpc>
                <a:spcPts val="1417"/>
              </a:lnSpc>
            </a:pPr>
            <a:r>
              <a:rPr lang="en-US" sz="958" dirty="0">
                <a:solidFill>
                  <a:srgbClr val="384653"/>
                </a:solidFill>
                <a:latin typeface="Roboto" pitchFamily="34" charset="0"/>
                <a:ea typeface="Roboto" pitchFamily="34" charset="-122"/>
                <a:cs typeface="Roboto" pitchFamily="34" charset="-120"/>
              </a:rPr>
              <a:t>The Tasty Bytes platform uses a three-layer processing architecture (Bronze, Silver, Gold) to progressively refine data and transform it into strategic business intelligence.</a:t>
            </a:r>
            <a:endParaRPr lang="en-US" sz="958" dirty="0"/>
          </a:p>
        </p:txBody>
      </p:sp>
      <p:sp>
        <p:nvSpPr>
          <p:cNvPr id="4" name="Text 2"/>
          <p:cNvSpPr/>
          <p:nvPr/>
        </p:nvSpPr>
        <p:spPr>
          <a:xfrm>
            <a:off x="661491" y="1594744"/>
            <a:ext cx="1535807" cy="191988"/>
          </a:xfrm>
          <a:prstGeom prst="rect">
            <a:avLst/>
          </a:prstGeom>
          <a:solidFill>
            <a:schemeClr val="accent4">
              <a:lumMod val="75000"/>
            </a:schemeClr>
          </a:solidFill>
          <a:ln/>
        </p:spPr>
        <p:txBody>
          <a:bodyPr wrap="none" lIns="0" tIns="0" rIns="0" bIns="0" rtlCol="0" anchor="t"/>
          <a:lstStyle/>
          <a:p>
            <a:pPr>
              <a:lnSpc>
                <a:spcPts val="1500"/>
              </a:lnSpc>
            </a:pPr>
            <a:r>
              <a:rPr lang="en-US" sz="1208" dirty="0">
                <a:solidFill>
                  <a:srgbClr val="2E3C4E"/>
                </a:solidFill>
                <a:latin typeface="Host Grotesk Medium" pitchFamily="34" charset="0"/>
                <a:ea typeface="Host Grotesk Medium" pitchFamily="34" charset="-122"/>
                <a:cs typeface="Host Grotesk Medium" pitchFamily="34" charset="-120"/>
              </a:rPr>
              <a:t>Bronze Layer</a:t>
            </a:r>
            <a:endParaRPr lang="en-US" sz="1208" dirty="0"/>
          </a:p>
        </p:txBody>
      </p:sp>
      <p:sp>
        <p:nvSpPr>
          <p:cNvPr id="5" name="Text 3"/>
          <p:cNvSpPr/>
          <p:nvPr/>
        </p:nvSpPr>
        <p:spPr>
          <a:xfrm>
            <a:off x="649983" y="1909564"/>
            <a:ext cx="3422848" cy="552748"/>
          </a:xfrm>
          <a:prstGeom prst="rect">
            <a:avLst/>
          </a:prstGeom>
          <a:noFill/>
          <a:ln w="28575">
            <a:solidFill>
              <a:schemeClr val="accent4">
                <a:lumMod val="75000"/>
              </a:schemeClr>
            </a:solidFill>
            <a:prstDash val="sysDot"/>
          </a:ln>
        </p:spPr>
        <p:txBody>
          <a:bodyPr wrap="square" lIns="0" tIns="0" rIns="0" bIns="0" rtlCol="0" anchor="t"/>
          <a:lstStyle/>
          <a:p>
            <a:pPr>
              <a:lnSpc>
                <a:spcPts val="1417"/>
              </a:lnSpc>
            </a:pPr>
            <a:r>
              <a:rPr lang="en-US" sz="958" dirty="0">
                <a:solidFill>
                  <a:srgbClr val="384653"/>
                </a:solidFill>
                <a:latin typeface="Roboto" pitchFamily="34" charset="0"/>
                <a:ea typeface="Roboto" pitchFamily="34" charset="-122"/>
                <a:cs typeface="Roboto" pitchFamily="34" charset="-120"/>
              </a:rPr>
              <a:t>Raw event capture and immutable audit trail. Stores Kafka events with metadata and ingestion timestamps, providing point-in-time recovery and retroactive schema evolution.</a:t>
            </a:r>
            <a:endParaRPr lang="en-US" sz="958" dirty="0"/>
          </a:p>
        </p:txBody>
      </p:sp>
      <p:sp>
        <p:nvSpPr>
          <p:cNvPr id="6" name="Text 4"/>
          <p:cNvSpPr/>
          <p:nvPr/>
        </p:nvSpPr>
        <p:spPr>
          <a:xfrm>
            <a:off x="4390331" y="1594744"/>
            <a:ext cx="1767979" cy="191988"/>
          </a:xfrm>
          <a:prstGeom prst="rect">
            <a:avLst/>
          </a:prstGeom>
          <a:solidFill>
            <a:schemeClr val="bg1">
              <a:lumMod val="85000"/>
            </a:schemeClr>
          </a:solidFill>
          <a:ln/>
        </p:spPr>
        <p:txBody>
          <a:bodyPr wrap="none" lIns="0" tIns="0" rIns="0" bIns="0" rtlCol="0" anchor="t"/>
          <a:lstStyle/>
          <a:p>
            <a:pPr>
              <a:lnSpc>
                <a:spcPts val="1500"/>
              </a:lnSpc>
            </a:pPr>
            <a:r>
              <a:rPr lang="en-US" sz="1208" dirty="0">
                <a:solidFill>
                  <a:srgbClr val="2E3C4E"/>
                </a:solidFill>
                <a:latin typeface="Host Grotesk Medium" pitchFamily="34" charset="0"/>
                <a:ea typeface="Host Grotesk Medium" pitchFamily="34" charset="-122"/>
                <a:cs typeface="Host Grotesk Medium" pitchFamily="34" charset="-120"/>
              </a:rPr>
              <a:t>Silver Layer (Conformed)</a:t>
            </a:r>
            <a:endParaRPr lang="en-US" sz="1208" dirty="0"/>
          </a:p>
        </p:txBody>
      </p:sp>
      <p:sp>
        <p:nvSpPr>
          <p:cNvPr id="7" name="Text 5"/>
          <p:cNvSpPr/>
          <p:nvPr/>
        </p:nvSpPr>
        <p:spPr>
          <a:xfrm>
            <a:off x="4390331" y="1909564"/>
            <a:ext cx="3422848" cy="1100336"/>
          </a:xfrm>
          <a:prstGeom prst="rect">
            <a:avLst/>
          </a:prstGeom>
          <a:noFill/>
          <a:ln w="28575">
            <a:solidFill>
              <a:schemeClr val="bg1">
                <a:lumMod val="85000"/>
              </a:schemeClr>
            </a:solidFill>
            <a:prstDash val="sysDot"/>
          </a:ln>
        </p:spPr>
        <p:txBody>
          <a:bodyPr wrap="square" lIns="0" tIns="0" rIns="0" bIns="0" rtlCol="0" anchor="t"/>
          <a:lstStyle/>
          <a:p>
            <a:pPr>
              <a:lnSpc>
                <a:spcPts val="1417"/>
              </a:lnSpc>
            </a:pPr>
            <a:r>
              <a:rPr lang="en-US" sz="958" dirty="0">
                <a:solidFill>
                  <a:srgbClr val="384653"/>
                </a:solidFill>
                <a:latin typeface="Roboto" pitchFamily="34" charset="0"/>
                <a:ea typeface="Roboto" pitchFamily="34" charset="-122"/>
                <a:cs typeface="Roboto" pitchFamily="34" charset="-120"/>
              </a:rPr>
              <a:t>Typed, validated, and deduplicated data. Structures Kafka events with explicit schemas, applies data quality checks, and deduplication logic. </a:t>
            </a:r>
          </a:p>
          <a:p>
            <a:pPr>
              <a:lnSpc>
                <a:spcPts val="1417"/>
              </a:lnSpc>
            </a:pPr>
            <a:r>
              <a:rPr lang="en-US" sz="958" dirty="0">
                <a:solidFill>
                  <a:srgbClr val="384653"/>
                </a:solidFill>
                <a:latin typeface="Roboto" pitchFamily="34" charset="0"/>
                <a:ea typeface="Roboto" pitchFamily="34" charset="-122"/>
                <a:cs typeface="Roboto" pitchFamily="34" charset="-120"/>
              </a:rPr>
              <a:t>Core transactional data like Orders, Order item, customer feedback lands here directly from </a:t>
            </a:r>
            <a:r>
              <a:rPr lang="en-US" sz="958" dirty="0" err="1">
                <a:solidFill>
                  <a:srgbClr val="384653"/>
                </a:solidFill>
                <a:latin typeface="Roboto" pitchFamily="34" charset="0"/>
                <a:ea typeface="Roboto" pitchFamily="34" charset="-122"/>
                <a:cs typeface="Roboto" pitchFamily="34" charset="-120"/>
              </a:rPr>
              <a:t>PostgesSQL</a:t>
            </a:r>
            <a:r>
              <a:rPr lang="en-US" sz="958" dirty="0">
                <a:solidFill>
                  <a:srgbClr val="384653"/>
                </a:solidFill>
                <a:latin typeface="Roboto" pitchFamily="34" charset="0"/>
                <a:ea typeface="Roboto" pitchFamily="34" charset="-122"/>
                <a:cs typeface="Roboto" pitchFamily="34" charset="-120"/>
              </a:rPr>
              <a:t> DB</a:t>
            </a:r>
          </a:p>
          <a:p>
            <a:pPr>
              <a:lnSpc>
                <a:spcPts val="1417"/>
              </a:lnSpc>
            </a:pPr>
            <a:r>
              <a:rPr lang="en-US" sz="958" dirty="0">
                <a:solidFill>
                  <a:srgbClr val="384653"/>
                </a:solidFill>
                <a:latin typeface="Roboto" pitchFamily="34" charset="0"/>
                <a:ea typeface="Roboto" pitchFamily="34" charset="-122"/>
                <a:cs typeface="Roboto" pitchFamily="34" charset="-120"/>
              </a:rPr>
              <a:t>Foundation for all downstream analytics.</a:t>
            </a:r>
            <a:endParaRPr lang="en-US" sz="958" dirty="0"/>
          </a:p>
        </p:txBody>
      </p:sp>
      <p:sp>
        <p:nvSpPr>
          <p:cNvPr id="8" name="Text 6"/>
          <p:cNvSpPr/>
          <p:nvPr/>
        </p:nvSpPr>
        <p:spPr>
          <a:xfrm>
            <a:off x="8119169" y="1594744"/>
            <a:ext cx="1535807" cy="191988"/>
          </a:xfrm>
          <a:prstGeom prst="rect">
            <a:avLst/>
          </a:prstGeom>
          <a:solidFill>
            <a:srgbClr val="FFC000"/>
          </a:solidFill>
          <a:ln/>
        </p:spPr>
        <p:txBody>
          <a:bodyPr wrap="none" lIns="0" tIns="0" rIns="0" bIns="0" rtlCol="0" anchor="t"/>
          <a:lstStyle/>
          <a:p>
            <a:pPr>
              <a:lnSpc>
                <a:spcPts val="1500"/>
              </a:lnSpc>
            </a:pPr>
            <a:r>
              <a:rPr lang="en-US" sz="1208" dirty="0">
                <a:solidFill>
                  <a:srgbClr val="2E3C4E"/>
                </a:solidFill>
                <a:latin typeface="Host Grotesk Medium" pitchFamily="34" charset="0"/>
                <a:ea typeface="Host Grotesk Medium" pitchFamily="34" charset="-122"/>
                <a:cs typeface="Host Grotesk Medium" pitchFamily="34" charset="-120"/>
              </a:rPr>
              <a:t>Gold Layer</a:t>
            </a:r>
            <a:endParaRPr lang="en-US" sz="1208" dirty="0"/>
          </a:p>
        </p:txBody>
      </p:sp>
      <p:sp>
        <p:nvSpPr>
          <p:cNvPr id="9" name="Text 7"/>
          <p:cNvSpPr/>
          <p:nvPr/>
        </p:nvSpPr>
        <p:spPr>
          <a:xfrm>
            <a:off x="8119169" y="1909564"/>
            <a:ext cx="3422848" cy="736997"/>
          </a:xfrm>
          <a:prstGeom prst="rect">
            <a:avLst/>
          </a:prstGeom>
          <a:noFill/>
          <a:ln w="28575">
            <a:solidFill>
              <a:srgbClr val="FFC000"/>
            </a:solidFill>
            <a:prstDash val="sysDot"/>
          </a:ln>
        </p:spPr>
        <p:txBody>
          <a:bodyPr wrap="square" lIns="0" tIns="0" rIns="0" bIns="0" rtlCol="0" anchor="t"/>
          <a:lstStyle/>
          <a:p>
            <a:pPr>
              <a:lnSpc>
                <a:spcPts val="1417"/>
              </a:lnSpc>
            </a:pPr>
            <a:r>
              <a:rPr lang="en-US" sz="958" dirty="0">
                <a:solidFill>
                  <a:srgbClr val="384653"/>
                </a:solidFill>
                <a:latin typeface="Roboto" pitchFamily="34" charset="0"/>
                <a:ea typeface="Roboto" pitchFamily="34" charset="-122"/>
                <a:cs typeface="Roboto" pitchFamily="34" charset="-120"/>
              </a:rPr>
              <a:t>Business-ready aggregates and KPIs. Dynamic Tables implement core business logic, revenue analytics, and operational metrics. Abstracts complexity and optimizes for analytical queries.</a:t>
            </a:r>
            <a:endParaRPr lang="en-US" sz="958" dirty="0"/>
          </a:p>
        </p:txBody>
      </p:sp>
      <p:sp>
        <p:nvSpPr>
          <p:cNvPr id="10" name="Text 8"/>
          <p:cNvSpPr/>
          <p:nvPr/>
        </p:nvSpPr>
        <p:spPr>
          <a:xfrm>
            <a:off x="661491" y="2941340"/>
            <a:ext cx="2457252" cy="307182"/>
          </a:xfrm>
          <a:prstGeom prst="rect">
            <a:avLst/>
          </a:prstGeom>
          <a:noFill/>
          <a:ln/>
        </p:spPr>
        <p:txBody>
          <a:bodyPr wrap="none" lIns="0" tIns="0" rIns="0" bIns="0" rtlCol="0" anchor="t"/>
          <a:lstStyle/>
          <a:p>
            <a:pPr>
              <a:lnSpc>
                <a:spcPts val="2417"/>
              </a:lnSpc>
            </a:pPr>
            <a:r>
              <a:rPr lang="en-US" sz="1917" dirty="0">
                <a:solidFill>
                  <a:srgbClr val="2E3C4E"/>
                </a:solidFill>
                <a:latin typeface="Host Grotesk Medium" pitchFamily="34" charset="0"/>
                <a:ea typeface="Host Grotesk Medium" pitchFamily="34" charset="-122"/>
                <a:cs typeface="Host Grotesk Medium" pitchFamily="34" charset="-120"/>
              </a:rPr>
              <a:t>Gold Dynamic Tables</a:t>
            </a:r>
            <a:endParaRPr lang="en-US" sz="1917" dirty="0"/>
          </a:p>
        </p:txBody>
      </p:sp>
      <p:sp>
        <p:nvSpPr>
          <p:cNvPr id="11" name="Text 9"/>
          <p:cNvSpPr/>
          <p:nvPr/>
        </p:nvSpPr>
        <p:spPr>
          <a:xfrm>
            <a:off x="661491" y="3555604"/>
            <a:ext cx="1535807" cy="191988"/>
          </a:xfrm>
          <a:prstGeom prst="rect">
            <a:avLst/>
          </a:prstGeom>
          <a:noFill/>
          <a:ln/>
        </p:spPr>
        <p:txBody>
          <a:bodyPr wrap="none" lIns="0" tIns="0" rIns="0" bIns="0" rtlCol="0" anchor="t"/>
          <a:lstStyle/>
          <a:p>
            <a:pPr>
              <a:lnSpc>
                <a:spcPts val="1500"/>
              </a:lnSpc>
            </a:pPr>
            <a:r>
              <a:rPr lang="en-US" sz="1208" dirty="0">
                <a:solidFill>
                  <a:srgbClr val="2E3C4E"/>
                </a:solidFill>
                <a:latin typeface="Host Grotesk Medium" pitchFamily="34" charset="0"/>
                <a:ea typeface="Host Grotesk Medium" pitchFamily="34" charset="-122"/>
                <a:cs typeface="Host Grotesk Medium" pitchFamily="34" charset="-120"/>
              </a:rPr>
              <a:t>DT_REVENUE_DAILY</a:t>
            </a:r>
            <a:endParaRPr lang="en-US" sz="1208" dirty="0"/>
          </a:p>
        </p:txBody>
      </p:sp>
      <p:sp>
        <p:nvSpPr>
          <p:cNvPr id="12" name="Text 10"/>
          <p:cNvSpPr/>
          <p:nvPr/>
        </p:nvSpPr>
        <p:spPr>
          <a:xfrm>
            <a:off x="661492" y="3870425"/>
            <a:ext cx="2492474" cy="184249"/>
          </a:xfrm>
          <a:prstGeom prst="rect">
            <a:avLst/>
          </a:prstGeom>
          <a:noFill/>
          <a:ln/>
        </p:spPr>
        <p:txBody>
          <a:bodyPr wrap="none" lIns="0" tIns="0" rIns="0" bIns="0" rtlCol="0" anchor="t"/>
          <a:lstStyle/>
          <a:p>
            <a:pPr>
              <a:lnSpc>
                <a:spcPts val="1417"/>
              </a:lnSpc>
            </a:pPr>
            <a:r>
              <a:rPr lang="en-US" sz="958" b="1" dirty="0">
                <a:solidFill>
                  <a:srgbClr val="384653"/>
                </a:solidFill>
                <a:latin typeface="Roboto" pitchFamily="34" charset="0"/>
                <a:ea typeface="Roboto" pitchFamily="34" charset="-122"/>
                <a:cs typeface="Roboto" pitchFamily="34" charset="-120"/>
              </a:rPr>
              <a:t>Source:</a:t>
            </a:r>
            <a:r>
              <a:rPr lang="en-US" sz="958" dirty="0">
                <a:solidFill>
                  <a:srgbClr val="384653"/>
                </a:solidFill>
                <a:latin typeface="Roboto" pitchFamily="34" charset="0"/>
                <a:ea typeface="Roboto" pitchFamily="34" charset="-122"/>
                <a:cs typeface="Roboto" pitchFamily="34" charset="-120"/>
              </a:rPr>
              <a:t> PostgreSQL (Orders, Order Items)</a:t>
            </a:r>
            <a:endParaRPr lang="en-US" sz="958" dirty="0"/>
          </a:p>
        </p:txBody>
      </p:sp>
      <p:sp>
        <p:nvSpPr>
          <p:cNvPr id="13" name="Text 11"/>
          <p:cNvSpPr/>
          <p:nvPr/>
        </p:nvSpPr>
        <p:spPr>
          <a:xfrm>
            <a:off x="661492" y="4165204"/>
            <a:ext cx="2492474" cy="184249"/>
          </a:xfrm>
          <a:prstGeom prst="rect">
            <a:avLst/>
          </a:prstGeom>
          <a:noFill/>
          <a:ln/>
        </p:spPr>
        <p:txBody>
          <a:bodyPr wrap="none" lIns="0" tIns="0" rIns="0" bIns="0" rtlCol="0" anchor="t"/>
          <a:lstStyle/>
          <a:p>
            <a:pPr>
              <a:lnSpc>
                <a:spcPts val="1417"/>
              </a:lnSpc>
            </a:pPr>
            <a:r>
              <a:rPr lang="en-US" sz="958" b="1" dirty="0">
                <a:solidFill>
                  <a:srgbClr val="384653"/>
                </a:solidFill>
                <a:latin typeface="Roboto" pitchFamily="34" charset="0"/>
                <a:ea typeface="Roboto" pitchFamily="34" charset="-122"/>
                <a:cs typeface="Roboto" pitchFamily="34" charset="-120"/>
              </a:rPr>
              <a:t>Metrics:</a:t>
            </a:r>
            <a:r>
              <a:rPr lang="en-US" sz="958" dirty="0">
                <a:solidFill>
                  <a:srgbClr val="384653"/>
                </a:solidFill>
                <a:latin typeface="Roboto" pitchFamily="34" charset="0"/>
                <a:ea typeface="Roboto" pitchFamily="34" charset="-122"/>
                <a:cs typeface="Roboto" pitchFamily="34" charset="-120"/>
              </a:rPr>
              <a:t> Total Orders, Gross Revenue, AOV</a:t>
            </a:r>
            <a:endParaRPr lang="en-US" sz="958" dirty="0"/>
          </a:p>
        </p:txBody>
      </p:sp>
      <p:sp>
        <p:nvSpPr>
          <p:cNvPr id="14" name="Text 12"/>
          <p:cNvSpPr/>
          <p:nvPr/>
        </p:nvSpPr>
        <p:spPr>
          <a:xfrm>
            <a:off x="661492" y="4459982"/>
            <a:ext cx="2492474" cy="552748"/>
          </a:xfrm>
          <a:prstGeom prst="rect">
            <a:avLst/>
          </a:prstGeom>
          <a:noFill/>
          <a:ln/>
        </p:spPr>
        <p:txBody>
          <a:bodyPr wrap="square" lIns="0" tIns="0" rIns="0" bIns="0" rtlCol="0" anchor="t"/>
          <a:lstStyle/>
          <a:p>
            <a:pPr>
              <a:lnSpc>
                <a:spcPts val="1417"/>
              </a:lnSpc>
            </a:pPr>
            <a:r>
              <a:rPr lang="en-US" sz="958" dirty="0">
                <a:solidFill>
                  <a:srgbClr val="384653"/>
                </a:solidFill>
                <a:latin typeface="Roboto" pitchFamily="34" charset="0"/>
                <a:ea typeface="Roboto" pitchFamily="34" charset="-122"/>
                <a:cs typeface="Roboto" pitchFamily="34" charset="-120"/>
              </a:rPr>
              <a:t>Aggregates transactional data by truck and day, calculating key revenue indicators for auditability and compliance.</a:t>
            </a:r>
            <a:endParaRPr lang="en-US" sz="958" dirty="0"/>
          </a:p>
        </p:txBody>
      </p:sp>
      <p:sp>
        <p:nvSpPr>
          <p:cNvPr id="15" name="Text 13"/>
          <p:cNvSpPr/>
          <p:nvPr/>
        </p:nvSpPr>
        <p:spPr>
          <a:xfrm>
            <a:off x="3459957" y="3555604"/>
            <a:ext cx="1535807" cy="191988"/>
          </a:xfrm>
          <a:prstGeom prst="rect">
            <a:avLst/>
          </a:prstGeom>
          <a:noFill/>
          <a:ln/>
        </p:spPr>
        <p:txBody>
          <a:bodyPr wrap="none" lIns="0" tIns="0" rIns="0" bIns="0" rtlCol="0" anchor="t"/>
          <a:lstStyle/>
          <a:p>
            <a:pPr>
              <a:lnSpc>
                <a:spcPts val="1500"/>
              </a:lnSpc>
            </a:pPr>
            <a:r>
              <a:rPr lang="en-US" sz="1208" dirty="0">
                <a:solidFill>
                  <a:srgbClr val="2E3C4E"/>
                </a:solidFill>
                <a:latin typeface="Host Grotesk Medium" pitchFamily="34" charset="0"/>
                <a:ea typeface="Host Grotesk Medium" pitchFamily="34" charset="-122"/>
                <a:cs typeface="Host Grotesk Medium" pitchFamily="34" charset="-120"/>
              </a:rPr>
              <a:t>DT_OPS_DAILY</a:t>
            </a:r>
            <a:endParaRPr lang="en-US" sz="1208" dirty="0"/>
          </a:p>
        </p:txBody>
      </p:sp>
      <p:sp>
        <p:nvSpPr>
          <p:cNvPr id="16" name="Text 14"/>
          <p:cNvSpPr/>
          <p:nvPr/>
        </p:nvSpPr>
        <p:spPr>
          <a:xfrm>
            <a:off x="3459957" y="3870425"/>
            <a:ext cx="2492474" cy="184249"/>
          </a:xfrm>
          <a:prstGeom prst="rect">
            <a:avLst/>
          </a:prstGeom>
          <a:noFill/>
          <a:ln/>
        </p:spPr>
        <p:txBody>
          <a:bodyPr wrap="none" lIns="0" tIns="0" rIns="0" bIns="0" rtlCol="0" anchor="t"/>
          <a:lstStyle/>
          <a:p>
            <a:pPr>
              <a:lnSpc>
                <a:spcPts val="1417"/>
              </a:lnSpc>
            </a:pPr>
            <a:r>
              <a:rPr lang="en-US" sz="958" b="1" dirty="0">
                <a:solidFill>
                  <a:srgbClr val="384653"/>
                </a:solidFill>
                <a:latin typeface="Roboto" pitchFamily="34" charset="0"/>
                <a:ea typeface="Roboto" pitchFamily="34" charset="-122"/>
                <a:cs typeface="Roboto" pitchFamily="34" charset="-120"/>
              </a:rPr>
              <a:t>Source:</a:t>
            </a:r>
            <a:r>
              <a:rPr lang="en-US" sz="958" dirty="0">
                <a:solidFill>
                  <a:srgbClr val="384653"/>
                </a:solidFill>
                <a:latin typeface="Roboto" pitchFamily="34" charset="0"/>
                <a:ea typeface="Roboto" pitchFamily="34" charset="-122"/>
                <a:cs typeface="Roboto" pitchFamily="34" charset="-120"/>
              </a:rPr>
              <a:t> Kafka (Telemetry Streams)</a:t>
            </a:r>
            <a:endParaRPr lang="en-US" sz="958" dirty="0"/>
          </a:p>
        </p:txBody>
      </p:sp>
      <p:sp>
        <p:nvSpPr>
          <p:cNvPr id="17" name="Text 15"/>
          <p:cNvSpPr/>
          <p:nvPr/>
        </p:nvSpPr>
        <p:spPr>
          <a:xfrm>
            <a:off x="3459957" y="4165204"/>
            <a:ext cx="2492474" cy="552748"/>
          </a:xfrm>
          <a:prstGeom prst="rect">
            <a:avLst/>
          </a:prstGeom>
          <a:noFill/>
          <a:ln/>
        </p:spPr>
        <p:txBody>
          <a:bodyPr wrap="square" lIns="0" tIns="0" rIns="0" bIns="0" rtlCol="0" anchor="t"/>
          <a:lstStyle/>
          <a:p>
            <a:pPr>
              <a:lnSpc>
                <a:spcPts val="1417"/>
              </a:lnSpc>
            </a:pPr>
            <a:r>
              <a:rPr lang="en-US" sz="958" b="1" dirty="0">
                <a:solidFill>
                  <a:srgbClr val="384653"/>
                </a:solidFill>
                <a:latin typeface="Roboto" pitchFamily="34" charset="0"/>
                <a:ea typeface="Roboto" pitchFamily="34" charset="-122"/>
                <a:cs typeface="Roboto" pitchFamily="34" charset="-120"/>
              </a:rPr>
              <a:t>Metrics:</a:t>
            </a:r>
            <a:r>
              <a:rPr lang="en-US" sz="958" dirty="0">
                <a:solidFill>
                  <a:srgbClr val="384653"/>
                </a:solidFill>
                <a:latin typeface="Roboto" pitchFamily="34" charset="0"/>
                <a:ea typeface="Roboto" pitchFamily="34" charset="-122"/>
                <a:cs typeface="Roboto" pitchFamily="34" charset="-120"/>
              </a:rPr>
              <a:t> Avg Speed, Idle Time, Fuel Efficiency, Fridge Temp Violations, Maintenance Cost</a:t>
            </a:r>
            <a:endParaRPr lang="en-US" sz="958" dirty="0"/>
          </a:p>
        </p:txBody>
      </p:sp>
      <p:sp>
        <p:nvSpPr>
          <p:cNvPr id="18" name="Text 16"/>
          <p:cNvSpPr/>
          <p:nvPr/>
        </p:nvSpPr>
        <p:spPr>
          <a:xfrm>
            <a:off x="3459957" y="4828481"/>
            <a:ext cx="2492474" cy="736997"/>
          </a:xfrm>
          <a:prstGeom prst="rect">
            <a:avLst/>
          </a:prstGeom>
          <a:noFill/>
          <a:ln/>
        </p:spPr>
        <p:txBody>
          <a:bodyPr wrap="square" lIns="0" tIns="0" rIns="0" bIns="0" rtlCol="0" anchor="t"/>
          <a:lstStyle/>
          <a:p>
            <a:pPr>
              <a:lnSpc>
                <a:spcPts val="1417"/>
              </a:lnSpc>
            </a:pPr>
            <a:r>
              <a:rPr lang="en-US" sz="958" dirty="0">
                <a:solidFill>
                  <a:srgbClr val="384653"/>
                </a:solidFill>
                <a:latin typeface="Roboto" pitchFamily="34" charset="0"/>
                <a:ea typeface="Roboto" pitchFamily="34" charset="-122"/>
                <a:cs typeface="Roboto" pitchFamily="34" charset="-120"/>
              </a:rPr>
              <a:t>Synthesizes real-time operational telemetry into daily operational health scores per truck, detecting anomalies and tracking fleet efficiency.</a:t>
            </a:r>
            <a:endParaRPr lang="en-US" sz="958" dirty="0"/>
          </a:p>
        </p:txBody>
      </p:sp>
      <p:sp>
        <p:nvSpPr>
          <p:cNvPr id="19" name="Text 17"/>
          <p:cNvSpPr/>
          <p:nvPr/>
        </p:nvSpPr>
        <p:spPr>
          <a:xfrm>
            <a:off x="6258421" y="3555604"/>
            <a:ext cx="1535807" cy="191988"/>
          </a:xfrm>
          <a:prstGeom prst="rect">
            <a:avLst/>
          </a:prstGeom>
          <a:noFill/>
          <a:ln/>
        </p:spPr>
        <p:txBody>
          <a:bodyPr wrap="none" lIns="0" tIns="0" rIns="0" bIns="0" rtlCol="0" anchor="t"/>
          <a:lstStyle/>
          <a:p>
            <a:pPr>
              <a:lnSpc>
                <a:spcPts val="1500"/>
              </a:lnSpc>
            </a:pPr>
            <a:r>
              <a:rPr lang="en-US" sz="1208" dirty="0">
                <a:solidFill>
                  <a:srgbClr val="2E3C4E"/>
                </a:solidFill>
                <a:latin typeface="Host Grotesk Medium" pitchFamily="34" charset="0"/>
                <a:ea typeface="Host Grotesk Medium" pitchFamily="34" charset="-122"/>
                <a:cs typeface="Host Grotesk Medium" pitchFamily="34" charset="-120"/>
              </a:rPr>
              <a:t>DT_NPS_DAILY</a:t>
            </a:r>
            <a:endParaRPr lang="en-US" sz="1208" dirty="0"/>
          </a:p>
        </p:txBody>
      </p:sp>
      <p:sp>
        <p:nvSpPr>
          <p:cNvPr id="20" name="Text 18"/>
          <p:cNvSpPr/>
          <p:nvPr/>
        </p:nvSpPr>
        <p:spPr>
          <a:xfrm>
            <a:off x="6258421" y="3870425"/>
            <a:ext cx="2492474" cy="184249"/>
          </a:xfrm>
          <a:prstGeom prst="rect">
            <a:avLst/>
          </a:prstGeom>
          <a:noFill/>
          <a:ln/>
        </p:spPr>
        <p:txBody>
          <a:bodyPr wrap="none" lIns="0" tIns="0" rIns="0" bIns="0" rtlCol="0" anchor="t"/>
          <a:lstStyle/>
          <a:p>
            <a:pPr>
              <a:lnSpc>
                <a:spcPts val="1417"/>
              </a:lnSpc>
            </a:pPr>
            <a:r>
              <a:rPr lang="en-US" sz="958" b="1" dirty="0">
                <a:solidFill>
                  <a:srgbClr val="384653"/>
                </a:solidFill>
                <a:latin typeface="Roboto" pitchFamily="34" charset="0"/>
                <a:ea typeface="Roboto" pitchFamily="34" charset="-122"/>
                <a:cs typeface="Roboto" pitchFamily="34" charset="-120"/>
              </a:rPr>
              <a:t>Source:</a:t>
            </a:r>
            <a:r>
              <a:rPr lang="en-US" sz="958" dirty="0">
                <a:solidFill>
                  <a:srgbClr val="384653"/>
                </a:solidFill>
                <a:latin typeface="Roboto" pitchFamily="34" charset="0"/>
                <a:ea typeface="Roboto" pitchFamily="34" charset="-122"/>
                <a:cs typeface="Roboto" pitchFamily="34" charset="-120"/>
              </a:rPr>
              <a:t> PostgreSQL (Reviews)</a:t>
            </a:r>
            <a:endParaRPr lang="en-US" sz="958" dirty="0"/>
          </a:p>
        </p:txBody>
      </p:sp>
      <p:sp>
        <p:nvSpPr>
          <p:cNvPr id="21" name="Text 19"/>
          <p:cNvSpPr/>
          <p:nvPr/>
        </p:nvSpPr>
        <p:spPr>
          <a:xfrm>
            <a:off x="6258421" y="4165204"/>
            <a:ext cx="2492474" cy="368498"/>
          </a:xfrm>
          <a:prstGeom prst="rect">
            <a:avLst/>
          </a:prstGeom>
          <a:noFill/>
          <a:ln/>
        </p:spPr>
        <p:txBody>
          <a:bodyPr wrap="square" lIns="0" tIns="0" rIns="0" bIns="0" rtlCol="0" anchor="t"/>
          <a:lstStyle/>
          <a:p>
            <a:pPr>
              <a:lnSpc>
                <a:spcPts val="1417"/>
              </a:lnSpc>
            </a:pPr>
            <a:r>
              <a:rPr lang="en-US" sz="958" b="1" dirty="0">
                <a:solidFill>
                  <a:srgbClr val="384653"/>
                </a:solidFill>
                <a:latin typeface="Roboto" pitchFamily="34" charset="0"/>
                <a:ea typeface="Roboto" pitchFamily="34" charset="-122"/>
                <a:cs typeface="Roboto" pitchFamily="34" charset="-120"/>
              </a:rPr>
              <a:t>Metrics:</a:t>
            </a:r>
            <a:r>
              <a:rPr lang="en-US" sz="958" dirty="0">
                <a:solidFill>
                  <a:srgbClr val="384653"/>
                </a:solidFill>
                <a:latin typeface="Roboto" pitchFamily="34" charset="0"/>
                <a:ea typeface="Roboto" pitchFamily="34" charset="-122"/>
                <a:cs typeface="Roboto" pitchFamily="34" charset="-120"/>
              </a:rPr>
              <a:t> NPS = % Promoters (9-10) - % Detractors (≤6)</a:t>
            </a:r>
            <a:endParaRPr lang="en-US" sz="958" dirty="0"/>
          </a:p>
        </p:txBody>
      </p:sp>
      <p:sp>
        <p:nvSpPr>
          <p:cNvPr id="22" name="Text 20"/>
          <p:cNvSpPr/>
          <p:nvPr/>
        </p:nvSpPr>
        <p:spPr>
          <a:xfrm>
            <a:off x="6258421" y="4644232"/>
            <a:ext cx="2492474" cy="736997"/>
          </a:xfrm>
          <a:prstGeom prst="rect">
            <a:avLst/>
          </a:prstGeom>
          <a:noFill/>
          <a:ln/>
        </p:spPr>
        <p:txBody>
          <a:bodyPr wrap="square" lIns="0" tIns="0" rIns="0" bIns="0" rtlCol="0" anchor="t"/>
          <a:lstStyle/>
          <a:p>
            <a:pPr>
              <a:lnSpc>
                <a:spcPts val="1417"/>
              </a:lnSpc>
            </a:pPr>
            <a:r>
              <a:rPr lang="en-US" sz="958" dirty="0">
                <a:solidFill>
                  <a:srgbClr val="384653"/>
                </a:solidFill>
                <a:latin typeface="Roboto" pitchFamily="34" charset="0"/>
                <a:ea typeface="Roboto" pitchFamily="34" charset="-122"/>
                <a:cs typeface="Roboto" pitchFamily="34" charset="-120"/>
              </a:rPr>
              <a:t>Computes Net Promoter Score, classifying respondents into Promoters, Passives, and Detractors, while tracking review volume and sentiment trends.</a:t>
            </a:r>
            <a:endParaRPr lang="en-US" sz="958" dirty="0"/>
          </a:p>
        </p:txBody>
      </p:sp>
      <p:sp>
        <p:nvSpPr>
          <p:cNvPr id="23" name="Text 21"/>
          <p:cNvSpPr/>
          <p:nvPr/>
        </p:nvSpPr>
        <p:spPr>
          <a:xfrm>
            <a:off x="9056886" y="3555604"/>
            <a:ext cx="2133104" cy="191988"/>
          </a:xfrm>
          <a:prstGeom prst="rect">
            <a:avLst/>
          </a:prstGeom>
          <a:noFill/>
          <a:ln/>
        </p:spPr>
        <p:txBody>
          <a:bodyPr wrap="none" lIns="0" tIns="0" rIns="0" bIns="0" rtlCol="0" anchor="t"/>
          <a:lstStyle/>
          <a:p>
            <a:pPr>
              <a:lnSpc>
                <a:spcPts val="1500"/>
              </a:lnSpc>
            </a:pPr>
            <a:r>
              <a:rPr lang="en-US" sz="1208" dirty="0">
                <a:solidFill>
                  <a:srgbClr val="2E3C4E"/>
                </a:solidFill>
                <a:latin typeface="Host Grotesk Medium" pitchFamily="34" charset="0"/>
                <a:ea typeface="Host Grotesk Medium" pitchFamily="34" charset="-122"/>
                <a:cs typeface="Host Grotesk Medium" pitchFamily="34" charset="-120"/>
              </a:rPr>
              <a:t>DT_EXEC_DAILY_SCORECARD</a:t>
            </a:r>
            <a:endParaRPr lang="en-US" sz="1208" dirty="0"/>
          </a:p>
        </p:txBody>
      </p:sp>
      <p:sp>
        <p:nvSpPr>
          <p:cNvPr id="24" name="Text 22"/>
          <p:cNvSpPr/>
          <p:nvPr/>
        </p:nvSpPr>
        <p:spPr>
          <a:xfrm>
            <a:off x="9056886" y="3870424"/>
            <a:ext cx="2492474" cy="368498"/>
          </a:xfrm>
          <a:prstGeom prst="rect">
            <a:avLst/>
          </a:prstGeom>
          <a:noFill/>
          <a:ln/>
        </p:spPr>
        <p:txBody>
          <a:bodyPr wrap="square" lIns="0" tIns="0" rIns="0" bIns="0" rtlCol="0" anchor="t"/>
          <a:lstStyle/>
          <a:p>
            <a:pPr>
              <a:lnSpc>
                <a:spcPts val="1417"/>
              </a:lnSpc>
            </a:pPr>
            <a:r>
              <a:rPr lang="en-US" sz="958" b="1" dirty="0">
                <a:solidFill>
                  <a:srgbClr val="384653"/>
                </a:solidFill>
                <a:latin typeface="Roboto" pitchFamily="34" charset="0"/>
                <a:ea typeface="Roboto" pitchFamily="34" charset="-122"/>
                <a:cs typeface="Roboto" pitchFamily="34" charset="-120"/>
              </a:rPr>
              <a:t>Source:</a:t>
            </a:r>
            <a:r>
              <a:rPr lang="en-US" sz="958" dirty="0">
                <a:solidFill>
                  <a:srgbClr val="384653"/>
                </a:solidFill>
                <a:latin typeface="Roboto" pitchFamily="34" charset="0"/>
                <a:ea typeface="Roboto" pitchFamily="34" charset="-122"/>
                <a:cs typeface="Roboto" pitchFamily="34" charset="-120"/>
              </a:rPr>
              <a:t> Revenue + Ops + NPS Dynamic Tables</a:t>
            </a:r>
            <a:endParaRPr lang="en-US" sz="958" dirty="0"/>
          </a:p>
        </p:txBody>
      </p:sp>
      <p:sp>
        <p:nvSpPr>
          <p:cNvPr id="25" name="Text 23"/>
          <p:cNvSpPr/>
          <p:nvPr/>
        </p:nvSpPr>
        <p:spPr>
          <a:xfrm>
            <a:off x="9056886" y="4349453"/>
            <a:ext cx="2492474" cy="368498"/>
          </a:xfrm>
          <a:prstGeom prst="rect">
            <a:avLst/>
          </a:prstGeom>
          <a:noFill/>
          <a:ln/>
        </p:spPr>
        <p:txBody>
          <a:bodyPr wrap="square" lIns="0" tIns="0" rIns="0" bIns="0" rtlCol="0" anchor="t"/>
          <a:lstStyle/>
          <a:p>
            <a:pPr>
              <a:lnSpc>
                <a:spcPts val="1417"/>
              </a:lnSpc>
            </a:pPr>
            <a:r>
              <a:rPr lang="en-US" sz="958" b="1" dirty="0">
                <a:solidFill>
                  <a:srgbClr val="384653"/>
                </a:solidFill>
                <a:latin typeface="Roboto" pitchFamily="34" charset="0"/>
                <a:ea typeface="Roboto" pitchFamily="34" charset="-122"/>
                <a:cs typeface="Roboto" pitchFamily="34" charset="-120"/>
              </a:rPr>
              <a:t>Metrics:</a:t>
            </a:r>
            <a:r>
              <a:rPr lang="en-US" sz="958" dirty="0">
                <a:solidFill>
                  <a:srgbClr val="384653"/>
                </a:solidFill>
                <a:latin typeface="Roboto" pitchFamily="34" charset="0"/>
                <a:ea typeface="Roboto" pitchFamily="34" charset="-122"/>
                <a:cs typeface="Roboto" pitchFamily="34" charset="-120"/>
              </a:rPr>
              <a:t> Unified per-truck, per-day view with rolling 90-day window</a:t>
            </a:r>
            <a:endParaRPr lang="en-US" sz="958" dirty="0"/>
          </a:p>
        </p:txBody>
      </p:sp>
      <p:sp>
        <p:nvSpPr>
          <p:cNvPr id="26" name="Text 24"/>
          <p:cNvSpPr/>
          <p:nvPr/>
        </p:nvSpPr>
        <p:spPr>
          <a:xfrm>
            <a:off x="9056886" y="4828481"/>
            <a:ext cx="2492474" cy="736997"/>
          </a:xfrm>
          <a:prstGeom prst="rect">
            <a:avLst/>
          </a:prstGeom>
          <a:noFill/>
          <a:ln/>
        </p:spPr>
        <p:txBody>
          <a:bodyPr wrap="square" lIns="0" tIns="0" rIns="0" bIns="0" rtlCol="0" anchor="t"/>
          <a:lstStyle/>
          <a:p>
            <a:pPr>
              <a:lnSpc>
                <a:spcPts val="1417"/>
              </a:lnSpc>
            </a:pPr>
            <a:r>
              <a:rPr lang="en-US" sz="958" dirty="0">
                <a:solidFill>
                  <a:srgbClr val="384653"/>
                </a:solidFill>
                <a:latin typeface="Roboto" pitchFamily="34" charset="0"/>
                <a:ea typeface="Roboto" pitchFamily="34" charset="-122"/>
                <a:cs typeface="Roboto" pitchFamily="34" charset="-120"/>
              </a:rPr>
              <a:t>A cornerstone table that joins Revenue, Operations, and NPS metrics for executive decision-making. Implements a 90-day rolling window for cost optimization.</a:t>
            </a:r>
            <a:endParaRPr lang="en-US" sz="958" dirty="0"/>
          </a:p>
        </p:txBody>
      </p:sp>
      <p:sp>
        <p:nvSpPr>
          <p:cNvPr id="29" name="Text 1">
            <a:extLst>
              <a:ext uri="{FF2B5EF4-FFF2-40B4-BE49-F238E27FC236}">
                <a16:creationId xmlns:a16="http://schemas.microsoft.com/office/drawing/2014/main" id="{22F96DEF-3F2A-16B8-CC66-1ABC961A7222}"/>
              </a:ext>
            </a:extLst>
          </p:cNvPr>
          <p:cNvSpPr/>
          <p:nvPr/>
        </p:nvSpPr>
        <p:spPr>
          <a:xfrm>
            <a:off x="661491" y="3259335"/>
            <a:ext cx="10869018" cy="184249"/>
          </a:xfrm>
          <a:prstGeom prst="rect">
            <a:avLst/>
          </a:prstGeom>
          <a:noFill/>
          <a:ln/>
        </p:spPr>
        <p:txBody>
          <a:bodyPr wrap="none" lIns="0" tIns="0" rIns="0" bIns="0" rtlCol="0" anchor="t"/>
          <a:lstStyle/>
          <a:p>
            <a:pPr>
              <a:lnSpc>
                <a:spcPts val="1417"/>
              </a:lnSpc>
            </a:pPr>
            <a:r>
              <a:rPr lang="en-US" sz="958" dirty="0">
                <a:solidFill>
                  <a:srgbClr val="384653"/>
                </a:solidFill>
                <a:latin typeface="Roboto" pitchFamily="34" charset="0"/>
                <a:ea typeface="Roboto" pitchFamily="34" charset="-122"/>
                <a:cs typeface="Roboto" pitchFamily="34" charset="-120"/>
              </a:rPr>
              <a:t>This layer centralizes and standardizes all business logic, ensuring consistency, auditability and reuse across downstream consumers.</a:t>
            </a:r>
            <a:endParaRPr lang="en-US" sz="958" dirty="0"/>
          </a:p>
        </p:txBody>
      </p:sp>
      <p:sp>
        <p:nvSpPr>
          <p:cNvPr id="31" name="TextBox 30">
            <a:extLst>
              <a:ext uri="{FF2B5EF4-FFF2-40B4-BE49-F238E27FC236}">
                <a16:creationId xmlns:a16="http://schemas.microsoft.com/office/drawing/2014/main" id="{B7530F53-057A-E200-D914-C2D314B714F4}"/>
              </a:ext>
            </a:extLst>
          </p:cNvPr>
          <p:cNvSpPr txBox="1"/>
          <p:nvPr/>
        </p:nvSpPr>
        <p:spPr>
          <a:xfrm>
            <a:off x="10564659" y="6409896"/>
            <a:ext cx="1578281" cy="365711"/>
          </a:xfrm>
          <a:prstGeom prst="rect">
            <a:avLst/>
          </a:prstGeom>
          <a:solidFill>
            <a:schemeClr val="bg1"/>
          </a:solidFill>
          <a:ln>
            <a:noFill/>
          </a:ln>
        </p:spPr>
        <p:txBody>
          <a:bodyPr spcFirstLastPara="1" wrap="square" lIns="68575" tIns="34275" rIns="68575" bIns="34275" anchor="t" anchorCtr="0">
            <a:spAutoFit/>
          </a:bodyPr>
          <a:lstStyle>
            <a:defPPr marR="0" lvl="0" algn="l" rtl="0">
              <a:lnSpc>
                <a:spcPct val="100000"/>
              </a:lnSpc>
              <a:spcBef>
                <a:spcPts val="0"/>
              </a:spcBef>
              <a:spcAft>
                <a:spcPts val="0"/>
              </a:spcAft>
            </a:defPPr>
            <a:lvl1pPr marL="457200" indent="-317500">
              <a:lnSpc>
                <a:spcPct val="90000"/>
              </a:lnSpc>
              <a:spcBef>
                <a:spcPts val="800"/>
              </a:spcBef>
              <a:buClr>
                <a:schemeClr val="dk1"/>
              </a:buClr>
              <a:buSzPts val="1400"/>
              <a:buChar char="•"/>
              <a:defRPr>
                <a:solidFill>
                  <a:schemeClr val="dk1"/>
                </a:solidFill>
              </a:defRPr>
            </a:lvl1pPr>
            <a:lvl2pPr marL="914400" indent="-304800">
              <a:lnSpc>
                <a:spcPct val="90000"/>
              </a:lnSpc>
              <a:spcBef>
                <a:spcPts val="400"/>
              </a:spcBef>
              <a:buClr>
                <a:schemeClr val="dk1"/>
              </a:buClr>
              <a:buSzPts val="1200"/>
              <a:buChar char="•"/>
              <a:defRPr sz="1200">
                <a:solidFill>
                  <a:schemeClr val="dk1"/>
                </a:solidFill>
              </a:defRPr>
            </a:lvl2pPr>
            <a:lvl3pPr marL="1371600" indent="-304800">
              <a:lnSpc>
                <a:spcPct val="90000"/>
              </a:lnSpc>
              <a:spcBef>
                <a:spcPts val="400"/>
              </a:spcBef>
              <a:buClr>
                <a:schemeClr val="dk1"/>
              </a:buClr>
              <a:buSzPts val="1200"/>
              <a:buChar char="•"/>
              <a:defRPr sz="1200">
                <a:solidFill>
                  <a:schemeClr val="dk1"/>
                </a:solidFill>
              </a:defRPr>
            </a:lvl3pPr>
            <a:lvl4pPr marL="1828800" indent="-304800">
              <a:lnSpc>
                <a:spcPct val="90000"/>
              </a:lnSpc>
              <a:spcBef>
                <a:spcPts val="400"/>
              </a:spcBef>
              <a:buClr>
                <a:schemeClr val="dk1"/>
              </a:buClr>
              <a:buSzPts val="1200"/>
              <a:buChar char="•"/>
              <a:defRPr sz="1200">
                <a:solidFill>
                  <a:schemeClr val="dk1"/>
                </a:solidFill>
              </a:defRPr>
            </a:lvl4pPr>
            <a:lvl5pPr marL="2286000" indent="-304800">
              <a:lnSpc>
                <a:spcPct val="90000"/>
              </a:lnSpc>
              <a:spcBef>
                <a:spcPts val="400"/>
              </a:spcBef>
              <a:buClr>
                <a:schemeClr val="dk1"/>
              </a:buClr>
              <a:buSzPts val="1200"/>
              <a:buChar char="•"/>
              <a:defRPr sz="1200">
                <a:solidFill>
                  <a:schemeClr val="dk1"/>
                </a:solidFill>
              </a:defRPr>
            </a:lvl5pPr>
            <a:lvl6pPr marL="2743200" indent="-317500">
              <a:lnSpc>
                <a:spcPct val="90000"/>
              </a:lnSpc>
              <a:spcBef>
                <a:spcPts val="400"/>
              </a:spcBef>
              <a:buClr>
                <a:schemeClr val="dk1"/>
              </a:buClr>
              <a:buSzPts val="1400"/>
              <a:buChar char="•"/>
              <a:defRPr>
                <a:solidFill>
                  <a:schemeClr val="dk1"/>
                </a:solidFill>
              </a:defRPr>
            </a:lvl6pPr>
            <a:lvl7pPr marL="3200400" indent="-317500">
              <a:lnSpc>
                <a:spcPct val="90000"/>
              </a:lnSpc>
              <a:spcBef>
                <a:spcPts val="400"/>
              </a:spcBef>
              <a:buClr>
                <a:schemeClr val="dk1"/>
              </a:buClr>
              <a:buSzPts val="1400"/>
              <a:buChar char="•"/>
              <a:defRPr>
                <a:solidFill>
                  <a:schemeClr val="dk1"/>
                </a:solidFill>
              </a:defRPr>
            </a:lvl7pPr>
            <a:lvl8pPr marL="3657600" indent="-317500">
              <a:lnSpc>
                <a:spcPct val="90000"/>
              </a:lnSpc>
              <a:spcBef>
                <a:spcPts val="400"/>
              </a:spcBef>
              <a:buClr>
                <a:schemeClr val="dk1"/>
              </a:buClr>
              <a:buSzPts val="1400"/>
              <a:buChar char="•"/>
              <a:defRPr>
                <a:solidFill>
                  <a:schemeClr val="dk1"/>
                </a:solidFill>
              </a:defRPr>
            </a:lvl8pPr>
            <a:lvl9pPr marL="4114800" indent="-317500">
              <a:lnSpc>
                <a:spcPct val="90000"/>
              </a:lnSpc>
              <a:spcBef>
                <a:spcPts val="400"/>
              </a:spcBef>
              <a:buClr>
                <a:schemeClr val="dk1"/>
              </a:buClr>
              <a:buSzPts val="1400"/>
              <a:buChar char="•"/>
              <a:defRPr>
                <a:solidFill>
                  <a:schemeClr val="dk1"/>
                </a:solidFill>
              </a:defRPr>
            </a:lvl9pPr>
          </a:lstStyle>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391400" y="0"/>
            <a:ext cx="4800600" cy="6858000"/>
          </a:xfrm>
          <a:prstGeom prst="rect">
            <a:avLst/>
          </a:prstGeom>
        </p:spPr>
      </p:pic>
      <p:sp>
        <p:nvSpPr>
          <p:cNvPr id="3" name="Text 0"/>
          <p:cNvSpPr/>
          <p:nvPr/>
        </p:nvSpPr>
        <p:spPr>
          <a:xfrm>
            <a:off x="421482" y="331193"/>
            <a:ext cx="5530751" cy="244673"/>
          </a:xfrm>
          <a:prstGeom prst="rect">
            <a:avLst/>
          </a:prstGeom>
          <a:noFill/>
          <a:ln/>
        </p:spPr>
        <p:txBody>
          <a:bodyPr wrap="none" lIns="0" tIns="0" rIns="0" bIns="0" rtlCol="0" anchor="t"/>
          <a:lstStyle/>
          <a:p>
            <a:pPr>
              <a:lnSpc>
                <a:spcPts val="1917"/>
              </a:lnSpc>
            </a:pPr>
            <a:r>
              <a:rPr lang="en-US" sz="1600" b="1" dirty="0">
                <a:solidFill>
                  <a:srgbClr val="2E3C4E"/>
                </a:solidFill>
                <a:latin typeface="Host Grotesk Medium" pitchFamily="34" charset="0"/>
                <a:ea typeface="Host Grotesk Medium" pitchFamily="34" charset="-122"/>
                <a:cs typeface="Host Grotesk Medium" pitchFamily="34" charset="-120"/>
              </a:rPr>
              <a:t>Governance &amp; Consumption: Role-Based Analytics &amp; Security</a:t>
            </a:r>
            <a:endParaRPr lang="en-US" sz="1600" b="1" dirty="0"/>
          </a:p>
        </p:txBody>
      </p:sp>
      <p:sp>
        <p:nvSpPr>
          <p:cNvPr id="4" name="Text 1"/>
          <p:cNvSpPr/>
          <p:nvPr/>
        </p:nvSpPr>
        <p:spPr>
          <a:xfrm>
            <a:off x="421482" y="693241"/>
            <a:ext cx="6777038" cy="234752"/>
          </a:xfrm>
          <a:prstGeom prst="rect">
            <a:avLst/>
          </a:prstGeom>
          <a:noFill/>
          <a:ln/>
        </p:spPr>
        <p:txBody>
          <a:bodyPr wrap="square" lIns="0" tIns="0" rIns="0" bIns="0" rtlCol="0" anchor="t"/>
          <a:lstStyle/>
          <a:p>
            <a:pPr>
              <a:lnSpc>
                <a:spcPts val="917"/>
              </a:lnSpc>
            </a:pPr>
            <a:r>
              <a:rPr lang="en-US" sz="583" dirty="0">
                <a:solidFill>
                  <a:srgbClr val="384653"/>
                </a:solidFill>
                <a:latin typeface="Roboto" pitchFamily="34" charset="0"/>
                <a:ea typeface="Roboto" pitchFamily="34" charset="-122"/>
                <a:cs typeface="Roboto" pitchFamily="34" charset="-120"/>
              </a:rPr>
              <a:t>The Consumption layer (formerly Presentation) exposes Gold tables through curated, role-based views with comprehensive governance controls, security policies, and optimized query patterns for self-service analytics across the organization.</a:t>
            </a:r>
            <a:endParaRPr lang="en-US" sz="583" dirty="0"/>
          </a:p>
        </p:txBody>
      </p:sp>
      <p:sp>
        <p:nvSpPr>
          <p:cNvPr id="5" name="Text 2"/>
          <p:cNvSpPr/>
          <p:nvPr/>
        </p:nvSpPr>
        <p:spPr>
          <a:xfrm>
            <a:off x="421481" y="1045369"/>
            <a:ext cx="2301082" cy="195659"/>
          </a:xfrm>
          <a:prstGeom prst="rect">
            <a:avLst/>
          </a:prstGeom>
          <a:noFill/>
          <a:ln/>
        </p:spPr>
        <p:txBody>
          <a:bodyPr wrap="none" lIns="0" tIns="0" rIns="0" bIns="0" rtlCol="0" anchor="t"/>
          <a:lstStyle/>
          <a:p>
            <a:pPr>
              <a:lnSpc>
                <a:spcPts val="1500"/>
              </a:lnSpc>
            </a:pPr>
            <a:r>
              <a:rPr lang="en-US" sz="1208" dirty="0">
                <a:solidFill>
                  <a:srgbClr val="2E3C4E"/>
                </a:solidFill>
                <a:latin typeface="Host Grotesk Medium" pitchFamily="34" charset="0"/>
                <a:ea typeface="Host Grotesk Medium" pitchFamily="34" charset="-122"/>
                <a:cs typeface="Host Grotesk Medium" pitchFamily="34" charset="-120"/>
              </a:rPr>
              <a:t>Consumption Layer Architecture</a:t>
            </a:r>
            <a:endParaRPr lang="en-US" sz="1208" dirty="0"/>
          </a:p>
        </p:txBody>
      </p:sp>
      <p:sp>
        <p:nvSpPr>
          <p:cNvPr id="6" name="Text 3"/>
          <p:cNvSpPr/>
          <p:nvPr/>
        </p:nvSpPr>
        <p:spPr>
          <a:xfrm>
            <a:off x="421482" y="1358404"/>
            <a:ext cx="6777038" cy="234752"/>
          </a:xfrm>
          <a:prstGeom prst="rect">
            <a:avLst/>
          </a:prstGeom>
          <a:noFill/>
          <a:ln/>
        </p:spPr>
        <p:txBody>
          <a:bodyPr wrap="square" lIns="0" tIns="0" rIns="0" bIns="0" rtlCol="0" anchor="t"/>
          <a:lstStyle/>
          <a:p>
            <a:pPr>
              <a:lnSpc>
                <a:spcPts val="917"/>
              </a:lnSpc>
            </a:pPr>
            <a:r>
              <a:rPr lang="en-US" sz="583" dirty="0">
                <a:solidFill>
                  <a:srgbClr val="384653"/>
                </a:solidFill>
                <a:latin typeface="Roboto" pitchFamily="34" charset="0"/>
                <a:ea typeface="Roboto" pitchFamily="34" charset="-122"/>
                <a:cs typeface="Roboto" pitchFamily="34" charset="-120"/>
              </a:rPr>
              <a:t>The Consumption layer implements a comprehensive governance framework including role based access control, safe views for not exposing sensitive information, optimized query patterns for BI tool performance, business-friendly naming conventions, and integration with popular BI tools (Tableau, Looker, Power BI).</a:t>
            </a:r>
            <a:endParaRPr lang="en-US" sz="583" dirty="0"/>
          </a:p>
        </p:txBody>
      </p:sp>
      <p:sp>
        <p:nvSpPr>
          <p:cNvPr id="7" name="Text 4"/>
          <p:cNvSpPr/>
          <p:nvPr/>
        </p:nvSpPr>
        <p:spPr>
          <a:xfrm>
            <a:off x="421481" y="1710532"/>
            <a:ext cx="1565672" cy="195659"/>
          </a:xfrm>
          <a:prstGeom prst="rect">
            <a:avLst/>
          </a:prstGeom>
          <a:noFill/>
          <a:ln/>
        </p:spPr>
        <p:txBody>
          <a:bodyPr wrap="none" lIns="0" tIns="0" rIns="0" bIns="0" rtlCol="0" anchor="t"/>
          <a:lstStyle/>
          <a:p>
            <a:pPr>
              <a:lnSpc>
                <a:spcPts val="1500"/>
              </a:lnSpc>
            </a:pPr>
            <a:r>
              <a:rPr lang="en-US" sz="1208" dirty="0">
                <a:solidFill>
                  <a:srgbClr val="2E3C4E"/>
                </a:solidFill>
                <a:latin typeface="Host Grotesk Medium" pitchFamily="34" charset="0"/>
                <a:ea typeface="Host Grotesk Medium" pitchFamily="34" charset="-122"/>
                <a:cs typeface="Host Grotesk Medium" pitchFamily="34" charset="-120"/>
              </a:rPr>
              <a:t>KPI Views</a:t>
            </a:r>
            <a:endParaRPr lang="en-US" sz="1208" dirty="0"/>
          </a:p>
        </p:txBody>
      </p:sp>
      <p:sp>
        <p:nvSpPr>
          <p:cNvPr id="8" name="Text 5"/>
          <p:cNvSpPr/>
          <p:nvPr/>
        </p:nvSpPr>
        <p:spPr>
          <a:xfrm>
            <a:off x="421482" y="1937445"/>
            <a:ext cx="1498600" cy="146844"/>
          </a:xfrm>
          <a:prstGeom prst="rect">
            <a:avLst/>
          </a:prstGeom>
          <a:noFill/>
          <a:ln/>
        </p:spPr>
        <p:txBody>
          <a:bodyPr wrap="none" lIns="0" tIns="0" rIns="0" bIns="0" rtlCol="0" anchor="t"/>
          <a:lstStyle/>
          <a:p>
            <a:pPr>
              <a:lnSpc>
                <a:spcPts val="1125"/>
              </a:lnSpc>
            </a:pPr>
            <a:r>
              <a:rPr lang="en-US" sz="917" dirty="0">
                <a:solidFill>
                  <a:srgbClr val="2E3C4E"/>
                </a:solidFill>
                <a:latin typeface="Host Grotesk Medium" pitchFamily="34" charset="0"/>
                <a:ea typeface="Host Grotesk Medium" pitchFamily="34" charset="-122"/>
                <a:cs typeface="Host Grotesk Medium" pitchFamily="34" charset="-120"/>
              </a:rPr>
              <a:t>Executive &amp; Strategic Views</a:t>
            </a:r>
            <a:endParaRPr lang="en-US" sz="917" dirty="0"/>
          </a:p>
        </p:txBody>
      </p:sp>
      <p:sp>
        <p:nvSpPr>
          <p:cNvPr id="9" name="Text 6"/>
          <p:cNvSpPr/>
          <p:nvPr/>
        </p:nvSpPr>
        <p:spPr>
          <a:xfrm>
            <a:off x="421482" y="2201665"/>
            <a:ext cx="6777038" cy="117376"/>
          </a:xfrm>
          <a:prstGeom prst="rect">
            <a:avLst/>
          </a:prstGeom>
          <a:noFill/>
          <a:ln/>
        </p:spPr>
        <p:txBody>
          <a:bodyPr wrap="none" lIns="0" tIns="0" rIns="0" bIns="0" rtlCol="0" anchor="t"/>
          <a:lstStyle/>
          <a:p>
            <a:pPr marL="285739" indent="-285739">
              <a:lnSpc>
                <a:spcPts val="917"/>
              </a:lnSpc>
              <a:buSzPct val="100000"/>
              <a:buChar char="•"/>
            </a:pPr>
            <a:r>
              <a:rPr lang="en-US" sz="583" dirty="0">
                <a:solidFill>
                  <a:srgbClr val="384653"/>
                </a:solidFill>
                <a:latin typeface="Roboto" pitchFamily="34" charset="0"/>
                <a:ea typeface="Roboto" pitchFamily="34" charset="-122"/>
                <a:cs typeface="Roboto" pitchFamily="34" charset="-120"/>
              </a:rPr>
              <a:t>V_EXEC_DAILY_SCORECARD: Daily metrics dashboard with drill-down analysis.</a:t>
            </a:r>
            <a:endParaRPr lang="en-US" sz="583" dirty="0"/>
          </a:p>
        </p:txBody>
      </p:sp>
      <p:sp>
        <p:nvSpPr>
          <p:cNvPr id="10" name="Text 7"/>
          <p:cNvSpPr/>
          <p:nvPr/>
        </p:nvSpPr>
        <p:spPr>
          <a:xfrm>
            <a:off x="421482" y="2346425"/>
            <a:ext cx="6777038" cy="117376"/>
          </a:xfrm>
          <a:prstGeom prst="rect">
            <a:avLst/>
          </a:prstGeom>
          <a:noFill/>
          <a:ln/>
        </p:spPr>
        <p:txBody>
          <a:bodyPr wrap="none" lIns="0" tIns="0" rIns="0" bIns="0" rtlCol="0" anchor="t"/>
          <a:lstStyle/>
          <a:p>
            <a:pPr marL="285739" indent="-285739">
              <a:lnSpc>
                <a:spcPts val="917"/>
              </a:lnSpc>
              <a:buSzPct val="100000"/>
              <a:buChar char="•"/>
            </a:pPr>
            <a:r>
              <a:rPr lang="en-US" sz="583" dirty="0">
                <a:solidFill>
                  <a:srgbClr val="384653"/>
                </a:solidFill>
                <a:latin typeface="Roboto" pitchFamily="34" charset="0"/>
                <a:ea typeface="Roboto" pitchFamily="34" charset="-122"/>
                <a:cs typeface="Roboto" pitchFamily="34" charset="-120"/>
              </a:rPr>
              <a:t>V_REVENUE_DAILY: Fleet-wide revenue rollups and trend analysis.</a:t>
            </a:r>
            <a:endParaRPr lang="en-US" sz="583" dirty="0"/>
          </a:p>
        </p:txBody>
      </p:sp>
      <p:sp>
        <p:nvSpPr>
          <p:cNvPr id="11" name="Text 8"/>
          <p:cNvSpPr/>
          <p:nvPr/>
        </p:nvSpPr>
        <p:spPr>
          <a:xfrm>
            <a:off x="421482" y="2491185"/>
            <a:ext cx="6777038" cy="117376"/>
          </a:xfrm>
          <a:prstGeom prst="rect">
            <a:avLst/>
          </a:prstGeom>
          <a:noFill/>
          <a:ln/>
        </p:spPr>
        <p:txBody>
          <a:bodyPr wrap="none" lIns="0" tIns="0" rIns="0" bIns="0" rtlCol="0" anchor="t"/>
          <a:lstStyle/>
          <a:p>
            <a:pPr marL="285739" indent="-285739">
              <a:lnSpc>
                <a:spcPts val="917"/>
              </a:lnSpc>
              <a:buSzPct val="100000"/>
              <a:buChar char="•"/>
            </a:pPr>
            <a:r>
              <a:rPr lang="en-US" sz="583" dirty="0">
                <a:solidFill>
                  <a:srgbClr val="384653"/>
                </a:solidFill>
                <a:latin typeface="Roboto" pitchFamily="34" charset="0"/>
                <a:ea typeface="Roboto" pitchFamily="34" charset="-122"/>
                <a:cs typeface="Roboto" pitchFamily="34" charset="-120"/>
              </a:rPr>
              <a:t>V_TOP_TRUCKS_REVENUE: Leaderboard ranking by revenue performance.</a:t>
            </a:r>
            <a:endParaRPr lang="en-US" sz="583" dirty="0"/>
          </a:p>
        </p:txBody>
      </p:sp>
      <p:sp>
        <p:nvSpPr>
          <p:cNvPr id="12" name="Text 9"/>
          <p:cNvSpPr/>
          <p:nvPr/>
        </p:nvSpPr>
        <p:spPr>
          <a:xfrm>
            <a:off x="421482" y="2635945"/>
            <a:ext cx="6777038" cy="117376"/>
          </a:xfrm>
          <a:prstGeom prst="rect">
            <a:avLst/>
          </a:prstGeom>
          <a:noFill/>
          <a:ln/>
        </p:spPr>
        <p:txBody>
          <a:bodyPr wrap="none" lIns="0" tIns="0" rIns="0" bIns="0" rtlCol="0" anchor="t"/>
          <a:lstStyle/>
          <a:p>
            <a:pPr marL="285739" indent="-285739">
              <a:lnSpc>
                <a:spcPts val="917"/>
              </a:lnSpc>
              <a:buSzPct val="100000"/>
              <a:buChar char="•"/>
            </a:pPr>
            <a:r>
              <a:rPr lang="en-US" sz="583" dirty="0">
                <a:solidFill>
                  <a:srgbClr val="384653"/>
                </a:solidFill>
                <a:latin typeface="Roboto" pitchFamily="34" charset="0"/>
                <a:ea typeface="Roboto" pitchFamily="34" charset="-122"/>
                <a:cs typeface="Roboto" pitchFamily="34" charset="-120"/>
              </a:rPr>
              <a:t>V_REVENUE_GROWTH: Week-over-week and month-over-month growth rates.</a:t>
            </a:r>
            <a:endParaRPr lang="en-US" sz="583" dirty="0"/>
          </a:p>
        </p:txBody>
      </p:sp>
      <p:sp>
        <p:nvSpPr>
          <p:cNvPr id="13" name="Text 10"/>
          <p:cNvSpPr/>
          <p:nvPr/>
        </p:nvSpPr>
        <p:spPr>
          <a:xfrm>
            <a:off x="421482" y="2870696"/>
            <a:ext cx="1650008" cy="146844"/>
          </a:xfrm>
          <a:prstGeom prst="rect">
            <a:avLst/>
          </a:prstGeom>
          <a:noFill/>
          <a:ln/>
        </p:spPr>
        <p:txBody>
          <a:bodyPr wrap="none" lIns="0" tIns="0" rIns="0" bIns="0" rtlCol="0" anchor="t"/>
          <a:lstStyle/>
          <a:p>
            <a:pPr>
              <a:lnSpc>
                <a:spcPts val="1125"/>
              </a:lnSpc>
            </a:pPr>
            <a:r>
              <a:rPr lang="en-US" sz="917" dirty="0">
                <a:solidFill>
                  <a:srgbClr val="2E3C4E"/>
                </a:solidFill>
                <a:latin typeface="Host Grotesk Medium" pitchFamily="34" charset="0"/>
                <a:ea typeface="Host Grotesk Medium" pitchFamily="34" charset="-122"/>
                <a:cs typeface="Host Grotesk Medium" pitchFamily="34" charset="-120"/>
              </a:rPr>
              <a:t>Operational &amp; Analytical Views</a:t>
            </a:r>
            <a:endParaRPr lang="en-US" sz="917" dirty="0"/>
          </a:p>
        </p:txBody>
      </p:sp>
      <p:sp>
        <p:nvSpPr>
          <p:cNvPr id="14" name="Text 11"/>
          <p:cNvSpPr/>
          <p:nvPr/>
        </p:nvSpPr>
        <p:spPr>
          <a:xfrm>
            <a:off x="421482" y="3134916"/>
            <a:ext cx="6777038" cy="117376"/>
          </a:xfrm>
          <a:prstGeom prst="rect">
            <a:avLst/>
          </a:prstGeom>
          <a:noFill/>
          <a:ln/>
        </p:spPr>
        <p:txBody>
          <a:bodyPr wrap="none" lIns="0" tIns="0" rIns="0" bIns="0" rtlCol="0" anchor="t"/>
          <a:lstStyle/>
          <a:p>
            <a:pPr marL="285739" indent="-285739">
              <a:lnSpc>
                <a:spcPts val="917"/>
              </a:lnSpc>
              <a:buSzPct val="100000"/>
              <a:buChar char="•"/>
            </a:pPr>
            <a:r>
              <a:rPr lang="en-US" sz="583" dirty="0">
                <a:solidFill>
                  <a:srgbClr val="384653"/>
                </a:solidFill>
                <a:latin typeface="Roboto" pitchFamily="34" charset="0"/>
                <a:ea typeface="Roboto" pitchFamily="34" charset="-122"/>
                <a:cs typeface="Roboto" pitchFamily="34" charset="-120"/>
              </a:rPr>
              <a:t>V_OPS_DAILY: Aggregated operational metrics (fuel efficiency, idle time).</a:t>
            </a:r>
            <a:endParaRPr lang="en-US" sz="583" dirty="0"/>
          </a:p>
        </p:txBody>
      </p:sp>
      <p:sp>
        <p:nvSpPr>
          <p:cNvPr id="15" name="Text 12"/>
          <p:cNvSpPr/>
          <p:nvPr/>
        </p:nvSpPr>
        <p:spPr>
          <a:xfrm>
            <a:off x="421482" y="3279676"/>
            <a:ext cx="6777038" cy="117376"/>
          </a:xfrm>
          <a:prstGeom prst="rect">
            <a:avLst/>
          </a:prstGeom>
          <a:noFill/>
          <a:ln/>
        </p:spPr>
        <p:txBody>
          <a:bodyPr wrap="none" lIns="0" tIns="0" rIns="0" bIns="0" rtlCol="0" anchor="t"/>
          <a:lstStyle/>
          <a:p>
            <a:pPr marL="285739" indent="-285739">
              <a:lnSpc>
                <a:spcPts val="917"/>
              </a:lnSpc>
              <a:buSzPct val="100000"/>
              <a:buChar char="•"/>
            </a:pPr>
            <a:r>
              <a:rPr lang="en-US" sz="583" dirty="0">
                <a:solidFill>
                  <a:srgbClr val="384653"/>
                </a:solidFill>
                <a:latin typeface="Roboto" pitchFamily="34" charset="0"/>
                <a:ea typeface="Roboto" pitchFamily="34" charset="-122"/>
                <a:cs typeface="Roboto" pitchFamily="34" charset="-120"/>
              </a:rPr>
              <a:t>V_OPS_EXCEPTIONS_DAILY: Anomaly detection for out-of-bounds metrics.</a:t>
            </a:r>
            <a:endParaRPr lang="en-US" sz="583" dirty="0"/>
          </a:p>
        </p:txBody>
      </p:sp>
      <p:sp>
        <p:nvSpPr>
          <p:cNvPr id="16" name="Text 13"/>
          <p:cNvSpPr/>
          <p:nvPr/>
        </p:nvSpPr>
        <p:spPr>
          <a:xfrm>
            <a:off x="421482" y="3424436"/>
            <a:ext cx="6777038" cy="117376"/>
          </a:xfrm>
          <a:prstGeom prst="rect">
            <a:avLst/>
          </a:prstGeom>
          <a:noFill/>
          <a:ln/>
        </p:spPr>
        <p:txBody>
          <a:bodyPr wrap="none" lIns="0" tIns="0" rIns="0" bIns="0" rtlCol="0" anchor="t"/>
          <a:lstStyle/>
          <a:p>
            <a:pPr marL="285739" indent="-285739">
              <a:lnSpc>
                <a:spcPts val="917"/>
              </a:lnSpc>
              <a:buSzPct val="100000"/>
              <a:buChar char="•"/>
            </a:pPr>
            <a:r>
              <a:rPr lang="en-US" sz="583" dirty="0">
                <a:solidFill>
                  <a:srgbClr val="384653"/>
                </a:solidFill>
                <a:latin typeface="Roboto" pitchFamily="34" charset="0"/>
                <a:ea typeface="Roboto" pitchFamily="34" charset="-122"/>
                <a:cs typeface="Roboto" pitchFamily="34" charset="-120"/>
              </a:rPr>
              <a:t>V_NPS_DAILY: NPS trend analysis with sentiment classification.</a:t>
            </a:r>
            <a:endParaRPr lang="en-US" sz="583" dirty="0"/>
          </a:p>
        </p:txBody>
      </p:sp>
      <p:sp>
        <p:nvSpPr>
          <p:cNvPr id="17" name="Text 14"/>
          <p:cNvSpPr/>
          <p:nvPr/>
        </p:nvSpPr>
        <p:spPr>
          <a:xfrm>
            <a:off x="421482" y="3569196"/>
            <a:ext cx="6777038" cy="117376"/>
          </a:xfrm>
          <a:prstGeom prst="rect">
            <a:avLst/>
          </a:prstGeom>
          <a:noFill/>
          <a:ln/>
        </p:spPr>
        <p:txBody>
          <a:bodyPr wrap="none" lIns="0" tIns="0" rIns="0" bIns="0" rtlCol="0" anchor="t"/>
          <a:lstStyle/>
          <a:p>
            <a:pPr marL="285739" indent="-285739">
              <a:lnSpc>
                <a:spcPts val="917"/>
              </a:lnSpc>
              <a:buSzPct val="100000"/>
              <a:buChar char="•"/>
            </a:pPr>
            <a:r>
              <a:rPr lang="en-US" sz="583" dirty="0">
                <a:solidFill>
                  <a:srgbClr val="384653"/>
                </a:solidFill>
                <a:latin typeface="Roboto" pitchFamily="34" charset="0"/>
                <a:ea typeface="Roboto" pitchFamily="34" charset="-122"/>
                <a:cs typeface="Roboto" pitchFamily="34" charset="-120"/>
              </a:rPr>
              <a:t>V_MAINTENANCE_FORECAST: Predictive maintenance for service needs.</a:t>
            </a:r>
            <a:endParaRPr lang="en-US" sz="583" dirty="0"/>
          </a:p>
        </p:txBody>
      </p:sp>
      <p:sp>
        <p:nvSpPr>
          <p:cNvPr id="18" name="Text 15"/>
          <p:cNvSpPr/>
          <p:nvPr/>
        </p:nvSpPr>
        <p:spPr>
          <a:xfrm>
            <a:off x="421482" y="3803948"/>
            <a:ext cx="1706761" cy="195659"/>
          </a:xfrm>
          <a:prstGeom prst="rect">
            <a:avLst/>
          </a:prstGeom>
          <a:noFill/>
          <a:ln/>
        </p:spPr>
        <p:txBody>
          <a:bodyPr wrap="none" lIns="0" tIns="0" rIns="0" bIns="0" rtlCol="0" anchor="t"/>
          <a:lstStyle/>
          <a:p>
            <a:pPr>
              <a:lnSpc>
                <a:spcPts val="1500"/>
              </a:lnSpc>
            </a:pPr>
            <a:r>
              <a:rPr lang="en-US" sz="1208" dirty="0">
                <a:solidFill>
                  <a:srgbClr val="2E3C4E"/>
                </a:solidFill>
                <a:latin typeface="Host Grotesk Medium" pitchFamily="34" charset="0"/>
                <a:ea typeface="Host Grotesk Medium" pitchFamily="34" charset="-122"/>
                <a:cs typeface="Host Grotesk Medium" pitchFamily="34" charset="-120"/>
              </a:rPr>
              <a:t>Governance Framework</a:t>
            </a:r>
            <a:endParaRPr lang="en-US" sz="1208" dirty="0"/>
          </a:p>
        </p:txBody>
      </p:sp>
      <p:sp>
        <p:nvSpPr>
          <p:cNvPr id="19" name="Text 16"/>
          <p:cNvSpPr/>
          <p:nvPr/>
        </p:nvSpPr>
        <p:spPr>
          <a:xfrm>
            <a:off x="1368624" y="4271069"/>
            <a:ext cx="1553071" cy="122238"/>
          </a:xfrm>
          <a:prstGeom prst="rect">
            <a:avLst/>
          </a:prstGeom>
          <a:noFill/>
          <a:ln/>
        </p:spPr>
        <p:txBody>
          <a:bodyPr wrap="none" lIns="0" tIns="0" rIns="0" bIns="0" rtlCol="0" anchor="t"/>
          <a:lstStyle/>
          <a:p>
            <a:pPr algn="r">
              <a:lnSpc>
                <a:spcPts val="958"/>
              </a:lnSpc>
            </a:pPr>
            <a:r>
              <a:rPr lang="en-US" sz="750" dirty="0">
                <a:solidFill>
                  <a:srgbClr val="384653"/>
                </a:solidFill>
                <a:latin typeface="Host Grotesk Medium" pitchFamily="34" charset="0"/>
                <a:ea typeface="Host Grotesk Medium" pitchFamily="34" charset="-122"/>
                <a:cs typeface="Host Grotesk Medium" pitchFamily="34" charset="-120"/>
              </a:rPr>
              <a:t>Role Based Access Control (RBAC)</a:t>
            </a:r>
            <a:endParaRPr lang="en-US" sz="750" dirty="0"/>
          </a:p>
        </p:txBody>
      </p:sp>
      <p:sp>
        <p:nvSpPr>
          <p:cNvPr id="20" name="Text 17"/>
          <p:cNvSpPr/>
          <p:nvPr/>
        </p:nvSpPr>
        <p:spPr>
          <a:xfrm>
            <a:off x="421482" y="4440237"/>
            <a:ext cx="2500213" cy="234752"/>
          </a:xfrm>
          <a:prstGeom prst="rect">
            <a:avLst/>
          </a:prstGeom>
          <a:noFill/>
          <a:ln/>
        </p:spPr>
        <p:txBody>
          <a:bodyPr wrap="square" lIns="0" tIns="0" rIns="0" bIns="0" rtlCol="0" anchor="t"/>
          <a:lstStyle/>
          <a:p>
            <a:pPr algn="r">
              <a:lnSpc>
                <a:spcPts val="917"/>
              </a:lnSpc>
            </a:pPr>
            <a:r>
              <a:rPr lang="en-US" sz="583" dirty="0">
                <a:solidFill>
                  <a:srgbClr val="384653"/>
                </a:solidFill>
                <a:latin typeface="Roboto" pitchFamily="34" charset="0"/>
                <a:ea typeface="Roboto" pitchFamily="34" charset="-122"/>
                <a:cs typeface="Roboto" pitchFamily="34" charset="-120"/>
              </a:rPr>
              <a:t>Enforce granular permissions based on user roles and organizational hierarchy.</a:t>
            </a:r>
            <a:endParaRPr lang="en-US" sz="583" dirty="0"/>
          </a:p>
        </p:txBody>
      </p:sp>
      <p:pic>
        <p:nvPicPr>
          <p:cNvPr id="21" name="Image 1" descr="preencoded.png"/>
          <p:cNvPicPr>
            <a:picLocks noChangeAspect="1"/>
          </p:cNvPicPr>
          <p:nvPr/>
        </p:nvPicPr>
        <p:blipFill>
          <a:blip r:embed="rId4"/>
          <a:stretch>
            <a:fillRect/>
          </a:stretch>
        </p:blipFill>
        <p:spPr>
          <a:xfrm>
            <a:off x="3039070" y="4116983"/>
            <a:ext cx="1541760" cy="1541760"/>
          </a:xfrm>
          <a:prstGeom prst="rect">
            <a:avLst/>
          </a:prstGeom>
        </p:spPr>
      </p:pic>
      <p:pic>
        <p:nvPicPr>
          <p:cNvPr id="22"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441105" y="4387652"/>
            <a:ext cx="117078" cy="117078"/>
          </a:xfrm>
          <a:prstGeom prst="rect">
            <a:avLst/>
          </a:prstGeom>
        </p:spPr>
      </p:pic>
      <p:sp>
        <p:nvSpPr>
          <p:cNvPr id="23" name="Text 18"/>
          <p:cNvSpPr/>
          <p:nvPr/>
        </p:nvSpPr>
        <p:spPr>
          <a:xfrm>
            <a:off x="4698207" y="4271069"/>
            <a:ext cx="1211758" cy="122238"/>
          </a:xfrm>
          <a:prstGeom prst="rect">
            <a:avLst/>
          </a:prstGeom>
          <a:noFill/>
          <a:ln/>
        </p:spPr>
        <p:txBody>
          <a:bodyPr wrap="none" lIns="0" tIns="0" rIns="0" bIns="0" rtlCol="0" anchor="t"/>
          <a:lstStyle/>
          <a:p>
            <a:pPr>
              <a:lnSpc>
                <a:spcPts val="958"/>
              </a:lnSpc>
            </a:pPr>
            <a:r>
              <a:rPr lang="en-US" sz="750" dirty="0">
                <a:solidFill>
                  <a:srgbClr val="384653"/>
                </a:solidFill>
                <a:latin typeface="Host Grotesk Medium" pitchFamily="34" charset="0"/>
                <a:ea typeface="Host Grotesk Medium" pitchFamily="34" charset="-122"/>
                <a:cs typeface="Host Grotesk Medium" pitchFamily="34" charset="-120"/>
              </a:rPr>
              <a:t>Safe Views (Masking PII)</a:t>
            </a:r>
            <a:endParaRPr lang="en-US" sz="750" dirty="0"/>
          </a:p>
        </p:txBody>
      </p:sp>
      <p:sp>
        <p:nvSpPr>
          <p:cNvPr id="24" name="Text 19"/>
          <p:cNvSpPr/>
          <p:nvPr/>
        </p:nvSpPr>
        <p:spPr>
          <a:xfrm>
            <a:off x="4698207" y="4440237"/>
            <a:ext cx="2500313" cy="234752"/>
          </a:xfrm>
          <a:prstGeom prst="rect">
            <a:avLst/>
          </a:prstGeom>
          <a:noFill/>
          <a:ln/>
        </p:spPr>
        <p:txBody>
          <a:bodyPr wrap="square" lIns="0" tIns="0" rIns="0" bIns="0" rtlCol="0" anchor="t"/>
          <a:lstStyle/>
          <a:p>
            <a:pPr>
              <a:lnSpc>
                <a:spcPts val="917"/>
              </a:lnSpc>
            </a:pPr>
            <a:r>
              <a:rPr lang="en-US" sz="583" dirty="0">
                <a:solidFill>
                  <a:srgbClr val="384653"/>
                </a:solidFill>
                <a:latin typeface="Roboto" pitchFamily="34" charset="0"/>
                <a:ea typeface="Roboto" pitchFamily="34" charset="-122"/>
                <a:cs typeface="Roboto" pitchFamily="34" charset="-120"/>
              </a:rPr>
              <a:t>Only expose safe (non PII, non sensitive) columns for engineers, analysts.</a:t>
            </a:r>
            <a:endParaRPr lang="en-US" sz="583" dirty="0"/>
          </a:p>
        </p:txBody>
      </p:sp>
      <p:pic>
        <p:nvPicPr>
          <p:cNvPr id="25" name="Image 3" descr="preencoded.png"/>
          <p:cNvPicPr>
            <a:picLocks noChangeAspect="1"/>
          </p:cNvPicPr>
          <p:nvPr/>
        </p:nvPicPr>
        <p:blipFill>
          <a:blip r:embed="rId7"/>
          <a:stretch>
            <a:fillRect/>
          </a:stretch>
        </p:blipFill>
        <p:spPr>
          <a:xfrm>
            <a:off x="3039070" y="4116983"/>
            <a:ext cx="1541760" cy="1541760"/>
          </a:xfrm>
          <a:prstGeom prst="rect">
            <a:avLst/>
          </a:prstGeom>
        </p:spPr>
      </p:pic>
      <p:pic>
        <p:nvPicPr>
          <p:cNvPr id="26" name="Image 4"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192885" y="4518919"/>
            <a:ext cx="117078" cy="117078"/>
          </a:xfrm>
          <a:prstGeom prst="rect">
            <a:avLst/>
          </a:prstGeom>
        </p:spPr>
      </p:pic>
      <p:sp>
        <p:nvSpPr>
          <p:cNvPr id="27" name="Text 20"/>
          <p:cNvSpPr/>
          <p:nvPr/>
        </p:nvSpPr>
        <p:spPr>
          <a:xfrm>
            <a:off x="4698207" y="5100638"/>
            <a:ext cx="978495" cy="122238"/>
          </a:xfrm>
          <a:prstGeom prst="rect">
            <a:avLst/>
          </a:prstGeom>
          <a:noFill/>
          <a:ln/>
        </p:spPr>
        <p:txBody>
          <a:bodyPr wrap="none" lIns="0" tIns="0" rIns="0" bIns="0" rtlCol="0" anchor="t"/>
          <a:lstStyle/>
          <a:p>
            <a:pPr>
              <a:lnSpc>
                <a:spcPts val="958"/>
              </a:lnSpc>
            </a:pPr>
            <a:r>
              <a:rPr lang="en-US" sz="750" dirty="0">
                <a:solidFill>
                  <a:srgbClr val="384653"/>
                </a:solidFill>
                <a:latin typeface="Host Grotesk Medium" pitchFamily="34" charset="0"/>
                <a:ea typeface="Host Grotesk Medium" pitchFamily="34" charset="-122"/>
                <a:cs typeface="Host Grotesk Medium" pitchFamily="34" charset="-120"/>
              </a:rPr>
              <a:t>Tagging</a:t>
            </a:r>
            <a:endParaRPr lang="en-US" sz="750" dirty="0"/>
          </a:p>
        </p:txBody>
      </p:sp>
      <p:sp>
        <p:nvSpPr>
          <p:cNvPr id="28" name="Text 21"/>
          <p:cNvSpPr/>
          <p:nvPr/>
        </p:nvSpPr>
        <p:spPr>
          <a:xfrm>
            <a:off x="4698207" y="5269806"/>
            <a:ext cx="2500313" cy="234752"/>
          </a:xfrm>
          <a:prstGeom prst="rect">
            <a:avLst/>
          </a:prstGeom>
          <a:noFill/>
          <a:ln/>
        </p:spPr>
        <p:txBody>
          <a:bodyPr wrap="square" lIns="0" tIns="0" rIns="0" bIns="0" rtlCol="0" anchor="t"/>
          <a:lstStyle/>
          <a:p>
            <a:pPr>
              <a:lnSpc>
                <a:spcPts val="917"/>
              </a:lnSpc>
            </a:pPr>
            <a:r>
              <a:rPr lang="en-US" sz="583" dirty="0">
                <a:solidFill>
                  <a:srgbClr val="384653"/>
                </a:solidFill>
                <a:latin typeface="Roboto" pitchFamily="34" charset="0"/>
                <a:ea typeface="Roboto" pitchFamily="34" charset="-122"/>
                <a:cs typeface="Roboto" pitchFamily="34" charset="-120"/>
              </a:rPr>
              <a:t>Implement data classification and lineage tracking through comprehensive tagging strategy.</a:t>
            </a:r>
            <a:endParaRPr lang="en-US" sz="583" dirty="0"/>
          </a:p>
        </p:txBody>
      </p:sp>
      <p:pic>
        <p:nvPicPr>
          <p:cNvPr id="29" name="Image 5" descr="preencoded.png"/>
          <p:cNvPicPr>
            <a:picLocks noChangeAspect="1"/>
          </p:cNvPicPr>
          <p:nvPr/>
        </p:nvPicPr>
        <p:blipFill>
          <a:blip r:embed="rId10"/>
          <a:stretch>
            <a:fillRect/>
          </a:stretch>
        </p:blipFill>
        <p:spPr>
          <a:xfrm>
            <a:off x="3039070" y="4116983"/>
            <a:ext cx="1541760" cy="1541760"/>
          </a:xfrm>
          <a:prstGeom prst="rect">
            <a:avLst/>
          </a:prstGeom>
        </p:spPr>
      </p:pic>
      <p:pic>
        <p:nvPicPr>
          <p:cNvPr id="30" name="Image 6"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061619" y="5270699"/>
            <a:ext cx="117078" cy="117078"/>
          </a:xfrm>
          <a:prstGeom prst="rect">
            <a:avLst/>
          </a:prstGeom>
        </p:spPr>
      </p:pic>
      <p:sp>
        <p:nvSpPr>
          <p:cNvPr id="31" name="Text 22"/>
          <p:cNvSpPr/>
          <p:nvPr/>
        </p:nvSpPr>
        <p:spPr>
          <a:xfrm>
            <a:off x="1787624" y="5100638"/>
            <a:ext cx="1134070" cy="122238"/>
          </a:xfrm>
          <a:prstGeom prst="rect">
            <a:avLst/>
          </a:prstGeom>
          <a:noFill/>
          <a:ln/>
        </p:spPr>
        <p:txBody>
          <a:bodyPr wrap="none" lIns="0" tIns="0" rIns="0" bIns="0" rtlCol="0" anchor="t"/>
          <a:lstStyle/>
          <a:p>
            <a:pPr algn="r">
              <a:lnSpc>
                <a:spcPts val="958"/>
              </a:lnSpc>
            </a:pPr>
            <a:r>
              <a:rPr lang="en-US" sz="750" dirty="0">
                <a:solidFill>
                  <a:srgbClr val="384653"/>
                </a:solidFill>
                <a:latin typeface="Host Grotesk Medium" pitchFamily="34" charset="0"/>
                <a:ea typeface="Host Grotesk Medium" pitchFamily="34" charset="-122"/>
                <a:cs typeface="Host Grotesk Medium" pitchFamily="34" charset="-120"/>
              </a:rPr>
              <a:t>End-to-End Snowflake Data Lineage</a:t>
            </a:r>
            <a:endParaRPr lang="en-US" sz="750" dirty="0"/>
          </a:p>
        </p:txBody>
      </p:sp>
      <p:sp>
        <p:nvSpPr>
          <p:cNvPr id="32" name="Text 23"/>
          <p:cNvSpPr/>
          <p:nvPr/>
        </p:nvSpPr>
        <p:spPr>
          <a:xfrm>
            <a:off x="421482" y="5269806"/>
            <a:ext cx="2500213" cy="234752"/>
          </a:xfrm>
          <a:prstGeom prst="rect">
            <a:avLst/>
          </a:prstGeom>
          <a:noFill/>
          <a:ln/>
        </p:spPr>
        <p:txBody>
          <a:bodyPr wrap="square" lIns="0" tIns="0" rIns="0" bIns="0" rtlCol="0" anchor="t"/>
          <a:lstStyle/>
          <a:p>
            <a:pPr algn="r">
              <a:lnSpc>
                <a:spcPts val="917"/>
              </a:lnSpc>
            </a:pPr>
            <a:r>
              <a:rPr lang="en-US" sz="583" dirty="0">
                <a:solidFill>
                  <a:srgbClr val="384653"/>
                </a:solidFill>
                <a:latin typeface="Roboto" pitchFamily="34" charset="0"/>
                <a:ea typeface="Roboto" pitchFamily="34" charset="-122"/>
                <a:cs typeface="Roboto" pitchFamily="34" charset="-120"/>
              </a:rPr>
              <a:t>Track data flow from source systems through all processing layers to consumption views for compliance and debugging.</a:t>
            </a:r>
            <a:endParaRPr lang="en-US" sz="583" dirty="0"/>
          </a:p>
        </p:txBody>
      </p:sp>
      <p:pic>
        <p:nvPicPr>
          <p:cNvPr id="33" name="Image 7" descr="preencoded.png"/>
          <p:cNvPicPr>
            <a:picLocks noChangeAspect="1"/>
          </p:cNvPicPr>
          <p:nvPr/>
        </p:nvPicPr>
        <p:blipFill>
          <a:blip r:embed="rId13"/>
          <a:stretch>
            <a:fillRect/>
          </a:stretch>
        </p:blipFill>
        <p:spPr>
          <a:xfrm>
            <a:off x="3039070" y="4116983"/>
            <a:ext cx="1541760" cy="1541760"/>
          </a:xfrm>
          <a:prstGeom prst="rect">
            <a:avLst/>
          </a:prstGeom>
        </p:spPr>
      </p:pic>
      <p:pic>
        <p:nvPicPr>
          <p:cNvPr id="34" name="Image 8" descr="preencoded.png"/>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3309839" y="5139432"/>
            <a:ext cx="117078" cy="117078"/>
          </a:xfrm>
          <a:prstGeom prst="rect">
            <a:avLst/>
          </a:prstGeom>
        </p:spPr>
      </p:pic>
      <p:sp>
        <p:nvSpPr>
          <p:cNvPr id="35" name="Shape 24"/>
          <p:cNvSpPr/>
          <p:nvPr/>
        </p:nvSpPr>
        <p:spPr>
          <a:xfrm>
            <a:off x="421482" y="5746751"/>
            <a:ext cx="6777038" cy="442119"/>
          </a:xfrm>
          <a:prstGeom prst="roundRect">
            <a:avLst>
              <a:gd name="adj" fmla="val 7437"/>
            </a:avLst>
          </a:prstGeom>
          <a:solidFill>
            <a:srgbClr val="C6E4EB"/>
          </a:solidFill>
          <a:ln/>
        </p:spPr>
        <p:txBody>
          <a:bodyPr/>
          <a:lstStyle/>
          <a:p>
            <a:endParaRPr lang="en-US" sz="1167"/>
          </a:p>
        </p:txBody>
      </p:sp>
      <p:pic>
        <p:nvPicPr>
          <p:cNvPr id="36" name="Image 9" descr="preencoded.png"/>
          <p:cNvPicPr>
            <a:picLocks noChangeAspect="1"/>
          </p:cNvPicPr>
          <p:nvPr/>
        </p:nvPicPr>
        <p:blipFill>
          <a:blip r:embed="rId16"/>
          <a:stretch>
            <a:fillRect/>
          </a:stretch>
        </p:blipFill>
        <p:spPr>
          <a:xfrm>
            <a:off x="499765" y="5858569"/>
            <a:ext cx="97830" cy="78283"/>
          </a:xfrm>
          <a:prstGeom prst="rect">
            <a:avLst/>
          </a:prstGeom>
        </p:spPr>
      </p:pic>
      <p:sp>
        <p:nvSpPr>
          <p:cNvPr id="37" name="Text 25"/>
          <p:cNvSpPr/>
          <p:nvPr/>
        </p:nvSpPr>
        <p:spPr>
          <a:xfrm>
            <a:off x="675878" y="5844580"/>
            <a:ext cx="6444357" cy="234752"/>
          </a:xfrm>
          <a:prstGeom prst="rect">
            <a:avLst/>
          </a:prstGeom>
          <a:noFill/>
          <a:ln/>
        </p:spPr>
        <p:txBody>
          <a:bodyPr wrap="square" lIns="0" tIns="0" rIns="0" bIns="0" rtlCol="0" anchor="t"/>
          <a:lstStyle/>
          <a:p>
            <a:pPr>
              <a:lnSpc>
                <a:spcPts val="917"/>
              </a:lnSpc>
            </a:pPr>
            <a:r>
              <a:rPr lang="en-US" sz="583" dirty="0">
                <a:latin typeface="Roboto" pitchFamily="34" charset="0"/>
                <a:ea typeface="Roboto" pitchFamily="34" charset="-122"/>
                <a:cs typeface="Roboto" pitchFamily="34" charset="-120"/>
              </a:rPr>
              <a:t>The 90-day rolling window in DT_EXEC_DAILY_SCORECARD balances analytical depth and compute costs.. This significantly reduces warehouse compute cost while maintaining sub-minute freshness.</a:t>
            </a:r>
            <a:endParaRPr lang="en-US" sz="583" dirty="0"/>
          </a:p>
        </p:txBody>
      </p:sp>
      <p:sp>
        <p:nvSpPr>
          <p:cNvPr id="38" name="TextBox 37">
            <a:extLst>
              <a:ext uri="{FF2B5EF4-FFF2-40B4-BE49-F238E27FC236}">
                <a16:creationId xmlns:a16="http://schemas.microsoft.com/office/drawing/2014/main" id="{2ABF1FA4-14DB-E430-163D-A0C3C9230804}"/>
              </a:ext>
            </a:extLst>
          </p:cNvPr>
          <p:cNvSpPr txBox="1"/>
          <p:nvPr/>
        </p:nvSpPr>
        <p:spPr>
          <a:xfrm>
            <a:off x="10564659" y="6409896"/>
            <a:ext cx="1578281" cy="365711"/>
          </a:xfrm>
          <a:prstGeom prst="rect">
            <a:avLst/>
          </a:prstGeom>
          <a:solidFill>
            <a:schemeClr val="tx2"/>
          </a:solidFill>
          <a:ln>
            <a:noFill/>
          </a:ln>
        </p:spPr>
        <p:txBody>
          <a:bodyPr spcFirstLastPara="1" wrap="square" lIns="68575" tIns="34275" rIns="68575" bIns="34275" anchor="t" anchorCtr="0">
            <a:spAutoFit/>
          </a:bodyPr>
          <a:lstStyle>
            <a:defPPr marR="0" lvl="0" algn="l" rtl="0">
              <a:lnSpc>
                <a:spcPct val="100000"/>
              </a:lnSpc>
              <a:spcBef>
                <a:spcPts val="0"/>
              </a:spcBef>
              <a:spcAft>
                <a:spcPts val="0"/>
              </a:spcAft>
            </a:defPPr>
            <a:lvl1pPr marL="457200" indent="-317500">
              <a:lnSpc>
                <a:spcPct val="90000"/>
              </a:lnSpc>
              <a:spcBef>
                <a:spcPts val="800"/>
              </a:spcBef>
              <a:buClr>
                <a:schemeClr val="dk1"/>
              </a:buClr>
              <a:buSzPts val="1400"/>
              <a:buChar char="•"/>
              <a:defRPr>
                <a:solidFill>
                  <a:schemeClr val="dk1"/>
                </a:solidFill>
              </a:defRPr>
            </a:lvl1pPr>
            <a:lvl2pPr marL="914400" indent="-304800">
              <a:lnSpc>
                <a:spcPct val="90000"/>
              </a:lnSpc>
              <a:spcBef>
                <a:spcPts val="400"/>
              </a:spcBef>
              <a:buClr>
                <a:schemeClr val="dk1"/>
              </a:buClr>
              <a:buSzPts val="1200"/>
              <a:buChar char="•"/>
              <a:defRPr sz="1200">
                <a:solidFill>
                  <a:schemeClr val="dk1"/>
                </a:solidFill>
              </a:defRPr>
            </a:lvl2pPr>
            <a:lvl3pPr marL="1371600" indent="-304800">
              <a:lnSpc>
                <a:spcPct val="90000"/>
              </a:lnSpc>
              <a:spcBef>
                <a:spcPts val="400"/>
              </a:spcBef>
              <a:buClr>
                <a:schemeClr val="dk1"/>
              </a:buClr>
              <a:buSzPts val="1200"/>
              <a:buChar char="•"/>
              <a:defRPr sz="1200">
                <a:solidFill>
                  <a:schemeClr val="dk1"/>
                </a:solidFill>
              </a:defRPr>
            </a:lvl3pPr>
            <a:lvl4pPr marL="1828800" indent="-304800">
              <a:lnSpc>
                <a:spcPct val="90000"/>
              </a:lnSpc>
              <a:spcBef>
                <a:spcPts val="400"/>
              </a:spcBef>
              <a:buClr>
                <a:schemeClr val="dk1"/>
              </a:buClr>
              <a:buSzPts val="1200"/>
              <a:buChar char="•"/>
              <a:defRPr sz="1200">
                <a:solidFill>
                  <a:schemeClr val="dk1"/>
                </a:solidFill>
              </a:defRPr>
            </a:lvl4pPr>
            <a:lvl5pPr marL="2286000" indent="-304800">
              <a:lnSpc>
                <a:spcPct val="90000"/>
              </a:lnSpc>
              <a:spcBef>
                <a:spcPts val="400"/>
              </a:spcBef>
              <a:buClr>
                <a:schemeClr val="dk1"/>
              </a:buClr>
              <a:buSzPts val="1200"/>
              <a:buChar char="•"/>
              <a:defRPr sz="1200">
                <a:solidFill>
                  <a:schemeClr val="dk1"/>
                </a:solidFill>
              </a:defRPr>
            </a:lvl5pPr>
            <a:lvl6pPr marL="2743200" indent="-317500">
              <a:lnSpc>
                <a:spcPct val="90000"/>
              </a:lnSpc>
              <a:spcBef>
                <a:spcPts val="400"/>
              </a:spcBef>
              <a:buClr>
                <a:schemeClr val="dk1"/>
              </a:buClr>
              <a:buSzPts val="1400"/>
              <a:buChar char="•"/>
              <a:defRPr>
                <a:solidFill>
                  <a:schemeClr val="dk1"/>
                </a:solidFill>
              </a:defRPr>
            </a:lvl6pPr>
            <a:lvl7pPr marL="3200400" indent="-317500">
              <a:lnSpc>
                <a:spcPct val="90000"/>
              </a:lnSpc>
              <a:spcBef>
                <a:spcPts val="400"/>
              </a:spcBef>
              <a:buClr>
                <a:schemeClr val="dk1"/>
              </a:buClr>
              <a:buSzPts val="1400"/>
              <a:buChar char="•"/>
              <a:defRPr>
                <a:solidFill>
                  <a:schemeClr val="dk1"/>
                </a:solidFill>
              </a:defRPr>
            </a:lvl7pPr>
            <a:lvl8pPr marL="3657600" indent="-317500">
              <a:lnSpc>
                <a:spcPct val="90000"/>
              </a:lnSpc>
              <a:spcBef>
                <a:spcPts val="400"/>
              </a:spcBef>
              <a:buClr>
                <a:schemeClr val="dk1"/>
              </a:buClr>
              <a:buSzPts val="1400"/>
              <a:buChar char="•"/>
              <a:defRPr>
                <a:solidFill>
                  <a:schemeClr val="dk1"/>
                </a:solidFill>
              </a:defRPr>
            </a:lvl8pPr>
            <a:lvl9pPr marL="4114800" indent="-317500">
              <a:lnSpc>
                <a:spcPct val="90000"/>
              </a:lnSpc>
              <a:spcBef>
                <a:spcPts val="400"/>
              </a:spcBef>
              <a:buClr>
                <a:schemeClr val="dk1"/>
              </a:buClr>
              <a:buSzPts val="1400"/>
              <a:buChar char="•"/>
              <a:defRPr>
                <a:solidFill>
                  <a:schemeClr val="dk1"/>
                </a:solidFill>
              </a:defRPr>
            </a:lvl9pPr>
          </a:lstStyle>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2" hidden="1">
            <a:extLst>
              <a:ext uri="{FF2B5EF4-FFF2-40B4-BE49-F238E27FC236}">
                <a16:creationId xmlns:a16="http://schemas.microsoft.com/office/drawing/2014/main" id="{8D6A13AE-BF13-4D16-880D-A2A995C105BE}"/>
              </a:ext>
            </a:extLst>
          </p:cNvPr>
          <p:cNvGraphicFramePr>
            <a:graphicFrameLocks noChangeAspect="1"/>
          </p:cNvGraphicFramePr>
          <p:nvPr>
            <p:custDataLst>
              <p:tags r:id="rId2"/>
            </p:custDataLst>
            <p:extLst>
              <p:ext uri="{D42A27DB-BD31-4B8C-83A1-F6EECF244321}">
                <p14:modId xmlns:p14="http://schemas.microsoft.com/office/powerpoint/2010/main" val="7449042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1" imgW="592" imgH="591" progId="TCLayout.ActiveDocument.1">
                  <p:embed/>
                </p:oleObj>
              </mc:Choice>
              <mc:Fallback>
                <p:oleObj name="think-cell Slide" r:id="rId21" imgW="592" imgH="591" progId="TCLayout.ActiveDocument.1">
                  <p:embed/>
                  <p:pic>
                    <p:nvPicPr>
                      <p:cNvPr id="6" name="Object 2" hidden="1">
                        <a:extLst>
                          <a:ext uri="{FF2B5EF4-FFF2-40B4-BE49-F238E27FC236}">
                            <a16:creationId xmlns:a16="http://schemas.microsoft.com/office/drawing/2014/main" id="{8D6A13AE-BF13-4D16-880D-A2A995C105BE}"/>
                          </a:ext>
                        </a:extLst>
                      </p:cNvPr>
                      <p:cNvPicPr/>
                      <p:nvPr/>
                    </p:nvPicPr>
                    <p:blipFill>
                      <a:blip r:embed="rId22"/>
                      <a:stretch>
                        <a:fillRect/>
                      </a:stretch>
                    </p:blipFill>
                    <p:spPr>
                      <a:xfrm>
                        <a:off x="1588" y="1588"/>
                        <a:ext cx="1588" cy="1588"/>
                      </a:xfrm>
                      <a:prstGeom prst="rect">
                        <a:avLst/>
                      </a:prstGeom>
                    </p:spPr>
                  </p:pic>
                </p:oleObj>
              </mc:Fallback>
            </mc:AlternateContent>
          </a:graphicData>
        </a:graphic>
      </p:graphicFrame>
      <p:grpSp>
        <p:nvGrpSpPr>
          <p:cNvPr id="12" name="MoonQuater 15">
            <a:extLst>
              <a:ext uri="{FF2B5EF4-FFF2-40B4-BE49-F238E27FC236}">
                <a16:creationId xmlns:a16="http://schemas.microsoft.com/office/drawing/2014/main" id="{5DDBEE31-34E2-0738-67B1-C8557E8D6B43}"/>
              </a:ext>
            </a:extLst>
          </p:cNvPr>
          <p:cNvGrpSpPr>
            <a:grpSpLocks noChangeAspect="1"/>
          </p:cNvGrpSpPr>
          <p:nvPr>
            <p:custDataLst>
              <p:tags r:id="rId3"/>
            </p:custDataLst>
          </p:nvPr>
        </p:nvGrpSpPr>
        <p:grpSpPr>
          <a:xfrm>
            <a:off x="8380267" y="2012950"/>
            <a:ext cx="2242645" cy="3356171"/>
            <a:chOff x="761632" y="1270000"/>
            <a:chExt cx="254368" cy="254000"/>
          </a:xfrm>
        </p:grpSpPr>
        <p:sp>
          <p:nvSpPr>
            <p:cNvPr id="16" name="Oval 15">
              <a:extLst>
                <a:ext uri="{FF2B5EF4-FFF2-40B4-BE49-F238E27FC236}">
                  <a16:creationId xmlns:a16="http://schemas.microsoft.com/office/drawing/2014/main" id="{42C1C257-2581-B6A0-9B36-9C3796DB6982}"/>
                </a:ext>
              </a:extLst>
            </p:cNvPr>
            <p:cNvSpPr/>
            <p:nvPr>
              <p:custDataLst>
                <p:tags r:id="rId18"/>
              </p:custDataLst>
            </p:nvPr>
          </p:nvSpPr>
          <p:spPr>
            <a:xfrm>
              <a:off x="762000" y="1270000"/>
              <a:ext cx="254000" cy="254000"/>
            </a:xfrm>
            <a:prstGeom prst="ellipse">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17" name="Arc 16">
              <a:extLst>
                <a:ext uri="{FF2B5EF4-FFF2-40B4-BE49-F238E27FC236}">
                  <a16:creationId xmlns:a16="http://schemas.microsoft.com/office/drawing/2014/main" id="{815F189C-CD3B-F413-6772-281FE61B0914}"/>
                </a:ext>
              </a:extLst>
            </p:cNvPr>
            <p:cNvSpPr/>
            <p:nvPr>
              <p:custDataLst>
                <p:tags r:id="rId19"/>
              </p:custDataLst>
            </p:nvPr>
          </p:nvSpPr>
          <p:spPr>
            <a:xfrm>
              <a:off x="761632" y="1270000"/>
              <a:ext cx="254000" cy="254000"/>
            </a:xfrm>
            <a:prstGeom prst="arc">
              <a:avLst>
                <a:gd name="adj1" fmla="val 23373"/>
                <a:gd name="adj2" fmla="val 10820423"/>
              </a:avLst>
            </a:prstGeom>
            <a:noFill/>
            <a:ln w="419100" cap="flat" cmpd="sng" algn="ctr">
              <a:solidFill>
                <a:schemeClr val="accent2"/>
              </a:solid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9" name="MoonQuater 15">
            <a:extLst>
              <a:ext uri="{FF2B5EF4-FFF2-40B4-BE49-F238E27FC236}">
                <a16:creationId xmlns:a16="http://schemas.microsoft.com/office/drawing/2014/main" id="{29AA8AEA-5E84-4DCC-A041-7337BC7B04AB}"/>
              </a:ext>
            </a:extLst>
          </p:cNvPr>
          <p:cNvGrpSpPr>
            <a:grpSpLocks noChangeAspect="1"/>
          </p:cNvGrpSpPr>
          <p:nvPr>
            <p:custDataLst>
              <p:tags r:id="rId4"/>
            </p:custDataLst>
          </p:nvPr>
        </p:nvGrpSpPr>
        <p:grpSpPr>
          <a:xfrm>
            <a:off x="6128381" y="2057566"/>
            <a:ext cx="2242645" cy="3289300"/>
            <a:chOff x="762000" y="1270000"/>
            <a:chExt cx="254000" cy="254000"/>
          </a:xfrm>
        </p:grpSpPr>
        <p:sp>
          <p:nvSpPr>
            <p:cNvPr id="10" name="Oval 9">
              <a:extLst>
                <a:ext uri="{FF2B5EF4-FFF2-40B4-BE49-F238E27FC236}">
                  <a16:creationId xmlns:a16="http://schemas.microsoft.com/office/drawing/2014/main" id="{F4F0FF44-001E-F509-F356-C514CCFD7D50}"/>
                </a:ext>
              </a:extLst>
            </p:cNvPr>
            <p:cNvSpPr/>
            <p:nvPr>
              <p:custDataLst>
                <p:tags r:id="rId16"/>
              </p:custDataLst>
            </p:nvPr>
          </p:nvSpPr>
          <p:spPr>
            <a:xfrm>
              <a:off x="762000" y="1270000"/>
              <a:ext cx="254000" cy="254000"/>
            </a:xfrm>
            <a:prstGeom prst="ellipse">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11" name="Arc 10">
              <a:extLst>
                <a:ext uri="{FF2B5EF4-FFF2-40B4-BE49-F238E27FC236}">
                  <a16:creationId xmlns:a16="http://schemas.microsoft.com/office/drawing/2014/main" id="{6741419B-3501-16DC-753D-C984339DFB32}"/>
                </a:ext>
              </a:extLst>
            </p:cNvPr>
            <p:cNvSpPr/>
            <p:nvPr>
              <p:custDataLst>
                <p:tags r:id="rId17"/>
              </p:custDataLst>
            </p:nvPr>
          </p:nvSpPr>
          <p:spPr>
            <a:xfrm>
              <a:off x="762000" y="1270000"/>
              <a:ext cx="254000" cy="254000"/>
            </a:xfrm>
            <a:prstGeom prst="arc">
              <a:avLst>
                <a:gd name="adj1" fmla="val 10794074"/>
                <a:gd name="adj2" fmla="val 21567262"/>
              </a:avLst>
            </a:prstGeom>
            <a:noFill/>
            <a:ln w="419100" cap="flat" cmpd="sng" algn="ctr">
              <a:solidFill>
                <a:schemeClr val="accent1"/>
              </a:solid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sp>
        <p:nvSpPr>
          <p:cNvPr id="2" name="2. Slide Title">
            <a:extLst>
              <a:ext uri="{FF2B5EF4-FFF2-40B4-BE49-F238E27FC236}">
                <a16:creationId xmlns:a16="http://schemas.microsoft.com/office/drawing/2014/main" id="{43F6F064-B2EF-4A1E-8584-AD1B7B142211}"/>
              </a:ext>
            </a:extLst>
          </p:cNvPr>
          <p:cNvSpPr>
            <a:spLocks noGrp="1"/>
          </p:cNvSpPr>
          <p:nvPr>
            <p:ph type="title"/>
            <p:custDataLst>
              <p:tags r:id="rId5"/>
            </p:custDataLst>
          </p:nvPr>
        </p:nvSpPr>
        <p:spPr>
          <a:xfrm>
            <a:off x="554736" y="212202"/>
            <a:ext cx="11082528" cy="701690"/>
          </a:xfrm>
          <a:noFill/>
          <a:ln/>
          <a:extLst>
            <a:ext uri="{909E8E84-426E-40DD-AFC4-6F175D3DCCD1}">
              <a14:hiddenFill xmlns:a14="http://schemas.microsoft.com/office/drawing/2010/main">
                <a:solidFill>
                  <a:srgbClr val="FFFFFF"/>
                </a:solidFill>
              </a14:hiddenFill>
            </a:ext>
          </a:extLst>
        </p:spPr>
        <p:txBody>
          <a:bodyPr vert="horz" wrap="square" anchor="b" anchorCtr="0">
            <a:spAutoFit/>
          </a:bodyPr>
          <a:lstStyle/>
          <a:p>
            <a:r>
              <a:rPr lang="en-US" dirty="0"/>
              <a:t>Demo</a:t>
            </a:r>
          </a:p>
        </p:txBody>
      </p:sp>
      <p:grpSp>
        <p:nvGrpSpPr>
          <p:cNvPr id="15" name="MoonQuater 15">
            <a:extLst>
              <a:ext uri="{FF2B5EF4-FFF2-40B4-BE49-F238E27FC236}">
                <a16:creationId xmlns:a16="http://schemas.microsoft.com/office/drawing/2014/main" id="{CCBE0C3D-C150-453B-89AC-273ED53CA75B}"/>
              </a:ext>
            </a:extLst>
          </p:cNvPr>
          <p:cNvGrpSpPr>
            <a:grpSpLocks noChangeAspect="1"/>
          </p:cNvGrpSpPr>
          <p:nvPr>
            <p:custDataLst>
              <p:tags r:id="rId6"/>
            </p:custDataLst>
          </p:nvPr>
        </p:nvGrpSpPr>
        <p:grpSpPr>
          <a:xfrm>
            <a:off x="1637093" y="2057566"/>
            <a:ext cx="2242645" cy="3289300"/>
            <a:chOff x="762000" y="1270000"/>
            <a:chExt cx="254000" cy="254000"/>
          </a:xfrm>
        </p:grpSpPr>
        <p:sp>
          <p:nvSpPr>
            <p:cNvPr id="13" name="Oval 12">
              <a:extLst>
                <a:ext uri="{FF2B5EF4-FFF2-40B4-BE49-F238E27FC236}">
                  <a16:creationId xmlns:a16="http://schemas.microsoft.com/office/drawing/2014/main" id="{E7E20793-E479-4999-A295-BAFFB9BC076F}"/>
                </a:ext>
              </a:extLst>
            </p:cNvPr>
            <p:cNvSpPr/>
            <p:nvPr>
              <p:custDataLst>
                <p:tags r:id="rId14"/>
              </p:custDataLst>
            </p:nvPr>
          </p:nvSpPr>
          <p:spPr>
            <a:xfrm>
              <a:off x="762000" y="1270000"/>
              <a:ext cx="254000" cy="254000"/>
            </a:xfrm>
            <a:prstGeom prst="ellipse">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14" name="Arc 13">
              <a:extLst>
                <a:ext uri="{FF2B5EF4-FFF2-40B4-BE49-F238E27FC236}">
                  <a16:creationId xmlns:a16="http://schemas.microsoft.com/office/drawing/2014/main" id="{B1A1AB29-EB81-4FC1-92EB-724CA424E025}"/>
                </a:ext>
              </a:extLst>
            </p:cNvPr>
            <p:cNvSpPr/>
            <p:nvPr>
              <p:custDataLst>
                <p:tags r:id="rId15"/>
              </p:custDataLst>
            </p:nvPr>
          </p:nvSpPr>
          <p:spPr>
            <a:xfrm>
              <a:off x="762000" y="1270000"/>
              <a:ext cx="254000" cy="254000"/>
            </a:xfrm>
            <a:prstGeom prst="arc">
              <a:avLst>
                <a:gd name="adj1" fmla="val 10794074"/>
                <a:gd name="adj2" fmla="val 21567262"/>
              </a:avLst>
            </a:prstGeom>
            <a:noFill/>
            <a:ln w="419100" cap="flat" cmpd="sng" algn="ctr">
              <a:solidFill>
                <a:schemeClr val="accent1"/>
              </a:solid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grpSp>
        <p:nvGrpSpPr>
          <p:cNvPr id="28" name="MoonQuater 15">
            <a:extLst>
              <a:ext uri="{FF2B5EF4-FFF2-40B4-BE49-F238E27FC236}">
                <a16:creationId xmlns:a16="http://schemas.microsoft.com/office/drawing/2014/main" id="{0FE1F892-4152-436F-99C7-81F53496572B}"/>
              </a:ext>
            </a:extLst>
          </p:cNvPr>
          <p:cNvGrpSpPr>
            <a:grpSpLocks noChangeAspect="1"/>
          </p:cNvGrpSpPr>
          <p:nvPr>
            <p:custDataLst>
              <p:tags r:id="rId7"/>
            </p:custDataLst>
          </p:nvPr>
        </p:nvGrpSpPr>
        <p:grpSpPr>
          <a:xfrm>
            <a:off x="3879738" y="2012950"/>
            <a:ext cx="2242645" cy="3356171"/>
            <a:chOff x="761632" y="1270000"/>
            <a:chExt cx="254368" cy="254000"/>
          </a:xfrm>
        </p:grpSpPr>
        <p:sp>
          <p:nvSpPr>
            <p:cNvPr id="29" name="Oval 28">
              <a:extLst>
                <a:ext uri="{FF2B5EF4-FFF2-40B4-BE49-F238E27FC236}">
                  <a16:creationId xmlns:a16="http://schemas.microsoft.com/office/drawing/2014/main" id="{B613C6FB-EE27-4986-9043-A30884B4CEE2}"/>
                </a:ext>
              </a:extLst>
            </p:cNvPr>
            <p:cNvSpPr/>
            <p:nvPr>
              <p:custDataLst>
                <p:tags r:id="rId12"/>
              </p:custDataLst>
            </p:nvPr>
          </p:nvSpPr>
          <p:spPr>
            <a:xfrm>
              <a:off x="762000" y="1270000"/>
              <a:ext cx="254000" cy="254000"/>
            </a:xfrm>
            <a:prstGeom prst="ellipse">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30" name="Arc 29">
              <a:extLst>
                <a:ext uri="{FF2B5EF4-FFF2-40B4-BE49-F238E27FC236}">
                  <a16:creationId xmlns:a16="http://schemas.microsoft.com/office/drawing/2014/main" id="{EA6DDDF2-B123-4FBA-8117-E400D737A925}"/>
                </a:ext>
              </a:extLst>
            </p:cNvPr>
            <p:cNvSpPr/>
            <p:nvPr>
              <p:custDataLst>
                <p:tags r:id="rId13"/>
              </p:custDataLst>
            </p:nvPr>
          </p:nvSpPr>
          <p:spPr>
            <a:xfrm>
              <a:off x="761632" y="1270000"/>
              <a:ext cx="254000" cy="254000"/>
            </a:xfrm>
            <a:prstGeom prst="arc">
              <a:avLst>
                <a:gd name="adj1" fmla="val 23373"/>
                <a:gd name="adj2" fmla="val 10820423"/>
              </a:avLst>
            </a:prstGeom>
            <a:noFill/>
            <a:ln w="419100" cap="flat" cmpd="sng" algn="ctr">
              <a:solidFill>
                <a:schemeClr val="accent2"/>
              </a:solid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40" name="TextBox 39">
            <a:extLst>
              <a:ext uri="{FF2B5EF4-FFF2-40B4-BE49-F238E27FC236}">
                <a16:creationId xmlns:a16="http://schemas.microsoft.com/office/drawing/2014/main" id="{29B3DCF3-94F7-4752-8294-55D610C1FC63}"/>
              </a:ext>
            </a:extLst>
          </p:cNvPr>
          <p:cNvSpPr txBox="1">
            <a:spLocks/>
          </p:cNvSpPr>
          <p:nvPr/>
        </p:nvSpPr>
        <p:spPr>
          <a:xfrm>
            <a:off x="1939862" y="3100202"/>
            <a:ext cx="1768320" cy="1123384"/>
          </a:xfrm>
          <a:prstGeom prst="rect">
            <a:avLst/>
          </a:prstGeom>
          <a:noFill/>
          <a:ln w="6350">
            <a:noFill/>
            <a:miter lim="800000"/>
          </a:ln>
        </p:spPr>
        <p:txBody>
          <a:bodyPr wrap="square" lIns="0" tIns="0" rIns="0" bIns="0">
            <a:noAutofit/>
          </a:bodyPr>
          <a:lstStyle/>
          <a:p>
            <a:r>
              <a:rPr lang="en-US" sz="800" b="1" dirty="0"/>
              <a:t>Show Baseline KPIs</a:t>
            </a:r>
          </a:p>
          <a:p>
            <a:r>
              <a:rPr lang="en-US" sz="800" dirty="0"/>
              <a:t>Display current state of V_EXEC_DAILY_SCORECARD with existing metrics</a:t>
            </a:r>
          </a:p>
          <a:p>
            <a:r>
              <a:rPr lang="en-US" sz="800" dirty="0"/>
              <a:t>Show Total Orders, Gross Revenue, AOV, Fleet Efficiency, NPS Score</a:t>
            </a:r>
          </a:p>
          <a:p>
            <a:r>
              <a:rPr lang="en-US" sz="800" dirty="0"/>
              <a:t>Establish the starting point for the live demonstration</a:t>
            </a:r>
          </a:p>
        </p:txBody>
      </p:sp>
      <p:sp>
        <p:nvSpPr>
          <p:cNvPr id="41" name="TextBox 40">
            <a:extLst>
              <a:ext uri="{FF2B5EF4-FFF2-40B4-BE49-F238E27FC236}">
                <a16:creationId xmlns:a16="http://schemas.microsoft.com/office/drawing/2014/main" id="{75C633A6-B8B6-494A-B981-86CCA81FEF8D}"/>
              </a:ext>
            </a:extLst>
          </p:cNvPr>
          <p:cNvSpPr txBox="1">
            <a:spLocks/>
          </p:cNvSpPr>
          <p:nvPr/>
        </p:nvSpPr>
        <p:spPr>
          <a:xfrm>
            <a:off x="4142197" y="2305616"/>
            <a:ext cx="1768320" cy="1123384"/>
          </a:xfrm>
          <a:prstGeom prst="rect">
            <a:avLst/>
          </a:prstGeom>
          <a:noFill/>
          <a:ln w="6350">
            <a:noFill/>
            <a:miter lim="800000"/>
          </a:ln>
        </p:spPr>
        <p:txBody>
          <a:bodyPr wrap="square" lIns="0" tIns="0" rIns="0" bIns="0">
            <a:noAutofit/>
          </a:bodyPr>
          <a:lstStyle/>
          <a:p>
            <a:r>
              <a:rPr lang="en-US" sz="800" b="1" dirty="0"/>
              <a:t>Generate New PostgreSQL Orders + Kafka Telemetry</a:t>
            </a:r>
          </a:p>
          <a:p>
            <a:r>
              <a:rPr lang="en-US" sz="800" dirty="0"/>
              <a:t>Simulate new customer orders being placed in PostgreSQL</a:t>
            </a:r>
          </a:p>
          <a:p>
            <a:r>
              <a:rPr lang="en-US" sz="800" dirty="0"/>
              <a:t>Trigger Kafka events for vehicle telemetry (speed, fuel consumption, temperature)</a:t>
            </a:r>
          </a:p>
          <a:p>
            <a:r>
              <a:rPr lang="en-US" sz="800" dirty="0"/>
              <a:t>Show data flowing into Snowflake in real-time</a:t>
            </a:r>
          </a:p>
          <a:p>
            <a:r>
              <a:rPr lang="en-US" sz="800" dirty="0"/>
              <a:t>Demonstrate CDC capturing order changes and Kafka streams ingesting telemetry</a:t>
            </a:r>
          </a:p>
        </p:txBody>
      </p:sp>
      <p:sp>
        <p:nvSpPr>
          <p:cNvPr id="42" name="TextBox 41">
            <a:extLst>
              <a:ext uri="{FF2B5EF4-FFF2-40B4-BE49-F238E27FC236}">
                <a16:creationId xmlns:a16="http://schemas.microsoft.com/office/drawing/2014/main" id="{20CE9E3D-5419-4812-B42B-1E0747AC3EDE}"/>
              </a:ext>
            </a:extLst>
          </p:cNvPr>
          <p:cNvSpPr txBox="1">
            <a:spLocks/>
          </p:cNvSpPr>
          <p:nvPr/>
        </p:nvSpPr>
        <p:spPr>
          <a:xfrm>
            <a:off x="6400081" y="3189793"/>
            <a:ext cx="1768320" cy="1400383"/>
          </a:xfrm>
          <a:prstGeom prst="rect">
            <a:avLst/>
          </a:prstGeom>
          <a:noFill/>
          <a:ln w="6350">
            <a:noFill/>
            <a:miter lim="800000"/>
          </a:ln>
        </p:spPr>
        <p:txBody>
          <a:bodyPr wrap="square" lIns="0" tIns="0" rIns="0" bIns="0">
            <a:noAutofit/>
          </a:bodyPr>
          <a:lstStyle/>
          <a:p>
            <a:r>
              <a:rPr lang="en-US" sz="800" b="1" dirty="0"/>
              <a:t>Show Real-Time KPI Updates</a:t>
            </a:r>
          </a:p>
          <a:p>
            <a:r>
              <a:rPr lang="en-US" sz="800" dirty="0"/>
              <a:t>Watch DT_REVENUE_DAILY automatically recalculate with new orders</a:t>
            </a:r>
          </a:p>
          <a:p>
            <a:r>
              <a:rPr lang="en-US" sz="800" dirty="0"/>
              <a:t>Observe DT_OPS_DAILY refresh with updated operational metrics</a:t>
            </a:r>
          </a:p>
          <a:p>
            <a:r>
              <a:rPr lang="en-US" sz="800" dirty="0"/>
              <a:t>See V_EXEC_DAILY_SCORECARD update in real-time reflecting new data</a:t>
            </a:r>
          </a:p>
          <a:p>
            <a:r>
              <a:rPr lang="en-US" sz="800" dirty="0"/>
              <a:t>Highlight the sub-minute latency from data generation to dashboard refresh</a:t>
            </a:r>
          </a:p>
        </p:txBody>
      </p:sp>
      <p:sp>
        <p:nvSpPr>
          <p:cNvPr id="43" name="TrackerNumWhite 43">
            <a:extLst>
              <a:ext uri="{FF2B5EF4-FFF2-40B4-BE49-F238E27FC236}">
                <a16:creationId xmlns:a16="http://schemas.microsoft.com/office/drawing/2014/main" id="{53DCEA29-BFE2-44AB-8FE2-313D19E604C2}"/>
              </a:ext>
            </a:extLst>
          </p:cNvPr>
          <p:cNvSpPr>
            <a:spLocks/>
          </p:cNvSpPr>
          <p:nvPr>
            <p:custDataLst>
              <p:tags r:id="rId8"/>
            </p:custDataLst>
          </p:nvPr>
        </p:nvSpPr>
        <p:spPr>
          <a:xfrm>
            <a:off x="2552676" y="1856345"/>
            <a:ext cx="411480" cy="411480"/>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dirty="0">
                <a:solidFill>
                  <a:schemeClr val="accent1"/>
                </a:solidFill>
              </a:rPr>
              <a:t>1</a:t>
            </a:r>
          </a:p>
        </p:txBody>
      </p:sp>
      <p:sp>
        <p:nvSpPr>
          <p:cNvPr id="45" name="TrackerNumWhite 43">
            <a:extLst>
              <a:ext uri="{FF2B5EF4-FFF2-40B4-BE49-F238E27FC236}">
                <a16:creationId xmlns:a16="http://schemas.microsoft.com/office/drawing/2014/main" id="{72E3F2DA-3A6C-48E1-AB8F-6101CA79566A}"/>
              </a:ext>
            </a:extLst>
          </p:cNvPr>
          <p:cNvSpPr>
            <a:spLocks/>
          </p:cNvSpPr>
          <p:nvPr>
            <p:custDataLst>
              <p:tags r:id="rId9"/>
            </p:custDataLst>
          </p:nvPr>
        </p:nvSpPr>
        <p:spPr>
          <a:xfrm>
            <a:off x="4820617" y="5141126"/>
            <a:ext cx="411480" cy="411480"/>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dirty="0">
                <a:solidFill>
                  <a:schemeClr val="accent1"/>
                </a:solidFill>
              </a:rPr>
              <a:t>2</a:t>
            </a:r>
          </a:p>
        </p:txBody>
      </p:sp>
      <p:sp>
        <p:nvSpPr>
          <p:cNvPr id="46" name="TrackerNumWhite 43">
            <a:extLst>
              <a:ext uri="{FF2B5EF4-FFF2-40B4-BE49-F238E27FC236}">
                <a16:creationId xmlns:a16="http://schemas.microsoft.com/office/drawing/2014/main" id="{E6E3C3EF-B538-4DFE-9C0F-F988774F8C77}"/>
              </a:ext>
            </a:extLst>
          </p:cNvPr>
          <p:cNvSpPr>
            <a:spLocks/>
          </p:cNvSpPr>
          <p:nvPr>
            <p:custDataLst>
              <p:tags r:id="rId10"/>
            </p:custDataLst>
          </p:nvPr>
        </p:nvSpPr>
        <p:spPr>
          <a:xfrm>
            <a:off x="7043963" y="1856345"/>
            <a:ext cx="411480" cy="411480"/>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dirty="0">
                <a:solidFill>
                  <a:schemeClr val="accent1"/>
                </a:solidFill>
              </a:rPr>
              <a:t>3</a:t>
            </a:r>
          </a:p>
        </p:txBody>
      </p:sp>
      <p:sp>
        <p:nvSpPr>
          <p:cNvPr id="3" name="TextBox 2">
            <a:extLst>
              <a:ext uri="{FF2B5EF4-FFF2-40B4-BE49-F238E27FC236}">
                <a16:creationId xmlns:a16="http://schemas.microsoft.com/office/drawing/2014/main" id="{26FAD1D3-A07D-F28E-CB51-027443015833}"/>
              </a:ext>
            </a:extLst>
          </p:cNvPr>
          <p:cNvSpPr txBox="1"/>
          <p:nvPr/>
        </p:nvSpPr>
        <p:spPr>
          <a:xfrm>
            <a:off x="10564659" y="6409896"/>
            <a:ext cx="1578281" cy="365711"/>
          </a:xfrm>
          <a:prstGeom prst="rect">
            <a:avLst/>
          </a:prstGeom>
          <a:solidFill>
            <a:schemeClr val="tx2"/>
          </a:solidFill>
          <a:ln>
            <a:noFill/>
          </a:ln>
        </p:spPr>
        <p:txBody>
          <a:bodyPr spcFirstLastPara="1" wrap="square" lIns="68575" tIns="34275" rIns="68575" bIns="34275" anchor="t" anchorCtr="0">
            <a:spAutoFit/>
          </a:bodyPr>
          <a:lstStyle>
            <a:defPPr marR="0" lvl="0" algn="l" rtl="0">
              <a:lnSpc>
                <a:spcPct val="100000"/>
              </a:lnSpc>
              <a:spcBef>
                <a:spcPts val="0"/>
              </a:spcBef>
              <a:spcAft>
                <a:spcPts val="0"/>
              </a:spcAft>
            </a:defPPr>
            <a:lvl1pPr marL="457200" indent="-317500">
              <a:lnSpc>
                <a:spcPct val="90000"/>
              </a:lnSpc>
              <a:spcBef>
                <a:spcPts val="800"/>
              </a:spcBef>
              <a:buClr>
                <a:schemeClr val="dk1"/>
              </a:buClr>
              <a:buSzPts val="1400"/>
              <a:buChar char="•"/>
              <a:defRPr>
                <a:solidFill>
                  <a:schemeClr val="dk1"/>
                </a:solidFill>
              </a:defRPr>
            </a:lvl1pPr>
            <a:lvl2pPr marL="914400" indent="-304800">
              <a:lnSpc>
                <a:spcPct val="90000"/>
              </a:lnSpc>
              <a:spcBef>
                <a:spcPts val="400"/>
              </a:spcBef>
              <a:buClr>
                <a:schemeClr val="dk1"/>
              </a:buClr>
              <a:buSzPts val="1200"/>
              <a:buChar char="•"/>
              <a:defRPr sz="1200">
                <a:solidFill>
                  <a:schemeClr val="dk1"/>
                </a:solidFill>
              </a:defRPr>
            </a:lvl2pPr>
            <a:lvl3pPr marL="1371600" indent="-304800">
              <a:lnSpc>
                <a:spcPct val="90000"/>
              </a:lnSpc>
              <a:spcBef>
                <a:spcPts val="400"/>
              </a:spcBef>
              <a:buClr>
                <a:schemeClr val="dk1"/>
              </a:buClr>
              <a:buSzPts val="1200"/>
              <a:buChar char="•"/>
              <a:defRPr sz="1200">
                <a:solidFill>
                  <a:schemeClr val="dk1"/>
                </a:solidFill>
              </a:defRPr>
            </a:lvl3pPr>
            <a:lvl4pPr marL="1828800" indent="-304800">
              <a:lnSpc>
                <a:spcPct val="90000"/>
              </a:lnSpc>
              <a:spcBef>
                <a:spcPts val="400"/>
              </a:spcBef>
              <a:buClr>
                <a:schemeClr val="dk1"/>
              </a:buClr>
              <a:buSzPts val="1200"/>
              <a:buChar char="•"/>
              <a:defRPr sz="1200">
                <a:solidFill>
                  <a:schemeClr val="dk1"/>
                </a:solidFill>
              </a:defRPr>
            </a:lvl4pPr>
            <a:lvl5pPr marL="2286000" indent="-304800">
              <a:lnSpc>
                <a:spcPct val="90000"/>
              </a:lnSpc>
              <a:spcBef>
                <a:spcPts val="400"/>
              </a:spcBef>
              <a:buClr>
                <a:schemeClr val="dk1"/>
              </a:buClr>
              <a:buSzPts val="1200"/>
              <a:buChar char="•"/>
              <a:defRPr sz="1200">
                <a:solidFill>
                  <a:schemeClr val="dk1"/>
                </a:solidFill>
              </a:defRPr>
            </a:lvl5pPr>
            <a:lvl6pPr marL="2743200" indent="-317500">
              <a:lnSpc>
                <a:spcPct val="90000"/>
              </a:lnSpc>
              <a:spcBef>
                <a:spcPts val="400"/>
              </a:spcBef>
              <a:buClr>
                <a:schemeClr val="dk1"/>
              </a:buClr>
              <a:buSzPts val="1400"/>
              <a:buChar char="•"/>
              <a:defRPr>
                <a:solidFill>
                  <a:schemeClr val="dk1"/>
                </a:solidFill>
              </a:defRPr>
            </a:lvl6pPr>
            <a:lvl7pPr marL="3200400" indent="-317500">
              <a:lnSpc>
                <a:spcPct val="90000"/>
              </a:lnSpc>
              <a:spcBef>
                <a:spcPts val="400"/>
              </a:spcBef>
              <a:buClr>
                <a:schemeClr val="dk1"/>
              </a:buClr>
              <a:buSzPts val="1400"/>
              <a:buChar char="•"/>
              <a:defRPr>
                <a:solidFill>
                  <a:schemeClr val="dk1"/>
                </a:solidFill>
              </a:defRPr>
            </a:lvl7pPr>
            <a:lvl8pPr marL="3657600" indent="-317500">
              <a:lnSpc>
                <a:spcPct val="90000"/>
              </a:lnSpc>
              <a:spcBef>
                <a:spcPts val="400"/>
              </a:spcBef>
              <a:buClr>
                <a:schemeClr val="dk1"/>
              </a:buClr>
              <a:buSzPts val="1400"/>
              <a:buChar char="•"/>
              <a:defRPr>
                <a:solidFill>
                  <a:schemeClr val="dk1"/>
                </a:solidFill>
              </a:defRPr>
            </a:lvl8pPr>
            <a:lvl9pPr marL="4114800" indent="-317500">
              <a:lnSpc>
                <a:spcPct val="90000"/>
              </a:lnSpc>
              <a:spcBef>
                <a:spcPts val="400"/>
              </a:spcBef>
              <a:buClr>
                <a:schemeClr val="dk1"/>
              </a:buClr>
              <a:buSzPts val="1400"/>
              <a:buChar char="•"/>
              <a:defRPr>
                <a:solidFill>
                  <a:schemeClr val="dk1"/>
                </a:solidFill>
              </a:defRPr>
            </a:lvl9pPr>
          </a:lstStyle>
          <a:p>
            <a:endParaRPr lang="en-US" dirty="0"/>
          </a:p>
        </p:txBody>
      </p:sp>
      <p:sp>
        <p:nvSpPr>
          <p:cNvPr id="8" name="TrackerNumWhite 43">
            <a:extLst>
              <a:ext uri="{FF2B5EF4-FFF2-40B4-BE49-F238E27FC236}">
                <a16:creationId xmlns:a16="http://schemas.microsoft.com/office/drawing/2014/main" id="{8CB06420-F769-A492-9D18-C667BF8F68F5}"/>
              </a:ext>
            </a:extLst>
          </p:cNvPr>
          <p:cNvSpPr>
            <a:spLocks/>
          </p:cNvSpPr>
          <p:nvPr>
            <p:custDataLst>
              <p:tags r:id="rId11"/>
            </p:custDataLst>
          </p:nvPr>
        </p:nvSpPr>
        <p:spPr>
          <a:xfrm>
            <a:off x="9294227" y="5163381"/>
            <a:ext cx="411480" cy="411480"/>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dirty="0">
                <a:solidFill>
                  <a:schemeClr val="accent1"/>
                </a:solidFill>
              </a:rPr>
              <a:t>4</a:t>
            </a:r>
          </a:p>
        </p:txBody>
      </p:sp>
      <p:sp>
        <p:nvSpPr>
          <p:cNvPr id="18" name="TextBox 17">
            <a:extLst>
              <a:ext uri="{FF2B5EF4-FFF2-40B4-BE49-F238E27FC236}">
                <a16:creationId xmlns:a16="http://schemas.microsoft.com/office/drawing/2014/main" id="{83E44B78-72B0-32B1-8CFA-59A233A1A672}"/>
              </a:ext>
            </a:extLst>
          </p:cNvPr>
          <p:cNvSpPr txBox="1">
            <a:spLocks/>
          </p:cNvSpPr>
          <p:nvPr/>
        </p:nvSpPr>
        <p:spPr>
          <a:xfrm>
            <a:off x="8642726" y="2990843"/>
            <a:ext cx="1768320" cy="1400383"/>
          </a:xfrm>
          <a:prstGeom prst="rect">
            <a:avLst/>
          </a:prstGeom>
          <a:noFill/>
          <a:ln w="6350">
            <a:noFill/>
            <a:miter lim="800000"/>
          </a:ln>
        </p:spPr>
        <p:txBody>
          <a:bodyPr wrap="square" lIns="0" tIns="0" rIns="0" bIns="0">
            <a:noAutofit/>
          </a:bodyPr>
          <a:lstStyle/>
          <a:p>
            <a:r>
              <a:rPr lang="en-US" sz="800" b="1" dirty="0"/>
              <a:t>Talk to my data: Meet</a:t>
            </a:r>
          </a:p>
          <a:p>
            <a:r>
              <a:rPr lang="en-US" sz="800" b="1" dirty="0">
                <a:solidFill>
                  <a:schemeClr val="accent1"/>
                </a:solidFill>
              </a:rPr>
              <a:t>TASTY BYTES DATA HERO</a:t>
            </a:r>
            <a:endParaRPr lang="en-US" sz="800" b="1" dirty="0"/>
          </a:p>
          <a:p>
            <a:r>
              <a:rPr lang="en-US" sz="800" dirty="0"/>
              <a:t>A Snowflake AI agent which works with multiple cortex analyst agents to answer critical business questions from executives and other personas in a natural language manner</a:t>
            </a:r>
          </a:p>
        </p:txBody>
      </p:sp>
      <p:sp>
        <p:nvSpPr>
          <p:cNvPr id="19" name="TextBox 18">
            <a:extLst>
              <a:ext uri="{FF2B5EF4-FFF2-40B4-BE49-F238E27FC236}">
                <a16:creationId xmlns:a16="http://schemas.microsoft.com/office/drawing/2014/main" id="{C9C7F598-6778-6736-C154-A140525C71AA}"/>
              </a:ext>
            </a:extLst>
          </p:cNvPr>
          <p:cNvSpPr txBox="1"/>
          <p:nvPr/>
        </p:nvSpPr>
        <p:spPr>
          <a:xfrm>
            <a:off x="408758" y="6201498"/>
            <a:ext cx="10515600" cy="634502"/>
          </a:xfrm>
          <a:prstGeom prst="rect">
            <a:avLst/>
          </a:prstGeom>
          <a:noFill/>
          <a:ln>
            <a:noFill/>
          </a:ln>
        </p:spPr>
        <p:txBody>
          <a:bodyPr spcFirstLastPara="1" wrap="square" lIns="68575" tIns="34275" rIns="68575" bIns="34275" anchor="t" anchorCtr="0">
            <a:spAutoFit/>
          </a:bodyPr>
          <a:lstStyle>
            <a:defPPr marR="0" lvl="0" algn="l" rtl="0">
              <a:lnSpc>
                <a:spcPct val="100000"/>
              </a:lnSpc>
              <a:spcBef>
                <a:spcPts val="0"/>
              </a:spcBef>
              <a:spcAft>
                <a:spcPts val="0"/>
              </a:spcAft>
            </a:defPPr>
            <a:lvl1pPr marL="457200" indent="-317500">
              <a:lnSpc>
                <a:spcPct val="90000"/>
              </a:lnSpc>
              <a:spcBef>
                <a:spcPts val="800"/>
              </a:spcBef>
              <a:buClr>
                <a:schemeClr val="dk1"/>
              </a:buClr>
              <a:buSzPts val="1400"/>
              <a:buChar char="•"/>
              <a:defRPr>
                <a:solidFill>
                  <a:schemeClr val="dk1"/>
                </a:solidFill>
              </a:defRPr>
            </a:lvl1pPr>
            <a:lvl2pPr marL="914400" indent="-304800">
              <a:lnSpc>
                <a:spcPct val="90000"/>
              </a:lnSpc>
              <a:spcBef>
                <a:spcPts val="400"/>
              </a:spcBef>
              <a:buClr>
                <a:schemeClr val="dk1"/>
              </a:buClr>
              <a:buSzPts val="1200"/>
              <a:buChar char="•"/>
              <a:defRPr sz="1200">
                <a:solidFill>
                  <a:schemeClr val="dk1"/>
                </a:solidFill>
              </a:defRPr>
            </a:lvl2pPr>
            <a:lvl3pPr marL="1371600" indent="-304800">
              <a:lnSpc>
                <a:spcPct val="90000"/>
              </a:lnSpc>
              <a:spcBef>
                <a:spcPts val="400"/>
              </a:spcBef>
              <a:buClr>
                <a:schemeClr val="dk1"/>
              </a:buClr>
              <a:buSzPts val="1200"/>
              <a:buChar char="•"/>
              <a:defRPr sz="1200">
                <a:solidFill>
                  <a:schemeClr val="dk1"/>
                </a:solidFill>
              </a:defRPr>
            </a:lvl3pPr>
            <a:lvl4pPr marL="1828800" indent="-304800">
              <a:lnSpc>
                <a:spcPct val="90000"/>
              </a:lnSpc>
              <a:spcBef>
                <a:spcPts val="400"/>
              </a:spcBef>
              <a:buClr>
                <a:schemeClr val="dk1"/>
              </a:buClr>
              <a:buSzPts val="1200"/>
              <a:buChar char="•"/>
              <a:defRPr sz="1200">
                <a:solidFill>
                  <a:schemeClr val="dk1"/>
                </a:solidFill>
              </a:defRPr>
            </a:lvl4pPr>
            <a:lvl5pPr marL="2286000" indent="-304800">
              <a:lnSpc>
                <a:spcPct val="90000"/>
              </a:lnSpc>
              <a:spcBef>
                <a:spcPts val="400"/>
              </a:spcBef>
              <a:buClr>
                <a:schemeClr val="dk1"/>
              </a:buClr>
              <a:buSzPts val="1200"/>
              <a:buChar char="•"/>
              <a:defRPr sz="1200">
                <a:solidFill>
                  <a:schemeClr val="dk1"/>
                </a:solidFill>
              </a:defRPr>
            </a:lvl5pPr>
            <a:lvl6pPr marL="2743200" indent="-317500">
              <a:lnSpc>
                <a:spcPct val="90000"/>
              </a:lnSpc>
              <a:spcBef>
                <a:spcPts val="400"/>
              </a:spcBef>
              <a:buClr>
                <a:schemeClr val="dk1"/>
              </a:buClr>
              <a:buSzPts val="1400"/>
              <a:buChar char="•"/>
              <a:defRPr>
                <a:solidFill>
                  <a:schemeClr val="dk1"/>
                </a:solidFill>
              </a:defRPr>
            </a:lvl6pPr>
            <a:lvl7pPr marL="3200400" indent="-317500">
              <a:lnSpc>
                <a:spcPct val="90000"/>
              </a:lnSpc>
              <a:spcBef>
                <a:spcPts val="400"/>
              </a:spcBef>
              <a:buClr>
                <a:schemeClr val="dk1"/>
              </a:buClr>
              <a:buSzPts val="1400"/>
              <a:buChar char="•"/>
              <a:defRPr>
                <a:solidFill>
                  <a:schemeClr val="dk1"/>
                </a:solidFill>
              </a:defRPr>
            </a:lvl7pPr>
            <a:lvl8pPr marL="3657600" indent="-317500">
              <a:lnSpc>
                <a:spcPct val="90000"/>
              </a:lnSpc>
              <a:spcBef>
                <a:spcPts val="400"/>
              </a:spcBef>
              <a:buClr>
                <a:schemeClr val="dk1"/>
              </a:buClr>
              <a:buSzPts val="1400"/>
              <a:buChar char="•"/>
              <a:defRPr>
                <a:solidFill>
                  <a:schemeClr val="dk1"/>
                </a:solidFill>
              </a:defRPr>
            </a:lvl8pPr>
            <a:lvl9pPr marL="4114800" indent="-317500">
              <a:lnSpc>
                <a:spcPct val="90000"/>
              </a:lnSpc>
              <a:spcBef>
                <a:spcPts val="400"/>
              </a:spcBef>
              <a:buClr>
                <a:schemeClr val="dk1"/>
              </a:buClr>
              <a:buSzPts val="1400"/>
              <a:buChar char="•"/>
              <a:defRPr>
                <a:solidFill>
                  <a:schemeClr val="dk1"/>
                </a:solidFill>
              </a:defRPr>
            </a:lvl9pPr>
          </a:lstStyle>
          <a:p>
            <a:pPr marL="139700" indent="0">
              <a:buNone/>
            </a:pPr>
            <a:r>
              <a:rPr lang="en-US" sz="1000" dirty="0"/>
              <a:t>*If time permits, then a demo on lineage and tagging to cover the governance aspects</a:t>
            </a:r>
          </a:p>
          <a:p>
            <a:pPr marL="139700" indent="0">
              <a:buNone/>
            </a:pPr>
            <a:r>
              <a:rPr lang="en-US" sz="800" b="1" dirty="0">
                <a:solidFill>
                  <a:srgbClr val="FF0000"/>
                </a:solidFill>
              </a:rPr>
              <a:t>Disclaimer</a:t>
            </a:r>
            <a:r>
              <a:rPr lang="en-US" sz="800" b="1" dirty="0"/>
              <a:t>: </a:t>
            </a:r>
            <a:r>
              <a:rPr lang="en-US" sz="800" dirty="0"/>
              <a:t>We did not incorporate CI/CD, </a:t>
            </a:r>
            <a:r>
              <a:rPr lang="en-US" sz="800" dirty="0" err="1"/>
              <a:t>Openflow</a:t>
            </a:r>
            <a:r>
              <a:rPr lang="en-US" sz="800" dirty="0"/>
              <a:t> (edition limitation), Masking policy(edition limitation), ML and used small warehouses to ensure we cover most things in a pragmatic manner. In a production rollout will probably use most of these services.</a:t>
            </a:r>
            <a:endParaRPr lang="en-US" sz="800" b="1" dirty="0"/>
          </a:p>
        </p:txBody>
      </p:sp>
    </p:spTree>
    <p:custDataLst>
      <p:tags r:id="rId1"/>
    </p:custDataLst>
    <p:extLst>
      <p:ext uri="{BB962C8B-B14F-4D97-AF65-F5344CB8AC3E}">
        <p14:creationId xmlns:p14="http://schemas.microsoft.com/office/powerpoint/2010/main" val="27407709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EWVI" val="false"/>
  <p:tag name="TSCLIENT" val="Tru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8.xml><?xml version="1.0" encoding="utf-8"?>
<p:tagLst xmlns:a="http://schemas.openxmlformats.org/drawingml/2006/main" xmlns:r="http://schemas.openxmlformats.org/officeDocument/2006/relationships" xmlns:p="http://schemas.openxmlformats.org/presentationml/2006/main">
  <p:tag name="SHAPENAME" val="5. Source"/>
</p:tagLst>
</file>

<file path=ppt/tags/tag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0.xml><?xml version="1.0" encoding="utf-8"?>
<p:tagLst xmlns:a="http://schemas.openxmlformats.org/drawingml/2006/main" xmlns:r="http://schemas.openxmlformats.org/officeDocument/2006/relationships" xmlns:p="http://schemas.openxmlformats.org/presentationml/2006/main">
  <p:tag name="SHAPENAME" val="3. Subtitl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APLORISLIBMETADATA" val="&lt;Metadata&gt;&lt;Field Name=&quot;TemplateCategory&quot; Type=&quot;text&quot;&gt;&lt;Value&gt;Flows &amp;amp; Filters\Horizontal Flow&lt;/Value&gt;&lt;/Field&gt;&lt;Field Name=&quot;TemplateTagsVisible&quot; Type=&quot;text&quot;&gt;&lt;Value&gt;horizontal process flow&lt;/Value&gt;&lt;Value&gt;circular flow diagram&lt;/Value&gt;&lt;Value&gt;circular flow model&lt;/Value&gt;&lt;Value&gt;circular process flow&lt;/Value&gt;&lt;Value&gt;radial cycle&lt;/Value&gt;&lt;Value&gt;HOR1774&lt;/Value&gt;&lt;Value&gt;FLOHOR&lt;/Value&gt;&lt;/Field&gt;&lt;Field Name=&quot;TemplateTagsInvisible&quot; Type=&quot;text&quot;&gt;&lt;Value&gt;3&lt;/Value&gt;&lt;Value&gt;three&lt;/Value&gt;&lt;Value&gt;HOR1774EXTFLO1331&lt;/Value&gt;&lt;/Field&gt;&lt;/Metadata&gt;"/>
  <p:tag name="APLORISLIBID" val="L02a0ef92-239e-45f5-a7ea-752cfa9a7948.1.Jz+3KA=="/>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NAME" val="MoonQuater"/>
</p:tagLst>
</file>

<file path=ppt/tags/tag16.xml><?xml version="1.0" encoding="utf-8"?>
<p:tagLst xmlns:a="http://schemas.openxmlformats.org/drawingml/2006/main" xmlns:r="http://schemas.openxmlformats.org/officeDocument/2006/relationships" xmlns:p="http://schemas.openxmlformats.org/presentationml/2006/main">
  <p:tag name="NAME" val="MoonQuater"/>
</p:tagLst>
</file>

<file path=ppt/tags/tag1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8.xml><?xml version="1.0" encoding="utf-8"?>
<p:tagLst xmlns:a="http://schemas.openxmlformats.org/drawingml/2006/main" xmlns:r="http://schemas.openxmlformats.org/officeDocument/2006/relationships" xmlns:p="http://schemas.openxmlformats.org/presentationml/2006/main">
  <p:tag name="NAME" val="MoonQuater"/>
</p:tagLst>
</file>

<file path=ppt/tags/tag19.xml><?xml version="1.0" encoding="utf-8"?>
<p:tagLst xmlns:a="http://schemas.openxmlformats.org/drawingml/2006/main" xmlns:r="http://schemas.openxmlformats.org/officeDocument/2006/relationships" xmlns:p="http://schemas.openxmlformats.org/presentationml/2006/main">
  <p:tag name="NAME" val="MoonQuater"/>
</p:tagLst>
</file>

<file path=ppt/tags/tag20.xml><?xml version="1.0" encoding="utf-8"?>
<p:tagLst xmlns:a="http://schemas.openxmlformats.org/drawingml/2006/main" xmlns:r="http://schemas.openxmlformats.org/officeDocument/2006/relationships" xmlns:p="http://schemas.openxmlformats.org/presentationml/2006/main">
  <p:tag name="NAME" val="TrackerNumWhite"/>
</p:tagLst>
</file>

<file path=ppt/tags/tag21.xml><?xml version="1.0" encoding="utf-8"?>
<p:tagLst xmlns:a="http://schemas.openxmlformats.org/drawingml/2006/main" xmlns:r="http://schemas.openxmlformats.org/officeDocument/2006/relationships" xmlns:p="http://schemas.openxmlformats.org/presentationml/2006/main">
  <p:tag name="NAME" val="TrackerNumWhite"/>
</p:tagLst>
</file>

<file path=ppt/tags/tag22.xml><?xml version="1.0" encoding="utf-8"?>
<p:tagLst xmlns:a="http://schemas.openxmlformats.org/drawingml/2006/main" xmlns:r="http://schemas.openxmlformats.org/officeDocument/2006/relationships" xmlns:p="http://schemas.openxmlformats.org/presentationml/2006/main">
  <p:tag name="NAME" val="TrackerNumWhite"/>
</p:tagLst>
</file>

<file path=ppt/tags/tag23.xml><?xml version="1.0" encoding="utf-8"?>
<p:tagLst xmlns:a="http://schemas.openxmlformats.org/drawingml/2006/main" xmlns:r="http://schemas.openxmlformats.org/officeDocument/2006/relationships" xmlns:p="http://schemas.openxmlformats.org/presentationml/2006/main">
  <p:tag name="NAME" val="TrackerNumWhite"/>
</p:tagLst>
</file>

<file path=ppt/tags/tag24.xml><?xml version="1.0" encoding="utf-8"?>
<p:tagLst xmlns:a="http://schemas.openxmlformats.org/drawingml/2006/main" xmlns:r="http://schemas.openxmlformats.org/officeDocument/2006/relationships" xmlns:p="http://schemas.openxmlformats.org/presentationml/2006/main">
  <p:tag name="ANGLE" val="2"/>
</p:tagLst>
</file>

<file path=ppt/tags/tag25.xml><?xml version="1.0" encoding="utf-8"?>
<p:tagLst xmlns:a="http://schemas.openxmlformats.org/drawingml/2006/main" xmlns:r="http://schemas.openxmlformats.org/officeDocument/2006/relationships" xmlns:p="http://schemas.openxmlformats.org/presentationml/2006/main">
  <p:tag name="ANGLE" val="2"/>
</p:tagLst>
</file>

<file path=ppt/tags/tag26.xml><?xml version="1.0" encoding="utf-8"?>
<p:tagLst xmlns:a="http://schemas.openxmlformats.org/drawingml/2006/main" xmlns:r="http://schemas.openxmlformats.org/officeDocument/2006/relationships" xmlns:p="http://schemas.openxmlformats.org/presentationml/2006/main">
  <p:tag name="ANGLE" val="2"/>
</p:tagLst>
</file>

<file path=ppt/tags/tag27.xml><?xml version="1.0" encoding="utf-8"?>
<p:tagLst xmlns:a="http://schemas.openxmlformats.org/drawingml/2006/main" xmlns:r="http://schemas.openxmlformats.org/officeDocument/2006/relationships" xmlns:p="http://schemas.openxmlformats.org/presentationml/2006/main">
  <p:tag name="ANGLE" val="2"/>
</p:tagLst>
</file>

<file path=ppt/tags/tag28.xml><?xml version="1.0" encoding="utf-8"?>
<p:tagLst xmlns:a="http://schemas.openxmlformats.org/drawingml/2006/main" xmlns:r="http://schemas.openxmlformats.org/officeDocument/2006/relationships" xmlns:p="http://schemas.openxmlformats.org/presentationml/2006/main">
  <p:tag name="ANGLE" val="2"/>
</p:tagLst>
</file>

<file path=ppt/tags/tag29.xml><?xml version="1.0" encoding="utf-8"?>
<p:tagLst xmlns:a="http://schemas.openxmlformats.org/drawingml/2006/main" xmlns:r="http://schemas.openxmlformats.org/officeDocument/2006/relationships" xmlns:p="http://schemas.openxmlformats.org/presentationml/2006/main">
  <p:tag name="ANGLE" val="2"/>
</p:tagLst>
</file>

<file path=ppt/tags/tag30.xml><?xml version="1.0" encoding="utf-8"?>
<p:tagLst xmlns:a="http://schemas.openxmlformats.org/drawingml/2006/main" xmlns:r="http://schemas.openxmlformats.org/officeDocument/2006/relationships" xmlns:p="http://schemas.openxmlformats.org/presentationml/2006/main">
  <p:tag name="ANGLE" val="2"/>
</p:tagLst>
</file>

<file path=ppt/tags/tag31.xml><?xml version="1.0" encoding="utf-8"?>
<p:tagLst xmlns:a="http://schemas.openxmlformats.org/drawingml/2006/main" xmlns:r="http://schemas.openxmlformats.org/officeDocument/2006/relationships" xmlns:p="http://schemas.openxmlformats.org/presentationml/2006/main">
  <p:tag name="ANGLE" val="2"/>
</p:tagLst>
</file>

<file path=ppt/theme/theme1.xml><?xml version="1.0" encoding="utf-8"?>
<a:theme xmlns:a="http://schemas.openxmlformats.org/drawingml/2006/main" name="Snowflake">
  <a:themeElements>
    <a:clrScheme name="Snowflake 2018">
      <a:dk1>
        <a:srgbClr val="262626"/>
      </a:dk1>
      <a:lt1>
        <a:srgbClr val="FFFFFF"/>
      </a:lt1>
      <a:dk2>
        <a:srgbClr val="105780"/>
      </a:dk2>
      <a:lt2>
        <a:srgbClr val="FFFFFF"/>
      </a:lt2>
      <a:accent1>
        <a:srgbClr val="29B5E8"/>
      </a:accent1>
      <a:accent2>
        <a:srgbClr val="11577F"/>
      </a:accent2>
      <a:accent3>
        <a:srgbClr val="75CDD7"/>
      </a:accent3>
      <a:accent4>
        <a:srgbClr val="FF9F36"/>
      </a:accent4>
      <a:accent5>
        <a:srgbClr val="7254A3"/>
      </a:accent5>
      <a:accent6>
        <a:srgbClr val="D45B90"/>
      </a:accent6>
      <a:hlink>
        <a:srgbClr val="3DA8E5"/>
      </a:hlink>
      <a:folHlink>
        <a:srgbClr val="BFBFB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nowflake">
  <a:themeElements>
    <a:clrScheme name="Snowflake 2018">
      <a:dk1>
        <a:srgbClr val="262626"/>
      </a:dk1>
      <a:lt1>
        <a:srgbClr val="FFFFFF"/>
      </a:lt1>
      <a:dk2>
        <a:srgbClr val="105780"/>
      </a:dk2>
      <a:lt2>
        <a:srgbClr val="FFFFFF"/>
      </a:lt2>
      <a:accent1>
        <a:srgbClr val="29B5E8"/>
      </a:accent1>
      <a:accent2>
        <a:srgbClr val="11577F"/>
      </a:accent2>
      <a:accent3>
        <a:srgbClr val="75CDD7"/>
      </a:accent3>
      <a:accent4>
        <a:srgbClr val="FF9F36"/>
      </a:accent4>
      <a:accent5>
        <a:srgbClr val="7254A3"/>
      </a:accent5>
      <a:accent6>
        <a:srgbClr val="D45B90"/>
      </a:accent6>
      <a:hlink>
        <a:srgbClr val="3DA8E5"/>
      </a:hlink>
      <a:folHlink>
        <a:srgbClr val="BFBFB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3" Type="http://schemas.microsoft.com/office/2011/relationships/webextension" Target="webextension3.xml"/><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 dockstate="right" visibility="1" width="350" row="0">
    <wetp:webextensionref xmlns:r="http://schemas.openxmlformats.org/officeDocument/2006/relationships" r:id="rId3"/>
  </wetp:taskpane>
</wetp:taskpanes>
</file>

<file path=ppt/webextensions/webextension1.xml><?xml version="1.0" encoding="utf-8"?>
<we:webextension xmlns:we="http://schemas.microsoft.com/office/webextensions/webextension/2010/11" id="{0139B73A-092D-254B-86F7-B3597793B865}">
  <we:reference id="5332053f-08b1-4ad5-b936-144d44d33f40" version="2.1.0.2" store="EXCatalog" storeType="EXCatalog"/>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299FB957-F677-E948-AB1D-8A0D439FF294}">
  <we:reference id="186f9e69-8c0a-4e87-b19c-647c4ba34c10" version="16.25.1.2" store="EXCatalog" storeType="EXCatalog"/>
  <we:alternateReferences/>
  <we:properties/>
  <we:bindings/>
  <we:snapshot xmlns:r="http://schemas.openxmlformats.org/officeDocument/2006/relationships"/>
</we:webextension>
</file>

<file path=ppt/webextensions/webextension3.xml><?xml version="1.0" encoding="utf-8"?>
<we:webextension xmlns:we="http://schemas.microsoft.com/office/webextensions/webextension/2010/11" id="{ABCDBFFF-BF47-8849-87A7-375367F97ED3}">
  <we:reference id="7888317b-a425-4590-9747-4c188fd7be2e" version="2.40.2.0"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kument" ma:contentTypeID="0x010100075F4BEA70334B45BDA1FAF8ACCE4AFA" ma:contentTypeVersion="12" ma:contentTypeDescription="Ein neues Dokument erstellen." ma:contentTypeScope="" ma:versionID="16babb461f084b99c10ba5b88f4e8a60">
  <xsd:schema xmlns:xsd="http://www.w3.org/2001/XMLSchema" xmlns:xs="http://www.w3.org/2001/XMLSchema" xmlns:p="http://schemas.microsoft.com/office/2006/metadata/properties" xmlns:ns2="dac6c9d4-7535-442b-aa33-0ec577702c3c" xmlns:ns3="c3260862-c0a2-4710-8c03-bca59b3c25c3" targetNamespace="http://schemas.microsoft.com/office/2006/metadata/properties" ma:root="true" ma:fieldsID="835c6e07071546e3816c92bd6a382a15" ns2:_="" ns3:_="">
    <xsd:import namespace="dac6c9d4-7535-442b-aa33-0ec577702c3c"/>
    <xsd:import namespace="c3260862-c0a2-4710-8c03-bca59b3c25c3"/>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c6c9d4-7535-442b-aa33-0ec577702c3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3260862-c0a2-4710-8c03-bca59b3c25c3" elementFormDefault="qualified">
    <xsd:import namespace="http://schemas.microsoft.com/office/2006/documentManagement/types"/>
    <xsd:import namespace="http://schemas.microsoft.com/office/infopath/2007/PartnerControls"/>
    <xsd:element name="SharedWithUsers" ma:index="16"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Freigegeben für -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9D72589-C28C-48F6-AE3B-E6E76C46DFD3}">
  <ds:schemaRefs>
    <ds:schemaRef ds:uri="http://schemas.microsoft.com/sharepoint/v3/contenttype/forms"/>
  </ds:schemaRefs>
</ds:datastoreItem>
</file>

<file path=customXml/itemProps2.xml><?xml version="1.0" encoding="utf-8"?>
<ds:datastoreItem xmlns:ds="http://schemas.openxmlformats.org/officeDocument/2006/customXml" ds:itemID="{14840BCB-BCAD-4673-9BC1-E9ED98FA0379}">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92DAA374-E979-4F53-B014-D913166BECD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ac6c9d4-7535-442b-aa33-0ec577702c3c"/>
    <ds:schemaRef ds:uri="c3260862-c0a2-4710-8c03-bca59b3c25c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5850</TotalTime>
  <Words>1640</Words>
  <Application>Microsoft Macintosh PowerPoint</Application>
  <PresentationFormat>Widescreen</PresentationFormat>
  <Paragraphs>246</Paragraphs>
  <Slides>9</Slides>
  <Notes>7</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9</vt:i4>
      </vt:variant>
    </vt:vector>
  </HeadingPairs>
  <TitlesOfParts>
    <vt:vector size="18" baseType="lpstr">
      <vt:lpstr>Arial</vt:lpstr>
      <vt:lpstr>Avenir</vt:lpstr>
      <vt:lpstr>Calibri</vt:lpstr>
      <vt:lpstr>Georgia</vt:lpstr>
      <vt:lpstr>Host Grotesk Medium</vt:lpstr>
      <vt:lpstr>Roboto</vt:lpstr>
      <vt:lpstr>Snowflake</vt:lpstr>
      <vt:lpstr>Snowflake</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Demo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Subhajit Basu</cp:lastModifiedBy>
  <cp:revision>80</cp:revision>
  <dcterms:modified xsi:type="dcterms:W3CDTF">2026-01-08T03:18:19Z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0x010100075F4BEA70334B45BDA1FAF8ACCE4AFA</vt:lpwstr>
  </property>
</Properties>
</file>